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3566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59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4C94E3-286C-F061-65EF-51FBDB367D3C}"/>
              </a:ext>
            </a:extLst>
          </p:cNvPr>
          <p:cNvSpPr txBox="1"/>
          <p:nvPr/>
        </p:nvSpPr>
        <p:spPr>
          <a:xfrm>
            <a:off x="3751729" y="2554941"/>
            <a:ext cx="4639236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대 이상의 </a:t>
            </a:r>
            <a:r>
              <a:rPr lang="ko-KR" altLang="en-US" dirty="0" err="1"/>
              <a:t>숏폼에</a:t>
            </a:r>
            <a:r>
              <a:rPr lang="ko-KR" altLang="en-US" dirty="0"/>
              <a:t> 대한 제작 의지 여부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53D71-6F00-38A3-7A92-6D73088B3F21}"/>
              </a:ext>
            </a:extLst>
          </p:cNvPr>
          <p:cNvSpPr txBox="1"/>
          <p:nvPr/>
        </p:nvSpPr>
        <p:spPr>
          <a:xfrm>
            <a:off x="3751728" y="3313195"/>
            <a:ext cx="12355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영상 편집을 직접 해보려고 하였는가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자신만의 스토리를 누군가에게 영상을 통한 전달을 실제로 하고 싶어하는가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영상 콘텐츠를 만들고 싶지만 편집 툴의 복잡함 때문에 시도조차 못 하고 포기한 경험이 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40</a:t>
            </a:r>
            <a:r>
              <a:rPr lang="ko-KR" altLang="en-US" dirty="0"/>
              <a:t>대 이상 사용자는 </a:t>
            </a:r>
            <a:r>
              <a:rPr lang="en-US" altLang="ko-KR" dirty="0"/>
              <a:t>SNS</a:t>
            </a:r>
            <a:r>
              <a:rPr lang="ko-KR" altLang="en-US" dirty="0"/>
              <a:t>에 자신의 일상이나 스토리를 기록하고 공유하고자 하는 욕구가 있는가</a:t>
            </a:r>
            <a:r>
              <a:rPr lang="en-US" altLang="ko-KR" dirty="0"/>
              <a:t>?</a:t>
            </a:r>
            <a:endParaRPr lang="ko-KR" altLang="en-US" dirty="0"/>
          </a:p>
          <a:p>
            <a:r>
              <a:rPr lang="ko-KR" altLang="en-US" dirty="0"/>
              <a:t>하루 평균 </a:t>
            </a:r>
            <a:r>
              <a:rPr lang="ko-KR" altLang="en-US" dirty="0" err="1"/>
              <a:t>숏폼</a:t>
            </a:r>
            <a:r>
              <a:rPr lang="ko-KR" altLang="en-US" dirty="0"/>
              <a:t> 시청 시간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자동화된 편집 대행 서비스가 있으면 사용할 의지가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0B085-43EC-C4E4-A5F6-9C0E9050D5D7}"/>
              </a:ext>
            </a:extLst>
          </p:cNvPr>
          <p:cNvSpPr txBox="1"/>
          <p:nvPr/>
        </p:nvSpPr>
        <p:spPr>
          <a:xfrm>
            <a:off x="3751729" y="5236069"/>
            <a:ext cx="4639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유튜브 구독 </a:t>
            </a:r>
            <a:r>
              <a:rPr lang="en-US" altLang="ko-KR" dirty="0"/>
              <a:t>5</a:t>
            </a:r>
            <a:r>
              <a:rPr lang="ko-KR" altLang="en-US" dirty="0"/>
              <a:t>명 이상</a:t>
            </a:r>
            <a:endParaRPr lang="en-US" altLang="ko-KR" dirty="0"/>
          </a:p>
          <a:p>
            <a:r>
              <a:rPr lang="ko-KR" altLang="en-US" dirty="0"/>
              <a:t>인스타그램 계정 보유</a:t>
            </a:r>
            <a:endParaRPr lang="en-US" altLang="ko-KR" dirty="0"/>
          </a:p>
          <a:p>
            <a:r>
              <a:rPr lang="ko-KR" altLang="en-US" dirty="0" err="1"/>
              <a:t>숏폼</a:t>
            </a:r>
            <a:r>
              <a:rPr lang="ko-KR" altLang="en-US" dirty="0"/>
              <a:t> 교육을 수강 이력 보유</a:t>
            </a:r>
            <a:endParaRPr lang="en-US" altLang="ko-KR" dirty="0"/>
          </a:p>
          <a:p>
            <a:r>
              <a:rPr lang="ko-KR" altLang="en-US" dirty="0"/>
              <a:t>편집 프로그램 사용 경험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A53C31-AAE8-C84A-BE89-D612B179BE44}"/>
              </a:ext>
            </a:extLst>
          </p:cNvPr>
          <p:cNvSpPr txBox="1"/>
          <p:nvPr/>
        </p:nvSpPr>
        <p:spPr>
          <a:xfrm>
            <a:off x="3750197" y="2511706"/>
            <a:ext cx="38587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고창 여성 </a:t>
            </a:r>
            <a:r>
              <a:rPr lang="ko-KR" altLang="en-US" dirty="0" err="1"/>
              <a:t>농업인센터</a:t>
            </a:r>
            <a:r>
              <a:rPr lang="ko-KR" altLang="en-US" dirty="0"/>
              <a:t> 사무장 신영순</a:t>
            </a:r>
            <a:endParaRPr lang="en-US" altLang="ko-KR" dirty="0"/>
          </a:p>
          <a:p>
            <a:r>
              <a:rPr lang="ko-KR" altLang="en-US" dirty="0" err="1"/>
              <a:t>나이대</a:t>
            </a:r>
            <a:r>
              <a:rPr lang="ko-KR" altLang="en-US" dirty="0"/>
              <a:t> </a:t>
            </a:r>
            <a:r>
              <a:rPr lang="en-US" altLang="ko-KR" dirty="0"/>
              <a:t>: 50</a:t>
            </a:r>
            <a:r>
              <a:rPr lang="ko-KR" altLang="en-US" dirty="0"/>
              <a:t>대</a:t>
            </a:r>
            <a:endParaRPr lang="en-US" altLang="ko-KR" dirty="0"/>
          </a:p>
          <a:p>
            <a:r>
              <a:rPr lang="ko-KR" altLang="en-US" dirty="0"/>
              <a:t>사는 지역 </a:t>
            </a:r>
            <a:r>
              <a:rPr lang="en-US" altLang="ko-KR" dirty="0"/>
              <a:t>:</a:t>
            </a:r>
            <a:r>
              <a:rPr lang="ko-KR" altLang="en-US" dirty="0"/>
              <a:t> 고창</a:t>
            </a:r>
            <a:endParaRPr lang="en-US" altLang="ko-KR" dirty="0"/>
          </a:p>
          <a:p>
            <a:r>
              <a:rPr lang="ko-KR" altLang="en-US" dirty="0"/>
              <a:t>성별 </a:t>
            </a:r>
            <a:r>
              <a:rPr lang="en-US" altLang="ko-KR" dirty="0"/>
              <a:t>: </a:t>
            </a:r>
            <a:r>
              <a:rPr lang="ko-KR" altLang="en-US" dirty="0"/>
              <a:t>여</a:t>
            </a:r>
            <a:endParaRPr lang="en-US" altLang="ko-KR" dirty="0"/>
          </a:p>
          <a:p>
            <a:r>
              <a:rPr lang="ko-KR" altLang="en-US" dirty="0"/>
              <a:t>학력 </a:t>
            </a:r>
            <a:r>
              <a:rPr lang="en-US" altLang="ko-KR" dirty="0"/>
              <a:t>: </a:t>
            </a:r>
            <a:r>
              <a:rPr lang="ko-KR" altLang="en-US" dirty="0"/>
              <a:t>대졸</a:t>
            </a:r>
            <a:endParaRPr lang="en-US" altLang="ko-KR" dirty="0"/>
          </a:p>
          <a:p>
            <a:r>
              <a:rPr lang="ko-KR" altLang="en-US" dirty="0"/>
              <a:t>경제 수준 </a:t>
            </a:r>
            <a:r>
              <a:rPr lang="en-US" altLang="ko-KR" dirty="0"/>
              <a:t>: </a:t>
            </a:r>
            <a:r>
              <a:rPr lang="ko-KR" altLang="en-US" dirty="0"/>
              <a:t>중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43D83-604C-2A6A-9792-8F8DCB89F364}"/>
              </a:ext>
            </a:extLst>
          </p:cNvPr>
          <p:cNvSpPr txBox="1"/>
          <p:nvPr/>
        </p:nvSpPr>
        <p:spPr>
          <a:xfrm>
            <a:off x="3737919" y="5148141"/>
            <a:ext cx="107372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하루 평균 </a:t>
            </a:r>
            <a:r>
              <a:rPr lang="ko-KR" altLang="en-US" dirty="0" err="1"/>
              <a:t>숏폼</a:t>
            </a:r>
            <a:r>
              <a:rPr lang="ko-KR" altLang="en-US" dirty="0"/>
              <a:t> 시청시간이 어떻게 되시나요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인스타그램 계정이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SNS</a:t>
            </a:r>
            <a:r>
              <a:rPr lang="ko-KR" altLang="en-US" dirty="0"/>
              <a:t>에 자신의 일상을 공유하고자 하는 욕구가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본인의 이야기가 담긴 </a:t>
            </a:r>
            <a:r>
              <a:rPr lang="ko-KR" altLang="en-US" dirty="0" err="1"/>
              <a:t>숏폼</a:t>
            </a:r>
            <a:r>
              <a:rPr lang="ko-KR" altLang="en-US" dirty="0"/>
              <a:t> 영상을 올리고 싶어하는지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숏폼</a:t>
            </a:r>
            <a:r>
              <a:rPr lang="ko-KR" altLang="en-US" dirty="0"/>
              <a:t> 편집 관련 강의를 들은 적이 있는지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영상 제작해봤는지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영상 촬영만 하고 </a:t>
            </a:r>
            <a:r>
              <a:rPr lang="ko-KR" altLang="en-US" dirty="0" err="1"/>
              <a:t>숏폼영상을</a:t>
            </a:r>
            <a:r>
              <a:rPr lang="ko-KR" altLang="en-US" dirty="0"/>
              <a:t> 만들어주는 자동화된 편집 대행 서비스가 있다면 사용할 의향이 있는지</a:t>
            </a:r>
            <a:r>
              <a:rPr lang="en-US" altLang="ko-KR"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4827C3-E10B-5A0B-2142-F1588FEA637E}"/>
              </a:ext>
            </a:extLst>
          </p:cNvPr>
          <p:cNvSpPr txBox="1"/>
          <p:nvPr/>
        </p:nvSpPr>
        <p:spPr>
          <a:xfrm>
            <a:off x="3680749" y="1573627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20250502 </a:t>
            </a:r>
            <a:r>
              <a:rPr lang="en-US" altLang="ko-KR"/>
              <a:t>1</a:t>
            </a:r>
            <a:r>
              <a:rPr lang="ko-KR" altLang="en-US" dirty="0"/>
              <a:t>명 전화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59A0A-05B6-1039-4457-807729F43841}"/>
              </a:ext>
            </a:extLst>
          </p:cNvPr>
          <p:cNvSpPr txBox="1"/>
          <p:nvPr/>
        </p:nvSpPr>
        <p:spPr>
          <a:xfrm>
            <a:off x="3680748" y="2443657"/>
            <a:ext cx="1147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대 이상 </a:t>
            </a:r>
            <a:r>
              <a:rPr lang="ko-KR" altLang="en-US" dirty="0" err="1"/>
              <a:t>숏폼에</a:t>
            </a:r>
            <a:r>
              <a:rPr lang="ko-KR" altLang="en-US" dirty="0"/>
              <a:t> 대한 제작 관심과 업로드 의향이 있다</a:t>
            </a:r>
            <a:r>
              <a:rPr lang="en-US" altLang="ko-KR" dirty="0"/>
              <a:t>. </a:t>
            </a:r>
            <a:r>
              <a:rPr lang="ko-KR" altLang="en-US" dirty="0"/>
              <a:t>영상만 찍고 편집을 대행해 주는 서비스가 필요할 것이다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D7F63-628E-87AA-B8B8-8496D624D07C}"/>
              </a:ext>
            </a:extLst>
          </p:cNvPr>
          <p:cNvSpPr txBox="1"/>
          <p:nvPr/>
        </p:nvSpPr>
        <p:spPr>
          <a:xfrm>
            <a:off x="3680748" y="3924951"/>
            <a:ext cx="62937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실제로 편집 대행 서비스에 대한 의향이 확인됨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강의를 듣고 지속적으로 영상 편집을 하지 않음</a:t>
            </a:r>
            <a:r>
              <a:rPr lang="en-US" altLang="ko-KR" dirty="0"/>
              <a:t>.(</a:t>
            </a:r>
            <a:r>
              <a:rPr lang="ko-KR" altLang="en-US" dirty="0"/>
              <a:t>퀄리티 문제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영상 편집을 실제로 해보려고 한적이 있음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9ACE-E57C-90AF-7633-6E1F42F7E7DB}"/>
              </a:ext>
            </a:extLst>
          </p:cNvPr>
          <p:cNvSpPr txBox="1"/>
          <p:nvPr/>
        </p:nvSpPr>
        <p:spPr>
          <a:xfrm>
            <a:off x="3680749" y="5927166"/>
            <a:ext cx="61693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일과 관련된 영상을 올리려고 영상 편집을 배웠다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본인의 이야기를 지금 올리려고 하지 않으나 고창</a:t>
            </a:r>
            <a:r>
              <a:rPr lang="en-US" altLang="ko-KR" dirty="0"/>
              <a:t>(</a:t>
            </a:r>
            <a:r>
              <a:rPr lang="ko-KR" altLang="en-US" dirty="0"/>
              <a:t>자기의 지역</a:t>
            </a:r>
            <a:r>
              <a:rPr lang="en-US" altLang="ko-KR" dirty="0"/>
              <a:t>)</a:t>
            </a:r>
            <a:r>
              <a:rPr lang="ko-KR" altLang="en-US" dirty="0"/>
              <a:t>을 소개하는 영상을 업로드 하고 싶어함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영상편집 툴 구매에 대한 거부감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숏폼을</a:t>
            </a:r>
            <a:r>
              <a:rPr lang="ko-KR" altLang="en-US" dirty="0"/>
              <a:t> 생각 보다 </a:t>
            </a:r>
            <a:r>
              <a:rPr lang="ko-KR" altLang="en-US" dirty="0" err="1"/>
              <a:t>안봄</a:t>
            </a:r>
            <a:r>
              <a:rPr lang="en-US" altLang="ko-KR" dirty="0"/>
              <a:t>.(2~3</a:t>
            </a:r>
            <a:r>
              <a:rPr lang="ko-KR" altLang="en-US" dirty="0"/>
              <a:t>개 정도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추가 질문에서 </a:t>
            </a:r>
            <a:r>
              <a:rPr lang="en-US" altLang="ko-KR" dirty="0"/>
              <a:t>50</a:t>
            </a:r>
            <a:r>
              <a:rPr lang="ko-KR" altLang="en-US" dirty="0"/>
              <a:t>대 중반 이상은</a:t>
            </a:r>
            <a:endParaRPr lang="en-US" altLang="ko-KR" dirty="0"/>
          </a:p>
          <a:p>
            <a:r>
              <a:rPr lang="ko-KR" altLang="en-US" dirty="0"/>
              <a:t>손자</a:t>
            </a:r>
            <a:r>
              <a:rPr lang="en-US" altLang="ko-KR" dirty="0"/>
              <a:t>, </a:t>
            </a:r>
            <a:r>
              <a:rPr lang="ko-KR" altLang="en-US" dirty="0"/>
              <a:t>꽃 등 취미생활을 공유하고자 한다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BE64-F8A0-6D26-3DB7-95E2DB490A0B}"/>
              </a:ext>
            </a:extLst>
          </p:cNvPr>
          <p:cNvSpPr txBox="1"/>
          <p:nvPr/>
        </p:nvSpPr>
        <p:spPr>
          <a:xfrm>
            <a:off x="10196287" y="5953173"/>
            <a:ext cx="6169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서비스 </a:t>
            </a:r>
            <a:r>
              <a:rPr lang="ko-KR" altLang="en-US" dirty="0" err="1"/>
              <a:t>내용으로만으로도</a:t>
            </a:r>
            <a:r>
              <a:rPr lang="ko-KR" altLang="en-US" dirty="0"/>
              <a:t> 확실한 니즈 수용이 된다는 것을 </a:t>
            </a:r>
            <a:r>
              <a:rPr lang="ko-KR" altLang="en-US" dirty="0" err="1"/>
              <a:t>알게됨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가격적인 측면에서 퀄리티 책정이 문제가 될 것 같다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291</Words>
  <Application>Microsoft Office PowerPoint</Application>
  <PresentationFormat>사용자 지정</PresentationFormat>
  <Paragraphs>44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정희조</cp:lastModifiedBy>
  <cp:revision>2</cp:revision>
  <dcterms:created xsi:type="dcterms:W3CDTF">2025-04-24T06:43:19Z</dcterms:created>
  <dcterms:modified xsi:type="dcterms:W3CDTF">2025-05-02T07:22:55Z</dcterms:modified>
</cp:coreProperties>
</file>
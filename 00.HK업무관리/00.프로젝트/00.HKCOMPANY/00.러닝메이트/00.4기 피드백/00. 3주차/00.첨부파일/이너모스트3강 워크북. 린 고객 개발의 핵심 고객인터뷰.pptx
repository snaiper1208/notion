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263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2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67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FDA5F8-4DAB-41BE-6C29-33786A04E702}"/>
              </a:ext>
            </a:extLst>
          </p:cNvPr>
          <p:cNvSpPr txBox="1"/>
          <p:nvPr/>
        </p:nvSpPr>
        <p:spPr>
          <a:xfrm>
            <a:off x="3768695" y="2409914"/>
            <a:ext cx="8844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목욕가운에</a:t>
            </a:r>
            <a:r>
              <a:rPr lang="en-US" altLang="ko-KR" dirty="0"/>
              <a:t> </a:t>
            </a:r>
            <a:r>
              <a:rPr lang="ko-KR" altLang="en-US" dirty="0"/>
              <a:t>대한 니즈와 사용 가능 여부 인터뷰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46923-3EC8-99D1-C078-A7BE633B9C56}"/>
              </a:ext>
            </a:extLst>
          </p:cNvPr>
          <p:cNvSpPr txBox="1"/>
          <p:nvPr/>
        </p:nvSpPr>
        <p:spPr>
          <a:xfrm>
            <a:off x="3768695" y="3529413"/>
            <a:ext cx="884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목욕가운에 대한 인식을 물어보고 목욕가운에 대한 필요성이 있었는지 여부와</a:t>
            </a:r>
            <a:endParaRPr lang="en-US" altLang="ko-KR" dirty="0"/>
          </a:p>
          <a:p>
            <a:r>
              <a:rPr lang="ko-KR" altLang="en-US" dirty="0"/>
              <a:t>목욕가운이 불편했던 점을 알고 판매가능성 검토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722C8-5723-9B23-7737-AF9425E90F5F}"/>
              </a:ext>
            </a:extLst>
          </p:cNvPr>
          <p:cNvSpPr txBox="1"/>
          <p:nvPr/>
        </p:nvSpPr>
        <p:spPr>
          <a:xfrm>
            <a:off x="3835637" y="5208661"/>
            <a:ext cx="8844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 err="1"/>
              <a:t>인가구</a:t>
            </a:r>
            <a:r>
              <a:rPr lang="ko-KR" altLang="en-US" dirty="0"/>
              <a:t> </a:t>
            </a:r>
            <a:r>
              <a:rPr lang="en-US" altLang="ko-KR" dirty="0"/>
              <a:t>20-30</a:t>
            </a:r>
            <a:r>
              <a:rPr lang="ko-KR" altLang="en-US" dirty="0"/>
              <a:t>대 여성</a:t>
            </a:r>
            <a:endParaRPr lang="en-US" altLang="ko-KR" dirty="0"/>
          </a:p>
          <a:p>
            <a:r>
              <a:rPr lang="ko-KR" altLang="en-US" dirty="0"/>
              <a:t>패션을 좋아하지만 합리적인 소비를 하는 여성</a:t>
            </a:r>
            <a:endParaRPr lang="en-US" altLang="ko-KR" dirty="0"/>
          </a:p>
          <a:p>
            <a:r>
              <a:rPr lang="ko-KR" altLang="en-US" dirty="0"/>
              <a:t>여행을 해본 경험이 있는 여성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0D4FC-8EBD-0C61-AC37-DA24E0A45BB5}"/>
              </a:ext>
            </a:extLst>
          </p:cNvPr>
          <p:cNvSpPr txBox="1"/>
          <p:nvPr/>
        </p:nvSpPr>
        <p:spPr>
          <a:xfrm>
            <a:off x="3768695" y="7013248"/>
            <a:ext cx="8844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25/04/30</a:t>
            </a:r>
          </a:p>
          <a:p>
            <a:r>
              <a:rPr lang="en-US" altLang="ko-KR" dirty="0"/>
              <a:t>14:00</a:t>
            </a:r>
          </a:p>
          <a:p>
            <a:r>
              <a:rPr lang="ko-KR" altLang="en-US" dirty="0"/>
              <a:t>전화인터뷰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AAF6B1-5788-0082-3FF1-5C57F770504F}"/>
              </a:ext>
            </a:extLst>
          </p:cNvPr>
          <p:cNvSpPr txBox="1"/>
          <p:nvPr/>
        </p:nvSpPr>
        <p:spPr>
          <a:xfrm>
            <a:off x="4076344" y="2580830"/>
            <a:ext cx="67426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성별 </a:t>
            </a:r>
            <a:r>
              <a:rPr lang="en-US" altLang="ko-KR" dirty="0"/>
              <a:t>: </a:t>
            </a:r>
            <a:r>
              <a:rPr lang="ko-KR" altLang="en-US" dirty="0"/>
              <a:t>여</a:t>
            </a:r>
            <a:endParaRPr lang="en-US" altLang="ko-KR" dirty="0"/>
          </a:p>
          <a:p>
            <a:r>
              <a:rPr lang="ko-KR" altLang="en-US" dirty="0"/>
              <a:t>나이 </a:t>
            </a:r>
            <a:r>
              <a:rPr lang="en-US" altLang="ko-KR" dirty="0"/>
              <a:t>: 30</a:t>
            </a:r>
            <a:r>
              <a:rPr lang="ko-KR" altLang="en-US" dirty="0"/>
              <a:t>살</a:t>
            </a:r>
            <a:endParaRPr lang="en-US" altLang="ko-KR" dirty="0"/>
          </a:p>
          <a:p>
            <a:r>
              <a:rPr lang="ko-KR" altLang="en-US" dirty="0"/>
              <a:t>거주지 </a:t>
            </a:r>
            <a:r>
              <a:rPr lang="en-US" altLang="ko-KR" dirty="0"/>
              <a:t>: </a:t>
            </a:r>
            <a:r>
              <a:rPr lang="ko-KR" altLang="en-US" dirty="0"/>
              <a:t>서울 광진구</a:t>
            </a:r>
            <a:endParaRPr lang="en-US" altLang="ko-KR" dirty="0"/>
          </a:p>
          <a:p>
            <a:r>
              <a:rPr lang="ko-KR" altLang="en-US" dirty="0"/>
              <a:t>직업 </a:t>
            </a:r>
            <a:r>
              <a:rPr lang="en-US" altLang="ko-KR" dirty="0"/>
              <a:t>: </a:t>
            </a:r>
            <a:r>
              <a:rPr lang="ko-KR" altLang="en-US" dirty="0"/>
              <a:t>회사원 </a:t>
            </a:r>
            <a:r>
              <a:rPr lang="en-US" altLang="ko-KR" dirty="0"/>
              <a:t>(</a:t>
            </a:r>
            <a:r>
              <a:rPr lang="ko-KR" altLang="en-US" dirty="0"/>
              <a:t>마케터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취미 </a:t>
            </a:r>
            <a:r>
              <a:rPr lang="en-US" altLang="ko-KR" dirty="0"/>
              <a:t>: </a:t>
            </a:r>
            <a:r>
              <a:rPr lang="ko-KR" altLang="en-US" dirty="0"/>
              <a:t>요가</a:t>
            </a:r>
            <a:r>
              <a:rPr lang="en-US" altLang="ko-KR" dirty="0"/>
              <a:t>, </a:t>
            </a:r>
            <a:r>
              <a:rPr lang="ko-KR" altLang="en-US" dirty="0" err="1"/>
              <a:t>클라이밍</a:t>
            </a:r>
            <a:endParaRPr lang="en-US" altLang="ko-KR" dirty="0"/>
          </a:p>
          <a:p>
            <a:r>
              <a:rPr lang="ko-KR" altLang="en-US" dirty="0"/>
              <a:t>자주 소비하는 곳 </a:t>
            </a:r>
            <a:r>
              <a:rPr lang="en-US" altLang="ko-KR" dirty="0"/>
              <a:t>: </a:t>
            </a:r>
            <a:r>
              <a:rPr lang="ko-KR" altLang="en-US" dirty="0"/>
              <a:t>맛집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9BAA3-1A8A-E727-FB56-28767C9578D6}"/>
              </a:ext>
            </a:extLst>
          </p:cNvPr>
          <p:cNvSpPr txBox="1"/>
          <p:nvPr/>
        </p:nvSpPr>
        <p:spPr>
          <a:xfrm>
            <a:off x="4076344" y="5459339"/>
            <a:ext cx="67426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전화로 의견을 묻고 대화하는 방식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목욕하고 난 후 물기를 제거하는 방식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목욕가운을 사용하는지 여부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사용하지 않는 이유가 무엇인지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목욕가운을 접한 기억과 어땠는지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목욕가운을 구매한다면 이유가 무엇일지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목욕가운을 </a:t>
            </a:r>
            <a:r>
              <a:rPr lang="ko-KR" altLang="en-US" dirty="0" err="1"/>
              <a:t>사용했을때</a:t>
            </a:r>
            <a:r>
              <a:rPr lang="ko-KR" altLang="en-US" dirty="0"/>
              <a:t> 불편한점이 무엇이었는지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만약 그 불편함이 해소된다면 구매할 의향이 있는지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EE4BFF-BDA1-16DA-9A5A-FE90C2A743A4}"/>
              </a:ext>
            </a:extLst>
          </p:cNvPr>
          <p:cNvSpPr txBox="1"/>
          <p:nvPr/>
        </p:nvSpPr>
        <p:spPr>
          <a:xfrm>
            <a:off x="3649054" y="1358781"/>
            <a:ext cx="956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25. 4. 30 ~ 25. 4. 30 (30</a:t>
            </a:r>
            <a:r>
              <a:rPr lang="ko-KR" altLang="en-US" dirty="0"/>
              <a:t>분간</a:t>
            </a:r>
            <a:r>
              <a:rPr lang="en-US" altLang="ko-KR" dirty="0"/>
              <a:t>)/ 1</a:t>
            </a:r>
            <a:r>
              <a:rPr lang="ko-KR" altLang="en-US" dirty="0"/>
              <a:t>명 </a:t>
            </a:r>
            <a:r>
              <a:rPr lang="en-US" altLang="ko-KR" dirty="0"/>
              <a:t>/ </a:t>
            </a:r>
            <a:r>
              <a:rPr lang="ko-KR" altLang="en-US" dirty="0"/>
              <a:t>전화</a:t>
            </a:r>
            <a:r>
              <a:rPr lang="en-US" altLang="ko-KR" dirty="0"/>
              <a:t> </a:t>
            </a:r>
            <a:r>
              <a:rPr lang="ko-KR" altLang="en-US" dirty="0"/>
              <a:t>인터뷰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EF796-08FE-7105-61C1-A63C71138CC0}"/>
              </a:ext>
            </a:extLst>
          </p:cNvPr>
          <p:cNvSpPr txBox="1"/>
          <p:nvPr/>
        </p:nvSpPr>
        <p:spPr>
          <a:xfrm>
            <a:off x="3801454" y="2263211"/>
            <a:ext cx="956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목욕가운이 잘 맞고 디자인이 예쁘면 많은 사람들이 구매할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67908-B02B-6732-D689-944814F445CA}"/>
              </a:ext>
            </a:extLst>
          </p:cNvPr>
          <p:cNvSpPr txBox="1"/>
          <p:nvPr/>
        </p:nvSpPr>
        <p:spPr>
          <a:xfrm>
            <a:off x="3801454" y="3844182"/>
            <a:ext cx="9562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생각보다 목욕가운의 필요성을 느끼고 있지 않았다</a:t>
            </a:r>
            <a:r>
              <a:rPr lang="en-US" altLang="ko-KR" dirty="0"/>
              <a:t>. </a:t>
            </a:r>
            <a:r>
              <a:rPr lang="ko-KR" altLang="en-US" dirty="0"/>
              <a:t>목욕가운이 주변에 잘 보이지 않아서도 있지만 </a:t>
            </a:r>
            <a:r>
              <a:rPr lang="ko-KR" altLang="en-US" dirty="0" err="1"/>
              <a:t>호캉스를</a:t>
            </a:r>
            <a:r>
              <a:rPr lang="ko-KR" altLang="en-US" dirty="0"/>
              <a:t> </a:t>
            </a:r>
            <a:r>
              <a:rPr lang="ko-KR" altLang="en-US" dirty="0" err="1"/>
              <a:t>할때가</a:t>
            </a:r>
            <a:r>
              <a:rPr lang="ko-KR" altLang="en-US" dirty="0"/>
              <a:t> 아니면 목욕가운을 사용하고 있지 않았고 목욕가운에 대한 필요성을 느끼고 있지 않았다는 느낌을 받았고 생각보다 무겁고 </a:t>
            </a:r>
            <a:r>
              <a:rPr lang="ko-KR" altLang="en-US" dirty="0" err="1"/>
              <a:t>거추장</a:t>
            </a:r>
            <a:r>
              <a:rPr lang="ko-KR" altLang="en-US" dirty="0"/>
              <a:t> 스럽다고 생각하는 것을 알았다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7A26F-559D-4733-CC93-AD5F307219DC}"/>
              </a:ext>
            </a:extLst>
          </p:cNvPr>
          <p:cNvSpPr txBox="1"/>
          <p:nvPr/>
        </p:nvSpPr>
        <p:spPr>
          <a:xfrm>
            <a:off x="3885488" y="6039027"/>
            <a:ext cx="5429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목욕가운에 대한 필요성을 어필하는 것보다</a:t>
            </a:r>
            <a:endParaRPr lang="en-US" altLang="ko-KR" dirty="0"/>
          </a:p>
          <a:p>
            <a:r>
              <a:rPr lang="ko-KR" altLang="en-US" dirty="0"/>
              <a:t>목욕가운의 다양한 사용방향에 대해 어필하는 것이</a:t>
            </a:r>
            <a:endParaRPr lang="en-US" altLang="ko-KR" dirty="0"/>
          </a:p>
          <a:p>
            <a:r>
              <a:rPr lang="ko-KR" altLang="en-US" dirty="0"/>
              <a:t>마케팅적으로 좋을 것 같다는 생각이 들었다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698A6-335D-236F-36B5-6E2620263949}"/>
              </a:ext>
            </a:extLst>
          </p:cNvPr>
          <p:cNvSpPr txBox="1"/>
          <p:nvPr/>
        </p:nvSpPr>
        <p:spPr>
          <a:xfrm>
            <a:off x="10370321" y="6123060"/>
            <a:ext cx="5429428" cy="666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파자마 </a:t>
            </a:r>
            <a:r>
              <a:rPr lang="ko-KR" altLang="en-US" dirty="0" err="1"/>
              <a:t>파티라던가</a:t>
            </a:r>
            <a:r>
              <a:rPr lang="ko-KR" altLang="en-US" dirty="0"/>
              <a:t> 이벤트성의 목욕가운의 용도도</a:t>
            </a:r>
            <a:endParaRPr lang="en-US" altLang="ko-KR" dirty="0"/>
          </a:p>
          <a:p>
            <a:r>
              <a:rPr lang="ko-KR" altLang="en-US" dirty="0"/>
              <a:t>필요할 것 같았다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203</Words>
  <Application>Microsoft Office PowerPoint</Application>
  <PresentationFormat>사용자 지정</PresentationFormat>
  <Paragraphs>36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DAYUEN JUNG</cp:lastModifiedBy>
  <cp:revision>6</cp:revision>
  <dcterms:created xsi:type="dcterms:W3CDTF">2025-04-24T06:43:19Z</dcterms:created>
  <dcterms:modified xsi:type="dcterms:W3CDTF">2025-04-26T15:32:12Z</dcterms:modified>
</cp:coreProperties>
</file>
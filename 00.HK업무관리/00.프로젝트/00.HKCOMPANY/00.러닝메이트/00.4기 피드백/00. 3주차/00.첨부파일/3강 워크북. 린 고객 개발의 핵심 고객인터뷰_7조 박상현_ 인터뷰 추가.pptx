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4" r:id="rId3"/>
    <p:sldId id="265" r:id="rId4"/>
    <p:sldId id="262" r:id="rId5"/>
    <p:sldId id="263" r:id="rId6"/>
  </p:sldIdLst>
  <p:sldSz cx="17556163" cy="9875838"/>
  <p:notesSz cx="9875838" cy="1755616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15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892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A123C3-BE9F-8368-C842-F55175505755}"/>
              </a:ext>
            </a:extLst>
          </p:cNvPr>
          <p:cNvSpPr txBox="1"/>
          <p:nvPr/>
        </p:nvSpPr>
        <p:spPr>
          <a:xfrm>
            <a:off x="3709851" y="2299063"/>
            <a:ext cx="12553406" cy="718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70D0BF-F538-5216-117F-A9A099E2E39F}"/>
              </a:ext>
            </a:extLst>
          </p:cNvPr>
          <p:cNvSpPr txBox="1"/>
          <p:nvPr/>
        </p:nvSpPr>
        <p:spPr>
          <a:xfrm>
            <a:off x="3709851" y="2299063"/>
            <a:ext cx="12331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무인점포는</a:t>
            </a:r>
            <a:r>
              <a:rPr lang="ko-KR" altLang="en-US" dirty="0"/>
              <a:t> 직원이 필요한가와 어떤 형태로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D946E2-BF04-71CD-BBA7-DE11A6B1A0F8}"/>
              </a:ext>
            </a:extLst>
          </p:cNvPr>
          <p:cNvSpPr txBox="1"/>
          <p:nvPr/>
        </p:nvSpPr>
        <p:spPr>
          <a:xfrm>
            <a:off x="3709851" y="3540034"/>
            <a:ext cx="123313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무인점포들이</a:t>
            </a:r>
            <a:r>
              <a:rPr lang="ko-KR" altLang="en-US" dirty="0"/>
              <a:t> 실제로 직원이 필요한지와 형태에 대해 알아보려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또한 중년</a:t>
            </a:r>
            <a:r>
              <a:rPr lang="en-US" altLang="ko-KR" dirty="0"/>
              <a:t>(50</a:t>
            </a:r>
            <a:r>
              <a:rPr lang="ko-KR" altLang="en-US" dirty="0"/>
              <a:t>세 이상</a:t>
            </a:r>
            <a:r>
              <a:rPr lang="en-US" altLang="ko-KR" dirty="0"/>
              <a:t>)</a:t>
            </a:r>
            <a:r>
              <a:rPr lang="ko-KR" altLang="en-US" dirty="0"/>
              <a:t>의 </a:t>
            </a:r>
            <a:r>
              <a:rPr lang="ko-KR" altLang="en-US" dirty="0" err="1"/>
              <a:t>도급직</a:t>
            </a:r>
            <a:r>
              <a:rPr lang="ko-KR" altLang="en-US" dirty="0"/>
              <a:t> 직원을 활용해도 문제가 없다고 보는지 알아보려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실제로 직원을 쓰는 경우 비용이 얼마나 들어가고 있는지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73E206-4A73-CC5B-8A52-520F52E44E51}"/>
              </a:ext>
            </a:extLst>
          </p:cNvPr>
          <p:cNvSpPr txBox="1"/>
          <p:nvPr/>
        </p:nvSpPr>
        <p:spPr>
          <a:xfrm>
            <a:off x="3709851" y="5159828"/>
            <a:ext cx="12331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무인점포를</a:t>
            </a:r>
            <a:r>
              <a:rPr lang="ko-KR" altLang="en-US" dirty="0"/>
              <a:t> 운영하는 사람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 err="1"/>
              <a:t>무인점포에</a:t>
            </a:r>
            <a:r>
              <a:rPr lang="ko-KR" altLang="en-US" dirty="0"/>
              <a:t> 고용을 하고 있는 사람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739743-D44C-C816-B5D5-30DCA707F607}"/>
              </a:ext>
            </a:extLst>
          </p:cNvPr>
          <p:cNvSpPr txBox="1"/>
          <p:nvPr/>
        </p:nvSpPr>
        <p:spPr>
          <a:xfrm>
            <a:off x="3709851" y="7093130"/>
            <a:ext cx="12331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무인점포에서</a:t>
            </a:r>
            <a:r>
              <a:rPr lang="ko-KR" altLang="en-US" dirty="0"/>
              <a:t> 고용을 하고 있는 사람 </a:t>
            </a:r>
            <a:r>
              <a:rPr lang="en-US" altLang="ko-KR" dirty="0"/>
              <a:t>– 2025. 5. 4. </a:t>
            </a:r>
            <a:r>
              <a:rPr lang="ko-KR" altLang="en-US" dirty="0"/>
              <a:t>일요일 </a:t>
            </a:r>
            <a:endParaRPr lang="en-US" altLang="ko-KR" dirty="0"/>
          </a:p>
          <a:p>
            <a:r>
              <a:rPr lang="ko-KR" altLang="en-US" dirty="0" err="1"/>
              <a:t>무인점포</a:t>
            </a:r>
            <a:r>
              <a:rPr lang="ko-KR" altLang="en-US" dirty="0"/>
              <a:t> 운영자 </a:t>
            </a:r>
            <a:r>
              <a:rPr lang="en-US" altLang="ko-KR" dirty="0"/>
              <a:t>– </a:t>
            </a:r>
            <a:r>
              <a:rPr lang="ko-KR" altLang="en-US" dirty="0"/>
              <a:t>다양하게 필요하여 커뮤니티를 </a:t>
            </a:r>
            <a:r>
              <a:rPr lang="ko-KR" altLang="en-US" dirty="0" err="1"/>
              <a:t>활용하려한다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주인이 자주 있는 </a:t>
            </a:r>
            <a:r>
              <a:rPr lang="ko-KR" altLang="en-US" dirty="0" err="1"/>
              <a:t>무인점포를</a:t>
            </a:r>
            <a:r>
              <a:rPr lang="ko-KR" altLang="en-US" dirty="0"/>
              <a:t> 찾으려 한다</a:t>
            </a:r>
            <a:r>
              <a:rPr lang="en-US" altLang="ko-KR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BFD7B27-0EE0-BC14-2947-E1609A5D8D1A}"/>
              </a:ext>
            </a:extLst>
          </p:cNvPr>
          <p:cNvSpPr txBox="1"/>
          <p:nvPr/>
        </p:nvSpPr>
        <p:spPr>
          <a:xfrm>
            <a:off x="3709851" y="2378561"/>
            <a:ext cx="12331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무인점포에서</a:t>
            </a:r>
            <a:r>
              <a:rPr lang="ko-KR" altLang="en-US" dirty="0"/>
              <a:t> 고용을 하고 있는 사람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나이</a:t>
            </a:r>
            <a:r>
              <a:rPr lang="en-US" altLang="ko-KR" dirty="0"/>
              <a:t>: 30</a:t>
            </a:r>
            <a:r>
              <a:rPr lang="ko-KR" altLang="en-US" dirty="0"/>
              <a:t>대 초반 여성</a:t>
            </a:r>
            <a:r>
              <a:rPr lang="en-US" altLang="ko-KR" dirty="0"/>
              <a:t>,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최근 일을 그만두고 프리랜서로 일하는 중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종류</a:t>
            </a:r>
            <a:r>
              <a:rPr lang="en-US" altLang="ko-KR" dirty="0"/>
              <a:t>: </a:t>
            </a:r>
            <a:r>
              <a:rPr lang="ko-KR" altLang="en-US" dirty="0" err="1"/>
              <a:t>파티룸을</a:t>
            </a:r>
            <a:r>
              <a:rPr lang="ko-KR" altLang="en-US" dirty="0"/>
              <a:t> 무인으로 운영 중</a:t>
            </a:r>
            <a:r>
              <a:rPr lang="en-US" altLang="ko-KR" dirty="0"/>
              <a:t> </a:t>
            </a:r>
          </a:p>
          <a:p>
            <a:endParaRPr lang="en-US" altLang="ko-KR" dirty="0"/>
          </a:p>
          <a:p>
            <a:r>
              <a:rPr lang="ko-KR" altLang="en-US" dirty="0" err="1"/>
              <a:t>무인점포를</a:t>
            </a:r>
            <a:r>
              <a:rPr lang="ko-KR" altLang="en-US" dirty="0"/>
              <a:t> 운영하고 있는 사람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나이</a:t>
            </a:r>
            <a:r>
              <a:rPr lang="en-US" altLang="ko-KR" dirty="0"/>
              <a:t>: 30</a:t>
            </a:r>
            <a:r>
              <a:rPr lang="ko-KR" altLang="en-US" dirty="0"/>
              <a:t>대 후반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상황</a:t>
            </a:r>
            <a:r>
              <a:rPr lang="en-US" altLang="ko-KR" dirty="0"/>
              <a:t>: </a:t>
            </a:r>
            <a:r>
              <a:rPr lang="ko-KR" altLang="en-US" dirty="0"/>
              <a:t>시험을 준비하며 운영 중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종류</a:t>
            </a:r>
            <a:r>
              <a:rPr lang="en-US" altLang="ko-KR" dirty="0"/>
              <a:t>: </a:t>
            </a:r>
            <a:r>
              <a:rPr lang="ko-KR" altLang="en-US" dirty="0"/>
              <a:t>아이스크림과 카페 를 </a:t>
            </a:r>
            <a:r>
              <a:rPr lang="en-US" altLang="ko-KR" dirty="0"/>
              <a:t>2</a:t>
            </a:r>
            <a:r>
              <a:rPr lang="ko-KR" altLang="en-US" dirty="0"/>
              <a:t>개 매장 운영 중</a:t>
            </a:r>
            <a:endParaRPr lang="en-US" altLang="ko-K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1B7B5-434F-5855-6CD6-7C06053E65FF}"/>
              </a:ext>
            </a:extLst>
          </p:cNvPr>
          <p:cNvSpPr txBox="1"/>
          <p:nvPr/>
        </p:nvSpPr>
        <p:spPr>
          <a:xfrm>
            <a:off x="3709851" y="5330767"/>
            <a:ext cx="1233133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질문 내용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-     </a:t>
            </a:r>
            <a:r>
              <a:rPr lang="ko-KR" altLang="en-US" dirty="0"/>
              <a:t>사람을 구할 필요가 있으셨나요</a:t>
            </a:r>
            <a:r>
              <a:rPr lang="en-US" altLang="ko-KR" dirty="0"/>
              <a:t>? </a:t>
            </a:r>
            <a:r>
              <a:rPr lang="ko-KR" altLang="en-US" dirty="0"/>
              <a:t>어떤 이유로 구하신 건가요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구하셨다면 혹은 시도를 하셨다면 어떻게 하셨나요</a:t>
            </a:r>
            <a:r>
              <a:rPr lang="en-US" altLang="ko-KR" dirty="0"/>
              <a:t>? </a:t>
            </a:r>
            <a:r>
              <a:rPr lang="ko-KR" altLang="en-US" dirty="0"/>
              <a:t>어떤 어려움이 있었고 비용은 얼마나 들었나요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다시 구한다면 어느정도 비용과 시간을 생각하고 </a:t>
            </a:r>
            <a:r>
              <a:rPr lang="ko-KR" altLang="en-US" dirty="0" err="1"/>
              <a:t>계신가요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구하는 사람의 스펙 혹은 조건은 </a:t>
            </a:r>
            <a:r>
              <a:rPr lang="ko-KR" altLang="en-US" dirty="0" err="1"/>
              <a:t>어떠신가요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일할 사람에게 쓰실 금액은 </a:t>
            </a:r>
            <a:r>
              <a:rPr lang="ko-KR" altLang="en-US" dirty="0" err="1"/>
              <a:t>어느정도까지</a:t>
            </a:r>
            <a:r>
              <a:rPr lang="ko-KR" altLang="en-US" dirty="0"/>
              <a:t> 생각하고 </a:t>
            </a:r>
            <a:r>
              <a:rPr lang="ko-KR" altLang="en-US" dirty="0" err="1"/>
              <a:t>계신가요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타업체를 이용하신다면 플랫폼과 인력 업체</a:t>
            </a:r>
            <a:r>
              <a:rPr lang="en-US" altLang="ko-KR" dirty="0"/>
              <a:t> </a:t>
            </a:r>
            <a:r>
              <a:rPr lang="ko-KR" altLang="en-US" dirty="0"/>
              <a:t>중 어떤 것이 </a:t>
            </a:r>
            <a:r>
              <a:rPr lang="ko-KR" altLang="en-US" dirty="0" err="1"/>
              <a:t>좋으신가요</a:t>
            </a:r>
            <a:r>
              <a:rPr lang="en-US" altLang="ko-KR" dirty="0"/>
              <a:t>? </a:t>
            </a:r>
            <a:r>
              <a:rPr lang="ko-KR" altLang="en-US" dirty="0"/>
              <a:t>비용은 얼마나 차이나도 하실 </a:t>
            </a:r>
            <a:r>
              <a:rPr lang="ko-KR" altLang="en-US" dirty="0" err="1"/>
              <a:t>생각이신가요</a:t>
            </a:r>
            <a:r>
              <a:rPr lang="en-US" altLang="ko-KR" dirty="0"/>
              <a:t>?</a:t>
            </a:r>
          </a:p>
          <a:p>
            <a:pPr marL="285750" indent="-285750">
              <a:buFontTx/>
              <a:buChar char="-"/>
            </a:pPr>
            <a:r>
              <a:rPr lang="ko-KR" altLang="en-US" dirty="0"/>
              <a:t>직원에게 요구하실 업무 내용은 어떤 것인가요</a:t>
            </a:r>
            <a:r>
              <a:rPr lang="en-US" altLang="ko-KR" dirty="0"/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7" y="318"/>
            <a:ext cx="17556480" cy="9875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31A266-CB0F-1425-1184-F88C047B0770}"/>
              </a:ext>
            </a:extLst>
          </p:cNvPr>
          <p:cNvSpPr txBox="1"/>
          <p:nvPr/>
        </p:nvSpPr>
        <p:spPr>
          <a:xfrm>
            <a:off x="3595551" y="1518013"/>
            <a:ext cx="12553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2025.</a:t>
            </a:r>
            <a:r>
              <a:rPr lang="ko-KR" altLang="en-US" dirty="0"/>
              <a:t> </a:t>
            </a:r>
            <a:r>
              <a:rPr lang="en-US" altLang="ko-KR" dirty="0"/>
              <a:t>5.</a:t>
            </a:r>
            <a:r>
              <a:rPr lang="ko-KR" altLang="en-US" dirty="0"/>
              <a:t> </a:t>
            </a:r>
            <a:r>
              <a:rPr lang="en-US" altLang="ko-KR" dirty="0"/>
              <a:t>4.(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B5EA5C-6540-8652-70AC-CA86C11A10CF}"/>
              </a:ext>
            </a:extLst>
          </p:cNvPr>
          <p:cNvSpPr txBox="1"/>
          <p:nvPr/>
        </p:nvSpPr>
        <p:spPr>
          <a:xfrm>
            <a:off x="3595551" y="2432413"/>
            <a:ext cx="125534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무인점포</a:t>
            </a:r>
            <a:r>
              <a:rPr lang="ko-KR" altLang="en-US" dirty="0"/>
              <a:t> 주인들은 사람을 구하기 위해서 주 </a:t>
            </a:r>
            <a:r>
              <a:rPr lang="en-US" altLang="ko-KR" dirty="0"/>
              <a:t>3</a:t>
            </a:r>
            <a:r>
              <a:rPr lang="ko-KR" altLang="en-US" dirty="0"/>
              <a:t>만원 이상 </a:t>
            </a:r>
            <a:r>
              <a:rPr lang="ko-KR" altLang="en-US" dirty="0" err="1"/>
              <a:t>쓰려할</a:t>
            </a:r>
            <a:r>
              <a:rPr lang="ko-KR" altLang="en-US" dirty="0"/>
              <a:t>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442D4-AEB8-DF35-602A-852E05733A7D}"/>
              </a:ext>
            </a:extLst>
          </p:cNvPr>
          <p:cNvSpPr txBox="1"/>
          <p:nvPr/>
        </p:nvSpPr>
        <p:spPr>
          <a:xfrm>
            <a:off x="3595551" y="6015626"/>
            <a:ext cx="608184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건당의</a:t>
            </a:r>
            <a:r>
              <a:rPr lang="ko-KR" altLang="en-US" dirty="0"/>
              <a:t> 형식으로 수수료를 지급하기 원함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주 </a:t>
            </a:r>
            <a:r>
              <a:rPr lang="en-US" altLang="ko-KR" dirty="0"/>
              <a:t>1</a:t>
            </a:r>
            <a:r>
              <a:rPr lang="ko-KR" altLang="en-US" dirty="0"/>
              <a:t>회 정도 직접 확인하여 하고 있음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비용 없이 당근을 통해서 알바생을 구하였음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계약서를 쓰고 있지 않아서 </a:t>
            </a:r>
            <a:r>
              <a:rPr lang="ko-KR" altLang="en-US" dirty="0" err="1"/>
              <a:t>도급직</a:t>
            </a:r>
            <a:r>
              <a:rPr lang="ko-KR" altLang="en-US" dirty="0"/>
              <a:t> 계약서가 있다면 좋을 것이라 생각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관리 외에도 </a:t>
            </a:r>
            <a:r>
              <a:rPr lang="ko-KR" altLang="en-US" dirty="0" err="1"/>
              <a:t>시공업체등</a:t>
            </a:r>
            <a:r>
              <a:rPr lang="ko-KR" altLang="en-US" dirty="0"/>
              <a:t> 직접 하지 못하는 다양한 것들을 해결해 줬으면 함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391E0D-29D5-4383-122B-E6881FADDDA4}"/>
              </a:ext>
            </a:extLst>
          </p:cNvPr>
          <p:cNvSpPr txBox="1"/>
          <p:nvPr/>
        </p:nvSpPr>
        <p:spPr>
          <a:xfrm>
            <a:off x="10244001" y="6015626"/>
            <a:ext cx="60818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전자기기 </a:t>
            </a:r>
            <a:r>
              <a:rPr lang="ko-KR" altLang="en-US" dirty="0" err="1"/>
              <a:t>사용등의</a:t>
            </a:r>
            <a:r>
              <a:rPr lang="ko-KR" altLang="en-US" dirty="0"/>
              <a:t> 이유로 </a:t>
            </a:r>
            <a:r>
              <a:rPr lang="en-US" altLang="ko-KR" dirty="0"/>
              <a:t>60</a:t>
            </a:r>
            <a:r>
              <a:rPr lang="ko-KR" altLang="en-US" dirty="0"/>
              <a:t>대 이상을 원하지 않음</a:t>
            </a:r>
            <a:endParaRPr lang="en-US" altLang="ko-KR" dirty="0"/>
          </a:p>
          <a:p>
            <a:r>
              <a:rPr lang="ko-KR" altLang="en-US" dirty="0"/>
              <a:t>    </a:t>
            </a:r>
            <a:r>
              <a:rPr lang="en-US" altLang="ko-KR" dirty="0"/>
              <a:t>-&gt;</a:t>
            </a:r>
            <a:r>
              <a:rPr lang="ko-KR" altLang="en-US" dirty="0"/>
              <a:t> 교육이 필요함과 굳이 장년층이 일함을 </a:t>
            </a:r>
            <a:r>
              <a:rPr lang="ko-KR" altLang="en-US" dirty="0" err="1"/>
              <a:t>무인점포</a:t>
            </a:r>
            <a:r>
              <a:rPr lang="ko-KR" altLang="en-US" dirty="0"/>
              <a:t> 주인들이 모르게 해야 함</a:t>
            </a:r>
            <a:endParaRPr lang="en-US" altLang="ko-KR" dirty="0"/>
          </a:p>
          <a:p>
            <a:r>
              <a:rPr lang="en-US" altLang="ko-KR" dirty="0"/>
              <a:t>2.</a:t>
            </a:r>
            <a:r>
              <a:rPr lang="ko-KR" altLang="en-US" dirty="0"/>
              <a:t> 다른 </a:t>
            </a:r>
            <a:r>
              <a:rPr lang="ko-KR" altLang="en-US" dirty="0" err="1"/>
              <a:t>페인포인트를</a:t>
            </a:r>
            <a:r>
              <a:rPr lang="ko-KR" altLang="en-US" dirty="0"/>
              <a:t> 활용하여 이 서비스를 연결하면 좋을 것임</a:t>
            </a:r>
            <a:r>
              <a:rPr lang="en-US" altLang="ko-KR" dirty="0"/>
              <a:t>(</a:t>
            </a:r>
            <a:r>
              <a:rPr lang="ko-KR" altLang="en-US" dirty="0"/>
              <a:t>계약서</a:t>
            </a:r>
            <a:r>
              <a:rPr lang="en-US" altLang="ko-KR" dirty="0"/>
              <a:t>,</a:t>
            </a:r>
            <a:r>
              <a:rPr lang="ko-KR" altLang="en-US" dirty="0"/>
              <a:t> 세금</a:t>
            </a:r>
            <a:r>
              <a:rPr lang="en-US" altLang="ko-KR" dirty="0"/>
              <a:t>,</a:t>
            </a:r>
            <a:r>
              <a:rPr lang="ko-KR" altLang="en-US" dirty="0"/>
              <a:t> 시공업체</a:t>
            </a:r>
            <a:r>
              <a:rPr lang="en-US" altLang="ko-KR" dirty="0"/>
              <a:t>,</a:t>
            </a:r>
            <a:r>
              <a:rPr lang="ko-KR" altLang="en-US" dirty="0"/>
              <a:t> 보안 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</a:t>
            </a:r>
            <a:r>
              <a:rPr lang="ko-KR" altLang="en-US" dirty="0"/>
              <a:t> 수수료 형식을 건당으로 지급할 수 있는 </a:t>
            </a:r>
            <a:r>
              <a:rPr lang="ko-KR" altLang="en-US" dirty="0" err="1"/>
              <a:t>도급직</a:t>
            </a:r>
            <a:r>
              <a:rPr lang="ko-KR" altLang="en-US" dirty="0"/>
              <a:t> 형식 활용 괜찮음</a:t>
            </a:r>
            <a:endParaRPr lang="en-US" altLang="ko-KR" dirty="0"/>
          </a:p>
          <a:p>
            <a:r>
              <a:rPr lang="en-US" altLang="ko-KR" dirty="0"/>
              <a:t>4.</a:t>
            </a:r>
            <a:r>
              <a:rPr lang="ko-KR" altLang="en-US" dirty="0"/>
              <a:t> 리스트를 통한 업무 형식화 필요함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D0D39-659D-10D8-66EA-0D13EBEDE035}"/>
              </a:ext>
            </a:extLst>
          </p:cNvPr>
          <p:cNvSpPr txBox="1"/>
          <p:nvPr/>
        </p:nvSpPr>
        <p:spPr>
          <a:xfrm>
            <a:off x="3595551" y="3904746"/>
            <a:ext cx="121587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무인점포</a:t>
            </a:r>
            <a:r>
              <a:rPr lang="ko-KR" altLang="en-US" dirty="0"/>
              <a:t> 주인들은 사람을 구하기 위해서 주 </a:t>
            </a:r>
            <a:r>
              <a:rPr lang="en-US" altLang="ko-KR" dirty="0"/>
              <a:t>3</a:t>
            </a:r>
            <a:r>
              <a:rPr lang="ko-KR" altLang="en-US" dirty="0"/>
              <a:t>만원 이상 </a:t>
            </a:r>
            <a:r>
              <a:rPr lang="ko-KR" altLang="en-US" dirty="0" err="1"/>
              <a:t>쓰려할</a:t>
            </a:r>
            <a:r>
              <a:rPr lang="ko-KR" altLang="en-US" dirty="0"/>
              <a:t> 것이다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r>
              <a:rPr lang="en-US" altLang="ko-KR" dirty="0"/>
              <a:t>(o)</a:t>
            </a:r>
          </a:p>
          <a:p>
            <a:pPr marL="342900" indent="-342900">
              <a:buAutoNum type="arabicPeriod"/>
            </a:pPr>
            <a:r>
              <a:rPr lang="en-US" altLang="ko-KR" dirty="0"/>
              <a:t>60</a:t>
            </a:r>
            <a:r>
              <a:rPr lang="ko-KR" altLang="en-US" dirty="0"/>
              <a:t>대 이상인 구직자도 활용하려 할 것이다</a:t>
            </a:r>
            <a:r>
              <a:rPr lang="en-US" altLang="ko-KR" dirty="0"/>
              <a:t>.(x)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자동화를 위해서 사람을 고용하려 할 것이다</a:t>
            </a:r>
            <a:r>
              <a:rPr lang="en-US" altLang="ko-KR" dirty="0"/>
              <a:t>.(o)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360</Words>
  <Application>Microsoft Macintosh PowerPoint</Application>
  <PresentationFormat>사용자 지정</PresentationFormat>
  <Paragraphs>46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워크북v2</dc:title>
  <dc:subject>Presentation</dc:subject>
  <dc:creator>mangoboard.net_48059005</dc:creator>
  <cp:lastModifiedBy>승연 곽</cp:lastModifiedBy>
  <cp:revision>2</cp:revision>
  <dcterms:created xsi:type="dcterms:W3CDTF">2025-04-24T06:43:19Z</dcterms:created>
  <dcterms:modified xsi:type="dcterms:W3CDTF">2025-05-04T12:49:33Z</dcterms:modified>
</cp:coreProperties>
</file>
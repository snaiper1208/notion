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2" r:id="rId6"/>
    <p:sldId id="263" r:id="rId7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3109"/>
        <p:guide pos="55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5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3618864" y="2318385"/>
            <a:ext cx="12772160" cy="36576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발목 밴드가 클로그 착용에 미치는 영향과 지비츠의 유행 이유 분석를 통한 다이얼 지비츠의 유용성 검토 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3618864" y="3343044"/>
            <a:ext cx="12772160" cy="117942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착용자를 대상으로 발목 밴드 활용 방식과 활용도를 확인하고</a:t>
            </a:r>
            <a:r>
              <a:rPr lang="en-US" altLang="ko-KR"/>
              <a:t>,</a:t>
            </a:r>
            <a:r>
              <a:rPr lang="ko-KR" altLang="en-US"/>
              <a:t> 이를 바탕으로 발목 밴드의 개선 필요성이 있는지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확인한다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착용자 중 신발 꾸미기 아이템인 지비츠를 사용하는 사람들의 비율과 사용하는 이유 등을 파악하고</a:t>
            </a:r>
            <a:r>
              <a:rPr lang="en-US" altLang="ko-KR"/>
              <a:t>,</a:t>
            </a:r>
            <a:r>
              <a:rPr lang="ko-KR" altLang="en-US"/>
              <a:t> 클로그가 아닌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다이얼 운동화 등에서 다이얼을 이용한 신발 꾸미기가 이용될 수 있는 가능성을 알아본다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3618864" y="5161453"/>
            <a:ext cx="12772160" cy="63736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클로그를 현재 착용하거나 착용한 경험이 있는 사람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어린 자녀가 있고 자녀도 클로그를 보유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3618864" y="6907703"/>
            <a:ext cx="12772160" cy="91041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일시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2025.</a:t>
            </a:r>
            <a:r>
              <a:rPr lang="ko-KR" altLang="en-US"/>
              <a:t> </a:t>
            </a:r>
            <a:r>
              <a:rPr lang="en-US" altLang="ko-KR"/>
              <a:t>05.</a:t>
            </a:r>
            <a:r>
              <a:rPr lang="ko-KR" altLang="en-US"/>
              <a:t> </a:t>
            </a:r>
            <a:r>
              <a:rPr lang="en-US" altLang="ko-KR"/>
              <a:t>03.</a:t>
            </a:r>
            <a:r>
              <a:rPr lang="ko-KR" altLang="en-US"/>
              <a:t> </a:t>
            </a:r>
            <a:r>
              <a:rPr lang="en-US" altLang="ko-KR"/>
              <a:t>20:00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소요시간 </a:t>
            </a:r>
            <a:r>
              <a:rPr lang="en-US" altLang="ko-KR"/>
              <a:t>: 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방식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SNS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3633287" y="5132590"/>
            <a:ext cx="12743295" cy="255218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착용시 발목 밴드를 내려서 샌들처럼 신는 것을 선호하나요</a:t>
            </a:r>
            <a:r>
              <a:rPr lang="en-US" altLang="ko-KR"/>
              <a:t>,</a:t>
            </a:r>
            <a:r>
              <a:rPr lang="ko-KR" altLang="en-US"/>
              <a:t> 올려서 슬리퍼처럼 신는 것을 선호하나요</a:t>
            </a:r>
            <a:r>
              <a:rPr lang="en-US" altLang="ko-KR"/>
              <a:t>?</a:t>
            </a:r>
            <a:r>
              <a:rPr lang="ko-KR" altLang="en-US"/>
              <a:t> 필요에 따라       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착용 방법이 다른가요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발목 밴드를 내려서 샌들처럼 신으면 안정감이 드나요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벨크로</a:t>
            </a:r>
            <a:r>
              <a:rPr lang="en-US" altLang="ko-KR"/>
              <a:t>(</a:t>
            </a:r>
            <a:r>
              <a:rPr lang="ko-KR" altLang="en-US"/>
              <a:t>찍찍이</a:t>
            </a:r>
            <a:r>
              <a:rPr lang="en-US" altLang="ko-KR"/>
              <a:t>)</a:t>
            </a:r>
            <a:r>
              <a:rPr lang="ko-KR" altLang="en-US"/>
              <a:t>로 발목 밴드의 길이를 조절할 수 있는 제품의 구입을 고려하거나 구입해서 착용한 경험이 있나요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벨크로 제품을 착용한 경험이 있다면 발목 밴드 기능에 만족하나요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자녀의 클로그 구입 이유는 무엇인가요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착용시 지비츠도 사용하나요</a:t>
            </a:r>
            <a:r>
              <a:rPr lang="en-US" altLang="ko-KR"/>
              <a:t>?</a:t>
            </a:r>
            <a:r>
              <a:rPr lang="ko-KR" altLang="en-US"/>
              <a:t> 그 이유는 무엇인가요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만약 다이얼 운동화의 다이얼을 지비츠처럼 이용할 수 있다면 클로그가 아닌 다이얼이 달린 다른 신발에서도 신발 꾸미기를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  할 의향이 있나요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4" name="가로 글상자 3"/>
          <p:cNvSpPr txBox="1"/>
          <p:nvPr/>
        </p:nvSpPr>
        <p:spPr>
          <a:xfrm>
            <a:off x="3633287" y="2347248"/>
            <a:ext cx="12743294" cy="118491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어린 자녀를 키우고 있는 </a:t>
            </a:r>
            <a:r>
              <a:rPr lang="en-US" altLang="ko-KR"/>
              <a:t>30~40</a:t>
            </a:r>
            <a:r>
              <a:rPr lang="ko-KR" altLang="en-US"/>
              <a:t>대 남성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평소 클로그를 자주 착용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본인뿐 아니라 어린 자녀들도 클로그를 보유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가족들과 캠핑</a:t>
            </a:r>
            <a:r>
              <a:rPr lang="en-US" altLang="ko-KR"/>
              <a:t>,</a:t>
            </a:r>
            <a:r>
              <a:rPr lang="ko-KR" altLang="en-US"/>
              <a:t> 피크닉 등의 여가 활동을 즐김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3546706" y="1322589"/>
            <a:ext cx="12959775" cy="36143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- 2025.05.03.</a:t>
            </a:r>
            <a:r>
              <a:rPr lang="ko-KR" altLang="en-US"/>
              <a:t> </a:t>
            </a:r>
            <a:r>
              <a:rPr lang="en-US" altLang="ko-KR"/>
              <a:t>/ 1</a:t>
            </a:r>
            <a:r>
              <a:rPr lang="ko-KR" altLang="en-US"/>
              <a:t>명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SNS</a:t>
            </a:r>
            <a:r>
              <a:rPr lang="ko-KR" altLang="en-US"/>
              <a:t>를 통한 설문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3546706" y="2275089"/>
            <a:ext cx="12959776" cy="36143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애용자 중 </a:t>
            </a:r>
            <a:r>
              <a:rPr lang="en-US" altLang="ko-KR"/>
              <a:t>10%</a:t>
            </a:r>
            <a:r>
              <a:rPr lang="ko-KR" altLang="en-US"/>
              <a:t> 이상은 발목 밴드의 기능을 효과적으로 개선한 우리 클록그 제품에 관심을 가질 것이다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3546704" y="3833726"/>
            <a:ext cx="12959776" cy="17364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착용시 특별히 필요한 경우가 아니면 발목 밴드를 내려서 신지 않음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발목 밴드를 내려서 신게될 경우 뒷발목이 쓸리는 경우가  있어서 더욱 내려서 신지 않게 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올려서 신는 것보다는 낫지만</a:t>
            </a:r>
            <a:r>
              <a:rPr lang="en-US" altLang="ko-KR"/>
              <a:t>,</a:t>
            </a:r>
            <a:r>
              <a:rPr lang="ko-KR" altLang="en-US"/>
              <a:t> 발목 밴드를 내려서 신는다고 안정감이 들지는 않음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벨크로 제품을 착용하는데 발목 밴드 기능 사용은 가끔하지만 그 성능은 대체로 만족함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클로그에서 지비츠를 사용하고 있지만</a:t>
            </a:r>
            <a:r>
              <a:rPr lang="en-US" altLang="ko-KR"/>
              <a:t>,</a:t>
            </a:r>
            <a:r>
              <a:rPr lang="ko-KR" altLang="en-US"/>
              <a:t> 다이얼 운동화 같은 신발에서는 다이얼 지비츠를 사용하지 않을것 같음</a:t>
            </a:r>
            <a:r>
              <a:rPr lang="en-US" altLang="ko-KR"/>
              <a:t>.</a:t>
            </a:r>
            <a:r>
              <a:rPr lang="ko-KR" altLang="en-US"/>
              <a:t> 디자인에 민감한 사람들은 사용할 것 같다는 반응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3546706" y="5955203"/>
            <a:ext cx="6393295" cy="64371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길이 조절이 가능한 기능적 측면이 아닌</a:t>
            </a:r>
            <a:r>
              <a:rPr lang="en-US" altLang="ko-KR"/>
              <a:t>,</a:t>
            </a:r>
            <a:r>
              <a:rPr lang="ko-KR" altLang="en-US"/>
              <a:t> 디자인 측면만 보고 벨크로 제품을 착용하는 경우가 있다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10026594" y="5955203"/>
            <a:ext cx="6479887" cy="11866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발목 밴드와 뒷발목이 닿는 부분이 쓸리지 않도록 소재와 형태를 신경 쓸 필요가 있다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발목 밴드는 발목을 잡아주는 기능적 측면이 아닌 클로그의 디자인적 요소로서도 중요한 역할을 한다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336</ep:Words>
  <ep:PresentationFormat>On-screen Show (16:9)</ep:PresentationFormat>
  <ep:Paragraphs>33</ep:Paragraphs>
  <ep:Slides>5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2025-04-24T06:43:19.000</dcterms:created>
  <dc:creator>mangoboard.net_48059005</dc:creator>
  <cp:lastModifiedBy>A</cp:lastModifiedBy>
  <dcterms:modified xsi:type="dcterms:W3CDTF">2025-05-03T14:15:33.487</dcterms:modified>
  <cp:revision>37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
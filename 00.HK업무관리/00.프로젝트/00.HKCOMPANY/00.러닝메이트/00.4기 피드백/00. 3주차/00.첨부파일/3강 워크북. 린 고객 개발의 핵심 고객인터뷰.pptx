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62" r:id="rId4"/>
    <p:sldId id="263" r:id="rId5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094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6C524CA-CA78-6DF3-736C-4ADBF3CE1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838233"/>
              </p:ext>
            </p:extLst>
          </p:nvPr>
        </p:nvGraphicFramePr>
        <p:xfrm>
          <a:off x="4275438" y="2103120"/>
          <a:ext cx="10157254" cy="2834640"/>
        </p:xfrm>
        <a:graphic>
          <a:graphicData uri="http://schemas.openxmlformats.org/drawingml/2006/table">
            <a:tbl>
              <a:tblPr/>
              <a:tblGrid>
                <a:gridCol w="1972419">
                  <a:extLst>
                    <a:ext uri="{9D8B030D-6E8A-4147-A177-3AD203B41FA5}">
                      <a16:colId xmlns:a16="http://schemas.microsoft.com/office/drawing/2014/main" val="810223976"/>
                    </a:ext>
                  </a:extLst>
                </a:gridCol>
                <a:gridCol w="8184835">
                  <a:extLst>
                    <a:ext uri="{9D8B030D-6E8A-4147-A177-3AD203B41FA5}">
                      <a16:colId xmlns:a16="http://schemas.microsoft.com/office/drawing/2014/main" val="210270557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ko-KR" altLang="en-US" sz="1800" dirty="0"/>
                        <a:t>항목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/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6450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ko-KR" altLang="en-US" sz="1800" dirty="0"/>
                        <a:t>업종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/>
                        <a:t>음식점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카페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미용실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병원 등 예약 기반 운영 업종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54797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ko-KR" altLang="en-US" sz="1800" dirty="0"/>
                        <a:t>점포 형태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800"/>
                        <a:t>1</a:t>
                      </a:r>
                      <a:r>
                        <a:rPr lang="ko-KR" altLang="en-US" sz="1800"/>
                        <a:t>인 혹은 소규모 자영업 </a:t>
                      </a:r>
                      <a:r>
                        <a:rPr lang="en-US" altLang="ko-KR" sz="1800"/>
                        <a:t>(</a:t>
                      </a:r>
                      <a:r>
                        <a:rPr lang="ko-KR" altLang="en-US" sz="1800"/>
                        <a:t>프랜차이즈 또는 개인 매장 모두 포함</a:t>
                      </a:r>
                      <a:r>
                        <a:rPr lang="en-US" altLang="ko-KR" sz="18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5524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ko-KR" altLang="en-US" sz="1800"/>
                        <a:t>운영 경력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/>
                        <a:t>최소 </a:t>
                      </a:r>
                      <a:r>
                        <a:rPr lang="en-US" altLang="ko-KR" sz="1800" dirty="0"/>
                        <a:t>6</a:t>
                      </a:r>
                      <a:r>
                        <a:rPr lang="ko-KR" altLang="en-US" sz="1800" dirty="0"/>
                        <a:t>개월 이상 점포 운영 중인 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3206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ko-KR" altLang="en-US" sz="1800"/>
                        <a:t>노쇼 경험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/>
                        <a:t>최근 </a:t>
                      </a:r>
                      <a:r>
                        <a:rPr lang="en-US" altLang="ko-KR" sz="1800" dirty="0"/>
                        <a:t>6</a:t>
                      </a:r>
                      <a:r>
                        <a:rPr lang="ko-KR" altLang="en-US" sz="1800" dirty="0"/>
                        <a:t>개월 이내 </a:t>
                      </a:r>
                      <a:r>
                        <a:rPr lang="en-US" altLang="ko-KR" sz="1800" dirty="0"/>
                        <a:t>1</a:t>
                      </a:r>
                      <a:r>
                        <a:rPr lang="ko-KR" altLang="en-US" sz="1800" dirty="0"/>
                        <a:t>회 이상 </a:t>
                      </a:r>
                      <a:r>
                        <a:rPr lang="ko-KR" altLang="en-US" sz="1800" dirty="0" err="1"/>
                        <a:t>노쇼</a:t>
                      </a:r>
                      <a:r>
                        <a:rPr lang="ko-KR" altLang="en-US" sz="1800" dirty="0"/>
                        <a:t> 피해 경험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7918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ko-KR" altLang="en-US" sz="1800"/>
                        <a:t>예약 방식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/>
                        <a:t>전화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카카오톡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네이버 예약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자체 앱 등 다양한 방식 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80713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ko-KR" altLang="en-US" sz="1800"/>
                        <a:t>기술 활용도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800" dirty="0"/>
                        <a:t>POS, </a:t>
                      </a:r>
                      <a:r>
                        <a:rPr lang="ko-KR" altLang="en-US" sz="1800" dirty="0"/>
                        <a:t>매출 분석 앱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예약 관리 시스템에 대한 관심 또는 활용 경험 보유자 우대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13363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EACBC5-E4B6-C81D-6676-A54A0BE792BF}"/>
              </a:ext>
            </a:extLst>
          </p:cNvPr>
          <p:cNvSpPr txBox="1"/>
          <p:nvPr/>
        </p:nvSpPr>
        <p:spPr>
          <a:xfrm>
            <a:off x="3699305" y="5160046"/>
            <a:ext cx="1274290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dirty="0"/>
              <a:t>1. </a:t>
            </a:r>
            <a:r>
              <a:rPr lang="ko-KR" altLang="en-US" dirty="0"/>
              <a:t>도입 단계 </a:t>
            </a:r>
            <a:r>
              <a:rPr lang="en-US" altLang="ko-KR" dirty="0"/>
              <a:t>– </a:t>
            </a:r>
            <a:r>
              <a:rPr lang="ko-KR" altLang="en-US" dirty="0"/>
              <a:t>아이스 브레이킹 및 배경 이해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간단히 자기소개 부탁드립니다</a:t>
            </a:r>
            <a:r>
              <a:rPr lang="en-US" altLang="ko-KR" dirty="0"/>
              <a:t>. (</a:t>
            </a:r>
            <a:r>
              <a:rPr lang="ko-KR" altLang="en-US" dirty="0"/>
              <a:t>점포 위치</a:t>
            </a:r>
            <a:r>
              <a:rPr lang="en-US" altLang="ko-KR" dirty="0"/>
              <a:t>, </a:t>
            </a:r>
            <a:r>
              <a:rPr lang="ko-KR" altLang="en-US" dirty="0"/>
              <a:t>업종</a:t>
            </a:r>
            <a:r>
              <a:rPr lang="en-US" altLang="ko-KR" dirty="0"/>
              <a:t>, </a:t>
            </a:r>
            <a:r>
              <a:rPr lang="ko-KR" altLang="en-US" dirty="0"/>
              <a:t>운영 기간 등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현재 어떤 방식으로 예약을 받고 </a:t>
            </a:r>
            <a:r>
              <a:rPr lang="ko-KR" altLang="en-US" dirty="0" err="1"/>
              <a:t>계신가요</a:t>
            </a:r>
            <a:r>
              <a:rPr lang="en-US" altLang="ko-KR" dirty="0"/>
              <a:t>? (</a:t>
            </a:r>
            <a:r>
              <a:rPr lang="ko-KR" altLang="en-US" dirty="0"/>
              <a:t>전화</a:t>
            </a:r>
            <a:r>
              <a:rPr lang="en-US" altLang="ko-KR" dirty="0"/>
              <a:t>, </a:t>
            </a:r>
            <a:r>
              <a:rPr lang="ko-KR" altLang="en-US" dirty="0"/>
              <a:t>네이버 예약</a:t>
            </a:r>
            <a:r>
              <a:rPr lang="en-US" altLang="ko-KR" dirty="0"/>
              <a:t>, </a:t>
            </a:r>
            <a:r>
              <a:rPr lang="ko-KR" altLang="en-US" dirty="0"/>
              <a:t>오픈채팅 등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하루 평균 예약 고객 수는 어느 정도인가요</a:t>
            </a:r>
            <a:r>
              <a:rPr lang="en-US" altLang="ko-KR" dirty="0"/>
              <a:t>?</a:t>
            </a:r>
          </a:p>
          <a:p>
            <a:pPr>
              <a:buNone/>
            </a:pPr>
            <a:r>
              <a:rPr lang="en-US" altLang="ko-KR" dirty="0"/>
              <a:t>2. </a:t>
            </a:r>
            <a:r>
              <a:rPr lang="ko-KR" altLang="en-US" dirty="0"/>
              <a:t>문제 인식 단계 </a:t>
            </a:r>
            <a:r>
              <a:rPr lang="en-US" altLang="ko-KR" dirty="0"/>
              <a:t>– </a:t>
            </a:r>
            <a:r>
              <a:rPr lang="ko-KR" altLang="en-US" dirty="0" err="1"/>
              <a:t>노쇼</a:t>
            </a:r>
            <a:r>
              <a:rPr lang="ko-KR" altLang="en-US" dirty="0"/>
              <a:t> 경험 및 영향 파악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</a:t>
            </a:r>
            <a:r>
              <a:rPr lang="ko-KR" altLang="en-US" dirty="0" err="1"/>
              <a:t>노쇼</a:t>
            </a:r>
            <a:r>
              <a:rPr lang="en-US" altLang="ko-KR" dirty="0"/>
              <a:t>(No-show)</a:t>
            </a:r>
            <a:r>
              <a:rPr lang="ko-KR" altLang="en-US" dirty="0"/>
              <a:t>는 자주 발생하나요</a:t>
            </a:r>
            <a:r>
              <a:rPr lang="en-US" altLang="ko-KR" dirty="0"/>
              <a:t>? </a:t>
            </a:r>
            <a:r>
              <a:rPr lang="ko-KR" altLang="en-US" dirty="0"/>
              <a:t>최근에 있었던 사례가 있다면 공유해주실 수 있나요</a:t>
            </a:r>
            <a:r>
              <a:rPr lang="en-US" altLang="ko-KR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</a:t>
            </a:r>
            <a:r>
              <a:rPr lang="ko-KR" altLang="en-US" dirty="0" err="1"/>
              <a:t>노쇼로</a:t>
            </a:r>
            <a:r>
              <a:rPr lang="ko-KR" altLang="en-US" dirty="0"/>
              <a:t> 인해 직접적으로 어떤 피해가 발생했나요</a:t>
            </a:r>
            <a:r>
              <a:rPr lang="en-US" altLang="ko-KR" dirty="0"/>
              <a:t>? (</a:t>
            </a:r>
            <a:r>
              <a:rPr lang="ko-KR" altLang="en-US" dirty="0"/>
              <a:t>매출 손실</a:t>
            </a:r>
            <a:r>
              <a:rPr lang="en-US" altLang="ko-KR" dirty="0"/>
              <a:t>, </a:t>
            </a:r>
            <a:r>
              <a:rPr lang="ko-KR" altLang="en-US" dirty="0"/>
              <a:t>재고 낭비</a:t>
            </a:r>
            <a:r>
              <a:rPr lang="en-US" altLang="ko-KR" dirty="0"/>
              <a:t>, </a:t>
            </a:r>
            <a:r>
              <a:rPr lang="ko-KR" altLang="en-US" dirty="0"/>
              <a:t>시간 손해 등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</a:t>
            </a:r>
            <a:r>
              <a:rPr lang="ko-KR" altLang="en-US" dirty="0" err="1"/>
              <a:t>노쇼</a:t>
            </a:r>
            <a:r>
              <a:rPr lang="ko-KR" altLang="en-US" dirty="0"/>
              <a:t> 방지를 위해 지금까지 어떤 방식으로 </a:t>
            </a:r>
            <a:r>
              <a:rPr lang="ko-KR" altLang="en-US" dirty="0" err="1"/>
              <a:t>대응해보셨나요</a:t>
            </a:r>
            <a:r>
              <a:rPr lang="en-US" altLang="ko-KR" dirty="0"/>
              <a:t>? 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예약금 </a:t>
            </a:r>
            <a:r>
              <a:rPr lang="ko-KR" altLang="en-US" dirty="0" err="1"/>
              <a:t>선결제</a:t>
            </a:r>
            <a:r>
              <a:rPr lang="en-US" altLang="ko-KR" dirty="0"/>
              <a:t>, </a:t>
            </a:r>
            <a:r>
              <a:rPr lang="ko-KR" altLang="en-US" dirty="0"/>
              <a:t>재확인 메시지 등</a:t>
            </a:r>
            <a:r>
              <a:rPr lang="en-US" altLang="ko-KR" dirty="0"/>
              <a:t>)</a:t>
            </a:r>
          </a:p>
          <a:p>
            <a:pPr>
              <a:buNone/>
            </a:pPr>
            <a:r>
              <a:rPr lang="en-US" altLang="ko-KR" dirty="0"/>
              <a:t>3. </a:t>
            </a:r>
            <a:r>
              <a:rPr lang="ko-KR" altLang="en-US" dirty="0"/>
              <a:t>니즈 파악 단계 </a:t>
            </a:r>
            <a:r>
              <a:rPr lang="en-US" altLang="ko-KR" dirty="0"/>
              <a:t>– </a:t>
            </a:r>
            <a:r>
              <a:rPr lang="ko-KR" altLang="en-US" dirty="0"/>
              <a:t>시스템 및 분석에 대한 수요 확인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현재 예약</a:t>
            </a:r>
            <a:r>
              <a:rPr lang="en-US" altLang="ko-KR" dirty="0"/>
              <a:t>/</a:t>
            </a:r>
            <a:r>
              <a:rPr lang="ko-KR" altLang="en-US" dirty="0"/>
              <a:t>매출 데이터를 기록하거나 분석하고 </a:t>
            </a:r>
            <a:r>
              <a:rPr lang="ko-KR" altLang="en-US" dirty="0" err="1"/>
              <a:t>계신가요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엑셀</a:t>
            </a:r>
            <a:r>
              <a:rPr lang="en-US" altLang="ko-KR" dirty="0"/>
              <a:t>, POS, </a:t>
            </a:r>
            <a:r>
              <a:rPr lang="ko-KR" altLang="en-US" dirty="0"/>
              <a:t>수기로 등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매출 또는 예약 현황을 보다 체계적으로 보고 싶다고 느끼신 적이 </a:t>
            </a:r>
            <a:r>
              <a:rPr lang="ko-KR" altLang="en-US" dirty="0" err="1"/>
              <a:t>있으신가요</a:t>
            </a:r>
            <a:r>
              <a:rPr lang="en-US" altLang="ko-KR" dirty="0"/>
              <a:t>?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만약 </a:t>
            </a:r>
            <a:r>
              <a:rPr lang="ko-KR" altLang="en-US" dirty="0" err="1"/>
              <a:t>노쇼</a:t>
            </a:r>
            <a:r>
              <a:rPr lang="ko-KR" altLang="en-US" dirty="0"/>
              <a:t> 패턴이나 반복 고객을 자동 분석해주는 서비스가 있다면</a:t>
            </a:r>
            <a:r>
              <a:rPr lang="en-US" altLang="ko-KR" dirty="0"/>
              <a:t>, </a:t>
            </a:r>
            <a:r>
              <a:rPr lang="ko-KR" altLang="en-US" dirty="0"/>
              <a:t>사용 의향이 </a:t>
            </a:r>
            <a:r>
              <a:rPr lang="ko-KR" altLang="en-US" dirty="0" err="1"/>
              <a:t>있으신가요</a:t>
            </a:r>
            <a:r>
              <a:rPr lang="en-US" altLang="ko-KR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어떤 조건에서 해당 서비스를 </a:t>
            </a:r>
            <a:r>
              <a:rPr lang="ko-KR" altLang="en-US" dirty="0" err="1"/>
              <a:t>유료로라도</a:t>
            </a:r>
            <a:r>
              <a:rPr lang="ko-KR" altLang="en-US" dirty="0"/>
              <a:t> 사용할 의향이 </a:t>
            </a:r>
            <a:r>
              <a:rPr lang="ko-KR" altLang="en-US" dirty="0" err="1"/>
              <a:t>있으신가요</a:t>
            </a:r>
            <a:r>
              <a:rPr lang="en-US" altLang="ko-KR" dirty="0"/>
              <a:t>?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4. </a:t>
            </a:r>
            <a:r>
              <a:rPr lang="ko-KR" altLang="en-US" dirty="0"/>
              <a:t>마무리 단계 </a:t>
            </a:r>
            <a:r>
              <a:rPr lang="en-US" altLang="ko-KR" dirty="0"/>
              <a:t>– </a:t>
            </a:r>
            <a:r>
              <a:rPr lang="ko-KR" altLang="en-US" dirty="0"/>
              <a:t>인사이트 수집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점주님 입장에서 </a:t>
            </a:r>
            <a:r>
              <a:rPr lang="ko-KR" altLang="en-US" dirty="0" err="1"/>
              <a:t>노쇼</a:t>
            </a:r>
            <a:r>
              <a:rPr lang="ko-KR" altLang="en-US" dirty="0"/>
              <a:t> 문제를 가장 효과적으로 줄일 수 있는 방법은 무엇이라고 생각하시나요</a:t>
            </a:r>
            <a:r>
              <a:rPr lang="en-US" altLang="ko-KR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앞으로 예약 관련해 가장 개선되었으면 하는 점이 있다면 무엇인가요</a:t>
            </a:r>
            <a:r>
              <a:rPr lang="en-US" altLang="ko-KR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(</a:t>
            </a:r>
            <a:r>
              <a:rPr lang="ko-KR" altLang="en-US" dirty="0"/>
              <a:t>선택</a:t>
            </a:r>
            <a:r>
              <a:rPr lang="en-US" altLang="ko-KR" dirty="0"/>
              <a:t>) </a:t>
            </a:r>
            <a:r>
              <a:rPr lang="ko-KR" altLang="en-US" dirty="0"/>
              <a:t>저희가 추후 관련 서비스를 개발할 경우</a:t>
            </a:r>
            <a:r>
              <a:rPr lang="en-US" altLang="ko-KR" dirty="0"/>
              <a:t>, </a:t>
            </a:r>
            <a:r>
              <a:rPr lang="ko-KR" altLang="en-US" dirty="0"/>
              <a:t>테스트 사용자로 참여하실 의향이 </a:t>
            </a:r>
            <a:r>
              <a:rPr lang="ko-KR" altLang="en-US" dirty="0" err="1"/>
              <a:t>있으신가요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876075-5357-144A-890D-E94191132E99}"/>
              </a:ext>
            </a:extLst>
          </p:cNvPr>
          <p:cNvSpPr txBox="1"/>
          <p:nvPr/>
        </p:nvSpPr>
        <p:spPr>
          <a:xfrm>
            <a:off x="3892378" y="1902940"/>
            <a:ext cx="131723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+mj-lt"/>
              <a:buAutoNum type="arabicPeriod"/>
            </a:pPr>
            <a:r>
              <a:rPr lang="ko-KR" altLang="en-US" dirty="0"/>
              <a:t>점주들은 </a:t>
            </a:r>
            <a:r>
              <a:rPr lang="ko-KR" altLang="en-US" dirty="0" err="1"/>
              <a:t>노쇼로</a:t>
            </a:r>
            <a:r>
              <a:rPr lang="ko-KR" altLang="en-US" dirty="0"/>
              <a:t> 인해 월평균 일정 수준 이상의 매출 손실을 경험하고 있다</a:t>
            </a:r>
            <a:r>
              <a:rPr lang="en-US" altLang="ko-KR" dirty="0"/>
              <a:t>.</a:t>
            </a:r>
            <a:endParaRPr lang="ko-KR" altLang="en-US" dirty="0"/>
          </a:p>
          <a:p>
            <a:pPr>
              <a:buFont typeface="+mj-lt"/>
              <a:buAutoNum type="arabicPeriod"/>
            </a:pPr>
            <a:r>
              <a:rPr lang="ko-KR" altLang="en-US" dirty="0" err="1"/>
              <a:t>노쇼</a:t>
            </a:r>
            <a:r>
              <a:rPr lang="ko-KR" altLang="en-US" dirty="0"/>
              <a:t> 방지를 위해 예약금</a:t>
            </a:r>
            <a:r>
              <a:rPr lang="en-US" altLang="ko-KR" dirty="0"/>
              <a:t>, </a:t>
            </a:r>
            <a:r>
              <a:rPr lang="ko-KR" altLang="en-US" dirty="0"/>
              <a:t>사전확인 메시지 등 자구책을 사용 중이지만 불편하거나 한계가 있다</a:t>
            </a:r>
            <a:r>
              <a:rPr lang="en-US" altLang="ko-KR" dirty="0"/>
              <a:t>.</a:t>
            </a:r>
            <a:endParaRPr lang="ko-KR" altLang="en-US" dirty="0"/>
          </a:p>
          <a:p>
            <a:pPr>
              <a:buFont typeface="+mj-lt"/>
              <a:buAutoNum type="arabicPeriod"/>
            </a:pPr>
            <a:r>
              <a:rPr lang="ko-KR" altLang="en-US" dirty="0" err="1"/>
              <a:t>노쇼</a:t>
            </a:r>
            <a:r>
              <a:rPr lang="ko-KR" altLang="en-US" dirty="0"/>
              <a:t> 데이터를 포함한 예약</a:t>
            </a:r>
            <a:r>
              <a:rPr lang="en-US" altLang="ko-KR" dirty="0"/>
              <a:t>/</a:t>
            </a:r>
            <a:r>
              <a:rPr lang="ko-KR" altLang="en-US" dirty="0"/>
              <a:t>매출 분석에 대한 니즈가 분명 존재한다</a:t>
            </a:r>
            <a:r>
              <a:rPr lang="en-US" altLang="ko-KR" dirty="0"/>
              <a:t>.</a:t>
            </a:r>
            <a:endParaRPr lang="ko-KR" altLang="en-US" dirty="0"/>
          </a:p>
          <a:p>
            <a:pPr>
              <a:buFont typeface="+mj-lt"/>
              <a:buAutoNum type="arabicPeriod"/>
            </a:pPr>
            <a:r>
              <a:rPr lang="ko-KR" altLang="en-US" dirty="0"/>
              <a:t>예약과 매출 데이터를 통합 관리해주는 시스템이 있다면</a:t>
            </a:r>
            <a:r>
              <a:rPr lang="en-US" altLang="ko-KR" dirty="0"/>
              <a:t>, </a:t>
            </a:r>
            <a:r>
              <a:rPr lang="ko-KR" altLang="en-US" dirty="0" err="1"/>
              <a:t>유료로라도</a:t>
            </a:r>
            <a:r>
              <a:rPr lang="ko-KR" altLang="en-US" dirty="0"/>
              <a:t> 사용할 의향이 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FFAB186-E392-FDEA-E831-C82238F52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195" y="3460972"/>
            <a:ext cx="978655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총 인터뷰 대상자: 5명 (카페 2, 미용실 1, 음식점 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공통적으로 최근 1~2개월 내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노쇼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발생 경험이 있음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예약금 사전결제 도입을 시도했으나 고객 불편 및 예약 감소로 중단한 사례 존재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대부분 예약 내역을 수기로 관리하거나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POS에서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일부 조회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예약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취소율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요일별 예약 편차,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노쇼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빈도 등은 파악하고 싶지만 분석 시스템 부재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C363B634-E45F-AA72-D26B-13234D4F7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1162" y="6685876"/>
            <a:ext cx="656691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예약 시스템을 도입하더라도, 매출과 자동 연동되지 않으면 실질적 활용이 어렵다고 느낌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일부 점주는 노쇼보다도 “갑작스러운 당일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취소”를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더 심각한 문제로 인식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예약 시스템에서 제공되는 통계는 너무 단순하거나, 상세 분석은 엑셀로 따로 해야 해서 번거로움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노쇼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고객 재방문 여부나 고객 유형(단골/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비단골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에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따른 통계에 관심이 있음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8FB75C59-1A1B-5FA1-C93B-CEDF1A3FA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6292" y="5997527"/>
            <a:ext cx="877808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노쇼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피해는 단순 매출 손실을 넘어 '운영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불확실성'을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유발한다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단순 매출 외에도 인건비 낭비, 재고 준비, 기회손실 등이 발생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“오늘 몇 테이블이 나갈지 몰라서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불안하다”는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정서적 피로감 존재</a:t>
            </a:r>
            <a:b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예약금 제도는 효과적이지만, 고객 거부감이 커 실제 운영이 어렵다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예약금 요구 시 고객 이탈 우려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일부 점주는 “단골만 예약금 없이 받고, 처음 오는 손님은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선결제”처럼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분리 운영 중</a:t>
            </a:r>
            <a:b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데이터 분석의 필요성은 느끼지만, 현실적으로 어렵다고 생각한다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"필요하긴 한데 어떻게 해야 할지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모르겠다"는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반응 다수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POS나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예약 시스템에서 기본적인 정보는 제공되지만,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노쇼율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취소율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재방문 여부 등은 수동 분석 필요</a:t>
            </a:r>
            <a:b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노쇼보다 더 빈번한 문제는 ‘당일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취소’와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‘연락 없는 지각’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인터뷰 도중 “노쇼보다 더 짜증 나는 건 연락도 없이 20~30분 늦게 오는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경우”라는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언급 다수</a:t>
            </a:r>
            <a:b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점주들은 ‘고객 신뢰 기반 관리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시스템’에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니즈를 보인다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고객별 방문 횟수, 취소/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노쇼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이력 등 신뢰도 기반 등급 표시 제안에 긍정 반응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“단골은 그냥 믿고 받고, 신규 고객은 신뢰 점수가 보이면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좋겠다”는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의견 도출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단순한 통계보다, ‘행동 유도형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시스템’에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더 매력을 느낌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단순한 수치 제공보다는, “이 요일에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노쇼율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높으니 사전 메시지 추천” 등 실행 가능한 액션이 있으면 좋겠다는 의견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709</Words>
  <Application>Microsoft Office PowerPoint</Application>
  <PresentationFormat>사용자 지정</PresentationFormat>
  <Paragraphs>64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승환 현</cp:lastModifiedBy>
  <cp:revision>4</cp:revision>
  <dcterms:created xsi:type="dcterms:W3CDTF">2025-04-24T06:43:19Z</dcterms:created>
  <dcterms:modified xsi:type="dcterms:W3CDTF">2025-04-30T08:40:52Z</dcterms:modified>
</cp:coreProperties>
</file>
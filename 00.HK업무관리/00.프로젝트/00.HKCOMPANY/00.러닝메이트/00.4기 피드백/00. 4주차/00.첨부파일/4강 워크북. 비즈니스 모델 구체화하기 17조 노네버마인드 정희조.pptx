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1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808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323BF97-7216-F02D-846A-63613EFEC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2308" y="1918997"/>
            <a:ext cx="322595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1인 크리에이터,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유튜버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틱톡커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인스타그램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숏폼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콘텐츠 제작자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중소기업(제품 홍보 영상 필요 기업)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마케팅 대행사, 교육 기관, 공공기관 등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752140A-E7CE-FB14-45CD-9C3D6056E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5565" y="1918997"/>
            <a:ext cx="352628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빠르고 전문적인 영상 편집 결과물 제공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기획부터 자막, 배경음악, 썸네일까지 원스톱 서비스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저렴하고 투명한 가격 체계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고객 성향과 콘텐츠 스타일에 맞춘 커스터마이징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정기 편집 패키지로 안정적인 콘텐츠 제작 지원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672EB34-BE00-80D0-0D99-44E0A50D2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9465" y="4320627"/>
            <a:ext cx="315294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공식 웹사이트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인스타그램, 유튜브,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틱톡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등 SNS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네이버 블로그 및 카페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프리랜서 플랫폼(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크몽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탈잉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숨고 등)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이메일 마케팅 /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유튜버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대상 광고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FB0938F-706E-4FD7-5081-7F922089A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335" y="1943635"/>
            <a:ext cx="272444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프리랜서 편집자 및 외주 인력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영상 제작/기획 파트너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음원/이미지 라이선스 제공 업체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플랫폼 광고 대행사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개발 파트너(웹사이트, 자동화 툴 등)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AD8DE29D-93DD-86E7-B1C6-F7B4CF10F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335" y="6944887"/>
            <a:ext cx="495156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인건비(편집자 급여,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외주비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등)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소프트웨어 및 장비 유지비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마케팅 및 광고 비용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플랫폼 및 웹사이트 운영비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고객 대응 및 프로젝트 관리 인건비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5CA2DCF3-1A9B-0941-D0BD-AE11CD7CC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4733" y="6977181"/>
            <a:ext cx="574372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영상 건별 정액 요금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정기 구독 모델(월 몇 편 기준 정기 편집 서비스)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고급 기능 추가 요금(모션그래픽, 3D, 애니메이션 등)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프리미엄 급행 편집 서비스 요금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B2B 기업 영상 패키지 계약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A184EE7C-9D2D-25E9-D501-F8D79E469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3752" y="4483373"/>
            <a:ext cx="271159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편집 인력 및 전문가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고객 데이터 및 콘텐츠 스타일 DB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매뉴얼화된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프로세스 및 템플릿 자산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5A30A0A2-8069-2F53-7793-4353E3AC7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5111" y="1761389"/>
            <a:ext cx="359012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고객 요청에 따른 영상 편집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고객 요구사항 파악 및 스타일 매칭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콘텐츠 기획 및 썸네일 제작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플랫폼 운영 및 마케팅 콘텐츠 제작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파트너십 확보 및 품질 관리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3B3C2D33-3849-083A-E802-1EDE16614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1677" y="1866065"/>
            <a:ext cx="340063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개인 맞춤형 편집 스타일 제공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고객 리뷰 및 피드백 반영 시스템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커뮤니티 운영(편집 팁, 정보 공유 등)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정기 고객 대상 할인/리워드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254</Words>
  <Application>Microsoft Office PowerPoint</Application>
  <PresentationFormat>사용자 지정</PresentationFormat>
  <Paragraphs>45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정희조</cp:lastModifiedBy>
  <cp:revision>2</cp:revision>
  <dcterms:created xsi:type="dcterms:W3CDTF">2025-04-27T10:44:52Z</dcterms:created>
  <dcterms:modified xsi:type="dcterms:W3CDTF">2025-05-10T08:18:21Z</dcterms:modified>
</cp:coreProperties>
</file>
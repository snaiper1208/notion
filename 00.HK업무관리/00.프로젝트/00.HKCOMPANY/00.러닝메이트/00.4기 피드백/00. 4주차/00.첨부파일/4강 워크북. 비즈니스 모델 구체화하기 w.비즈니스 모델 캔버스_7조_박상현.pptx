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72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2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C4CF80-7433-C205-5558-A901BD9A84D0}"/>
              </a:ext>
            </a:extLst>
          </p:cNvPr>
          <p:cNvSpPr txBox="1"/>
          <p:nvPr/>
        </p:nvSpPr>
        <p:spPr>
          <a:xfrm>
            <a:off x="14173200" y="2011680"/>
            <a:ext cx="27040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#</a:t>
            </a:r>
            <a:r>
              <a:rPr lang="ko-KR" altLang="en-US" dirty="0"/>
              <a:t>자영업자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무인점포</a:t>
            </a:r>
            <a:r>
              <a:rPr lang="ko-KR" altLang="en-US" dirty="0"/>
              <a:t> 자동화를 원하는 사람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부업으로 </a:t>
            </a:r>
            <a:r>
              <a:rPr lang="ko-KR" altLang="en-US" dirty="0" err="1"/>
              <a:t>무인점포를</a:t>
            </a:r>
            <a:r>
              <a:rPr lang="ko-KR" altLang="en-US" dirty="0"/>
              <a:t> 하는 사람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단시간 노동자 필요한 자영업자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단기간 </a:t>
            </a:r>
            <a:r>
              <a:rPr lang="ko-KR" altLang="en-US" dirty="0" err="1"/>
              <a:t>무인점포를</a:t>
            </a:r>
            <a:r>
              <a:rPr lang="ko-KR" altLang="en-US" dirty="0"/>
              <a:t> 관리해줄 사람이 필요한 사람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B1BA5-8B53-E94E-FE0C-F2ACF845CD44}"/>
              </a:ext>
            </a:extLst>
          </p:cNvPr>
          <p:cNvSpPr txBox="1"/>
          <p:nvPr/>
        </p:nvSpPr>
        <p:spPr>
          <a:xfrm>
            <a:off x="7151755" y="1734681"/>
            <a:ext cx="31809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본직적인</a:t>
            </a:r>
            <a:r>
              <a:rPr lang="ko-KR" altLang="en-US" dirty="0"/>
              <a:t> </a:t>
            </a:r>
            <a:r>
              <a:rPr lang="ko-KR" altLang="en-US" dirty="0" err="1"/>
              <a:t>무인의</a:t>
            </a:r>
            <a:r>
              <a:rPr lang="ko-KR" altLang="en-US" dirty="0"/>
              <a:t> 요구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주인의 노력</a:t>
            </a:r>
            <a:r>
              <a:rPr lang="en-US" altLang="ko-KR" dirty="0"/>
              <a:t>) </a:t>
            </a:r>
            <a:r>
              <a:rPr lang="ko-KR" altLang="en-US" dirty="0"/>
              <a:t>없이 알아서 돌아가는 구조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쉽게 구인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믿을 수 있는 점포 관리</a:t>
            </a:r>
            <a:r>
              <a:rPr lang="en-US" altLang="ko-KR" dirty="0"/>
              <a:t>(</a:t>
            </a:r>
            <a:r>
              <a:rPr lang="ko-KR" altLang="en-US" dirty="0"/>
              <a:t>인간 신뢰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체계적인 점포 관리</a:t>
            </a:r>
            <a:endParaRPr lang="en-US" altLang="ko-KR" dirty="0"/>
          </a:p>
          <a:p>
            <a:r>
              <a:rPr lang="en-US" altLang="ko-KR" dirty="0"/>
              <a:t>      (</a:t>
            </a:r>
            <a:r>
              <a:rPr lang="ko-KR" altLang="en-US" dirty="0"/>
              <a:t>체계화된 시스템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 startAt="4"/>
            </a:pPr>
            <a:r>
              <a:rPr lang="ko-KR" altLang="en-US" dirty="0"/>
              <a:t>자동으로 벌리는 돈</a:t>
            </a:r>
            <a:endParaRPr lang="en-US" altLang="ko-KR" dirty="0"/>
          </a:p>
          <a:p>
            <a:pPr marL="342900" indent="-342900">
              <a:buAutoNum type="arabicPeriod" startAt="4"/>
            </a:pPr>
            <a:r>
              <a:rPr lang="ko-KR" altLang="en-US" dirty="0"/>
              <a:t>사람을 구하는데 돈이 벌리지 않음</a:t>
            </a:r>
            <a:endParaRPr lang="en-US" altLang="ko-KR" dirty="0"/>
          </a:p>
          <a:p>
            <a:pPr marL="342900" indent="-342900">
              <a:buAutoNum type="arabicPeriod" startAt="4"/>
            </a:pPr>
            <a:r>
              <a:rPr lang="ko-KR" altLang="en-US" dirty="0"/>
              <a:t>잠시 동안 </a:t>
            </a:r>
            <a:r>
              <a:rPr lang="ko-KR" altLang="en-US" dirty="0" err="1"/>
              <a:t>걱적</a:t>
            </a:r>
            <a:r>
              <a:rPr lang="ko-KR" altLang="en-US" dirty="0"/>
              <a:t> 없이 관리를 하지 않아도 됨</a:t>
            </a:r>
            <a:r>
              <a:rPr lang="en-US" altLang="ko-KR" dirty="0"/>
              <a:t>(</a:t>
            </a:r>
            <a:r>
              <a:rPr lang="ko-KR" altLang="en-US" dirty="0"/>
              <a:t>여행</a:t>
            </a:r>
            <a:r>
              <a:rPr lang="en-US" altLang="ko-KR" dirty="0"/>
              <a:t>, </a:t>
            </a:r>
            <a:r>
              <a:rPr lang="ko-KR" altLang="en-US" dirty="0"/>
              <a:t>시험 등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 startAt="4"/>
            </a:pPr>
            <a:r>
              <a:rPr lang="ko-KR" altLang="en-US" dirty="0"/>
              <a:t>시간을 </a:t>
            </a:r>
            <a:r>
              <a:rPr lang="ko-KR" altLang="en-US" dirty="0" err="1"/>
              <a:t>아껴줌</a:t>
            </a:r>
            <a:r>
              <a:rPr lang="en-US" altLang="ko-KR" dirty="0"/>
              <a:t>(</a:t>
            </a:r>
            <a:r>
              <a:rPr lang="ko-KR" altLang="en-US" dirty="0"/>
              <a:t>구인</a:t>
            </a:r>
            <a:r>
              <a:rPr lang="en-US" altLang="ko-KR" dirty="0"/>
              <a:t>, </a:t>
            </a:r>
            <a:r>
              <a:rPr lang="ko-KR" altLang="en-US" dirty="0"/>
              <a:t>인력관리</a:t>
            </a:r>
            <a:r>
              <a:rPr lang="en-US" altLang="ko-KR" dirty="0"/>
              <a:t>, </a:t>
            </a:r>
            <a:r>
              <a:rPr lang="ko-KR" altLang="en-US" dirty="0"/>
              <a:t>매장 관리 등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EB878-F1F4-0408-B695-49823AAF55A9}"/>
              </a:ext>
            </a:extLst>
          </p:cNvPr>
          <p:cNvSpPr txBox="1"/>
          <p:nvPr/>
        </p:nvSpPr>
        <p:spPr>
          <a:xfrm>
            <a:off x="10434886" y="4382087"/>
            <a:ext cx="31809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무인가계 프랜차이즈 본사</a:t>
            </a:r>
            <a:endParaRPr lang="en-US" altLang="ko-KR" dirty="0"/>
          </a:p>
          <a:p>
            <a:r>
              <a:rPr lang="ko-KR" altLang="en-US" dirty="0"/>
              <a:t>오프라인 </a:t>
            </a:r>
            <a:r>
              <a:rPr lang="ko-KR" altLang="en-US" dirty="0" err="1"/>
              <a:t>콜드콜</a:t>
            </a:r>
            <a:r>
              <a:rPr lang="en-US" altLang="ko-KR" dirty="0"/>
              <a:t>(</a:t>
            </a:r>
            <a:r>
              <a:rPr lang="ko-KR" altLang="en-US" dirty="0"/>
              <a:t>매장 </a:t>
            </a:r>
            <a:r>
              <a:rPr lang="ko-KR" altLang="en-US" dirty="0" err="1"/>
              <a:t>컨택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온라인 광고</a:t>
            </a:r>
            <a:endParaRPr lang="en-US" altLang="ko-KR" dirty="0"/>
          </a:p>
          <a:p>
            <a:r>
              <a:rPr lang="ko-KR" altLang="en-US" dirty="0"/>
              <a:t>당근 소개</a:t>
            </a:r>
            <a:endParaRPr lang="en-US" altLang="ko-KR" dirty="0"/>
          </a:p>
          <a:p>
            <a:r>
              <a:rPr lang="ko-KR" altLang="en-US" dirty="0"/>
              <a:t>입소문</a:t>
            </a:r>
            <a:endParaRPr lang="en-US" altLang="ko-KR" dirty="0"/>
          </a:p>
          <a:p>
            <a:r>
              <a:rPr lang="ko-KR" altLang="en-US" dirty="0" err="1"/>
              <a:t>무인점포</a:t>
            </a:r>
            <a:r>
              <a:rPr lang="ko-KR" altLang="en-US" dirty="0"/>
              <a:t> 커뮤니티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7837CF-C893-136B-8FD3-D9563E28658C}"/>
              </a:ext>
            </a:extLst>
          </p:cNvPr>
          <p:cNvSpPr txBox="1"/>
          <p:nvPr/>
        </p:nvSpPr>
        <p:spPr>
          <a:xfrm>
            <a:off x="10587286" y="1734681"/>
            <a:ext cx="37949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협력관계 </a:t>
            </a:r>
            <a:endParaRPr lang="en-US" altLang="ko-KR" dirty="0"/>
          </a:p>
          <a:p>
            <a:r>
              <a:rPr lang="ko-KR" altLang="en-US" dirty="0"/>
              <a:t>사업체를 관리해주는 집사</a:t>
            </a:r>
            <a:endParaRPr lang="en-US" altLang="ko-KR" dirty="0"/>
          </a:p>
          <a:p>
            <a:r>
              <a:rPr lang="ko-KR" altLang="en-US" dirty="0"/>
              <a:t>사업체를 잘 관리해주는 참모</a:t>
            </a:r>
            <a:endParaRPr lang="en-US" altLang="ko-KR" dirty="0"/>
          </a:p>
          <a:p>
            <a:r>
              <a:rPr lang="ko-KR" altLang="en-US" dirty="0"/>
              <a:t>믿고 따라올 수 있게 하는 관계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결국 우리 없이는 안되는 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경영을 맡겨버리는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일본 왕과 </a:t>
            </a:r>
            <a:r>
              <a:rPr lang="ko-KR" altLang="en-US" dirty="0" err="1"/>
              <a:t>쇼균</a:t>
            </a:r>
            <a:r>
              <a:rPr lang="ko-KR" altLang="en-US" dirty="0"/>
              <a:t> 같은</a:t>
            </a:r>
            <a:r>
              <a:rPr lang="en-US" altLang="ko-KR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20D85-11A5-5F20-76DD-E38698658CC5}"/>
              </a:ext>
            </a:extLst>
          </p:cNvPr>
          <p:cNvSpPr txBox="1"/>
          <p:nvPr/>
        </p:nvSpPr>
        <p:spPr>
          <a:xfrm>
            <a:off x="3970790" y="1965514"/>
            <a:ext cx="29263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인력 구해주기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인사관리 </a:t>
            </a:r>
            <a:r>
              <a:rPr lang="en-US" altLang="ko-KR" dirty="0"/>
              <a:t>(</a:t>
            </a:r>
            <a:r>
              <a:rPr lang="ko-KR" altLang="en-US" dirty="0"/>
              <a:t>계약</a:t>
            </a:r>
            <a:r>
              <a:rPr lang="en-US" altLang="ko-KR" dirty="0"/>
              <a:t>, </a:t>
            </a:r>
            <a:r>
              <a:rPr lang="ko-KR" altLang="en-US" dirty="0"/>
              <a:t>급여 등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업무관리</a:t>
            </a:r>
            <a:r>
              <a:rPr lang="en-US" altLang="ko-KR" dirty="0"/>
              <a:t>(</a:t>
            </a:r>
            <a:r>
              <a:rPr lang="ko-KR" altLang="en-US" dirty="0"/>
              <a:t>업무 할당</a:t>
            </a:r>
            <a:r>
              <a:rPr lang="en-US" altLang="ko-KR" dirty="0"/>
              <a:t>, </a:t>
            </a:r>
            <a:r>
              <a:rPr lang="ko-KR" altLang="en-US" dirty="0"/>
              <a:t>실적 정리</a:t>
            </a:r>
            <a:r>
              <a:rPr lang="en-US" altLang="ko-KR" dirty="0"/>
              <a:t>,</a:t>
            </a:r>
            <a:r>
              <a:rPr lang="ko-KR" altLang="en-US" dirty="0"/>
              <a:t>독려</a:t>
            </a:r>
            <a:r>
              <a:rPr lang="en-US" altLang="ko-KR" dirty="0"/>
              <a:t>, </a:t>
            </a:r>
            <a:r>
              <a:rPr lang="ko-KR" altLang="en-US" dirty="0"/>
              <a:t>인센티브 체계 구축 등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관리</a:t>
            </a:r>
            <a:r>
              <a:rPr lang="en-US" altLang="ko-KR" dirty="0"/>
              <a:t>, </a:t>
            </a:r>
            <a:r>
              <a:rPr lang="ko-KR" altLang="en-US" dirty="0"/>
              <a:t>청소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35A02-A292-A3F7-2609-1DC729E96F3E}"/>
              </a:ext>
            </a:extLst>
          </p:cNvPr>
          <p:cNvSpPr txBox="1"/>
          <p:nvPr/>
        </p:nvSpPr>
        <p:spPr>
          <a:xfrm>
            <a:off x="789825" y="7001691"/>
            <a:ext cx="7667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인건비 및 도급지</a:t>
            </a:r>
            <a:r>
              <a:rPr lang="en-US" altLang="ko-KR" dirty="0"/>
              <a:t>(</a:t>
            </a:r>
            <a:r>
              <a:rPr lang="ko-KR" altLang="en-US" dirty="0"/>
              <a:t>인력들의 일한 대가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인사처리 비용</a:t>
            </a:r>
            <a:r>
              <a:rPr lang="en-US" altLang="ko-KR" dirty="0"/>
              <a:t>(</a:t>
            </a:r>
            <a:r>
              <a:rPr lang="ko-KR" altLang="en-US" dirty="0"/>
              <a:t>인사업무를 위한 상시 인원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마케팅 비용</a:t>
            </a:r>
            <a:r>
              <a:rPr lang="en-US" altLang="ko-KR" dirty="0"/>
              <a:t>(</a:t>
            </a:r>
            <a:r>
              <a:rPr lang="ko-KR" altLang="en-US" dirty="0"/>
              <a:t>일회성 </a:t>
            </a:r>
            <a:r>
              <a:rPr lang="ko-KR" altLang="en-US" dirty="0" err="1"/>
              <a:t>수수료및</a:t>
            </a:r>
            <a:r>
              <a:rPr lang="ko-KR" altLang="en-US" dirty="0"/>
              <a:t> 영업</a:t>
            </a:r>
            <a:r>
              <a:rPr lang="en-US" altLang="ko-KR" dirty="0"/>
              <a:t>, </a:t>
            </a:r>
            <a:r>
              <a:rPr lang="ko-KR" altLang="en-US" dirty="0"/>
              <a:t>관리 인원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인프라 비용</a:t>
            </a:r>
            <a:r>
              <a:rPr lang="en-US" altLang="ko-KR" dirty="0"/>
              <a:t>(</a:t>
            </a:r>
            <a:r>
              <a:rPr lang="ko-KR" altLang="en-US" dirty="0"/>
              <a:t>인력 데이터</a:t>
            </a:r>
            <a:r>
              <a:rPr lang="en-US" altLang="ko-KR" dirty="0"/>
              <a:t>, </a:t>
            </a:r>
            <a:r>
              <a:rPr lang="ko-KR" altLang="en-US" dirty="0"/>
              <a:t>인사 시스템</a:t>
            </a:r>
            <a:r>
              <a:rPr lang="en-US" altLang="ko-KR" dirty="0"/>
              <a:t>, </a:t>
            </a:r>
            <a:r>
              <a:rPr lang="ko-KR" altLang="en-US" dirty="0"/>
              <a:t>기업 유지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2405CC-AD1D-F709-A11B-63A8A2C6C08E}"/>
              </a:ext>
            </a:extLst>
          </p:cNvPr>
          <p:cNvSpPr txBox="1"/>
          <p:nvPr/>
        </p:nvSpPr>
        <p:spPr>
          <a:xfrm>
            <a:off x="9124086" y="7001690"/>
            <a:ext cx="76422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고정 가격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정가</a:t>
            </a:r>
            <a:r>
              <a:rPr lang="en-US" altLang="ko-KR" dirty="0"/>
              <a:t>(</a:t>
            </a:r>
            <a:r>
              <a:rPr lang="ko-KR" altLang="en-US" dirty="0"/>
              <a:t>업무</a:t>
            </a:r>
            <a:r>
              <a:rPr lang="en-US" altLang="ko-KR" dirty="0"/>
              <a:t>, </a:t>
            </a:r>
            <a:r>
              <a:rPr lang="ko-KR" altLang="en-US" dirty="0"/>
              <a:t>시간에 따른 수수료 구조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추가 서비스</a:t>
            </a:r>
            <a:r>
              <a:rPr lang="en-US" altLang="ko-KR" dirty="0"/>
              <a:t>(</a:t>
            </a:r>
            <a:r>
              <a:rPr lang="ko-KR" altLang="en-US" dirty="0"/>
              <a:t>컨설팅</a:t>
            </a:r>
            <a:r>
              <a:rPr lang="en-US" altLang="ko-KR" dirty="0"/>
              <a:t>, </a:t>
            </a:r>
            <a:r>
              <a:rPr lang="ko-KR" altLang="en-US" dirty="0"/>
              <a:t>광고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변동 가격제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변동 가격제</a:t>
            </a:r>
            <a:r>
              <a:rPr lang="en-US" altLang="ko-KR" dirty="0"/>
              <a:t>(</a:t>
            </a:r>
            <a:r>
              <a:rPr lang="ko-KR" altLang="en-US" dirty="0"/>
              <a:t>요청에 따라 가격 설정</a:t>
            </a:r>
            <a:r>
              <a:rPr lang="en-US" altLang="ko-KR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BF3FC8-7CB2-91D1-582B-584F1C89811B}"/>
              </a:ext>
            </a:extLst>
          </p:cNvPr>
          <p:cNvSpPr txBox="1"/>
          <p:nvPr/>
        </p:nvSpPr>
        <p:spPr>
          <a:xfrm>
            <a:off x="789825" y="2011680"/>
            <a:ext cx="29263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인력을 구해주는 곳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취업지원센터</a:t>
            </a:r>
            <a:r>
              <a:rPr lang="en-US" altLang="ko-KR" dirty="0"/>
              <a:t>(</a:t>
            </a:r>
            <a:r>
              <a:rPr lang="ko-KR" altLang="en-US" dirty="0" err="1"/>
              <a:t>중장년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노인</a:t>
            </a:r>
            <a:r>
              <a:rPr lang="en-US" altLang="ko-KR" dirty="0"/>
              <a:t>, </a:t>
            </a:r>
            <a:r>
              <a:rPr lang="ko-KR" altLang="en-US" dirty="0"/>
              <a:t>여성 등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당근 알바</a:t>
            </a:r>
            <a:r>
              <a:rPr lang="en-US" altLang="ko-KR" dirty="0"/>
              <a:t>, </a:t>
            </a:r>
            <a:r>
              <a:rPr lang="ko-KR" altLang="en-US" dirty="0" err="1"/>
              <a:t>알바몬</a:t>
            </a:r>
            <a:r>
              <a:rPr lang="ko-KR" altLang="en-US" dirty="0"/>
              <a:t> 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단기 일자리를 찾는 커뮤니티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중장년층이 많은 곳</a:t>
            </a:r>
            <a:r>
              <a:rPr lang="en-US" altLang="ko-KR" dirty="0"/>
              <a:t>(</a:t>
            </a:r>
            <a:r>
              <a:rPr lang="ko-KR" altLang="en-US" dirty="0"/>
              <a:t>교회</a:t>
            </a:r>
            <a:r>
              <a:rPr lang="en-US" altLang="ko-KR" dirty="0"/>
              <a:t>, </a:t>
            </a:r>
            <a:r>
              <a:rPr lang="ko-KR" altLang="en-US" dirty="0" err="1"/>
              <a:t>등산회</a:t>
            </a:r>
            <a:r>
              <a:rPr lang="en-US" altLang="ko-KR" dirty="0"/>
              <a:t>,</a:t>
            </a:r>
            <a:r>
              <a:rPr lang="ko-KR" altLang="en-US" dirty="0"/>
              <a:t> 노인정 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#</a:t>
            </a:r>
            <a:r>
              <a:rPr lang="ko-KR" altLang="en-US" dirty="0" err="1"/>
              <a:t>무인점포를</a:t>
            </a:r>
            <a:r>
              <a:rPr lang="ko-KR" altLang="en-US" dirty="0"/>
              <a:t> 구해주는 곳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무인점포</a:t>
            </a:r>
            <a:r>
              <a:rPr lang="ko-KR" altLang="en-US" dirty="0"/>
              <a:t> </a:t>
            </a:r>
            <a:r>
              <a:rPr lang="ko-KR" altLang="en-US" dirty="0" err="1"/>
              <a:t>프렌차이즈</a:t>
            </a:r>
            <a:r>
              <a:rPr lang="ko-KR" altLang="en-US" dirty="0"/>
              <a:t> 본사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무인점포</a:t>
            </a:r>
            <a:r>
              <a:rPr lang="ko-KR" altLang="en-US" dirty="0"/>
              <a:t> 커뮤니티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4EB9F1-BA04-0363-CABC-716DC42517DE}"/>
              </a:ext>
            </a:extLst>
          </p:cNvPr>
          <p:cNvSpPr txBox="1"/>
          <p:nvPr/>
        </p:nvSpPr>
        <p:spPr>
          <a:xfrm>
            <a:off x="3940312" y="4280485"/>
            <a:ext cx="35838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인력 인프라</a:t>
            </a:r>
            <a:r>
              <a:rPr lang="en-US" altLang="ko-KR" dirty="0"/>
              <a:t>: </a:t>
            </a:r>
            <a:r>
              <a:rPr lang="ko-KR" altLang="en-US" dirty="0"/>
              <a:t>적은 시간과 비용을 들여서 일할 사람을 구해줄 인프라</a:t>
            </a:r>
            <a:r>
              <a:rPr lang="en-US" altLang="ko-KR" dirty="0"/>
              <a:t>, </a:t>
            </a:r>
            <a:r>
              <a:rPr lang="ko-KR" altLang="en-US" dirty="0" err="1"/>
              <a:t>인력풀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협업관계</a:t>
            </a:r>
            <a:r>
              <a:rPr lang="en-US" altLang="ko-KR" dirty="0"/>
              <a:t>: </a:t>
            </a:r>
            <a:r>
              <a:rPr lang="ko-KR" altLang="en-US" dirty="0"/>
              <a:t>중장년층 일자리 센터</a:t>
            </a:r>
            <a:r>
              <a:rPr lang="en-US" altLang="ko-KR" dirty="0"/>
              <a:t>, </a:t>
            </a:r>
            <a:r>
              <a:rPr lang="ko-KR" altLang="en-US" dirty="0"/>
              <a:t>여성 일자리 센터</a:t>
            </a:r>
            <a:r>
              <a:rPr lang="en-US" altLang="ko-KR" dirty="0"/>
              <a:t>, </a:t>
            </a:r>
            <a:r>
              <a:rPr lang="ko-KR" altLang="en-US" dirty="0"/>
              <a:t>예술인 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커뮤니티 구축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인력 신뢰도 구축 데이터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믿을 만한 값싼 인력 확보를 위해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309</Words>
  <Application>Microsoft Office PowerPoint</Application>
  <PresentationFormat>사용자 지정</PresentationFormat>
  <Paragraphs>58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sanghyun Park</cp:lastModifiedBy>
  <cp:revision>2</cp:revision>
  <dcterms:created xsi:type="dcterms:W3CDTF">2025-04-27T10:44:52Z</dcterms:created>
  <dcterms:modified xsi:type="dcterms:W3CDTF">2025-05-10T14:39:56Z</dcterms:modified>
</cp:coreProperties>
</file>
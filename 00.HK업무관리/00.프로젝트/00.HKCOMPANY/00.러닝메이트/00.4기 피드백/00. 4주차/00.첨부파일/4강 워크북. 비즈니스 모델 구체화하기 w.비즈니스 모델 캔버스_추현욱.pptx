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75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1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580CC7-A3AC-14B5-2D3D-ED144FD74762}"/>
              </a:ext>
            </a:extLst>
          </p:cNvPr>
          <p:cNvSpPr txBox="1"/>
          <p:nvPr/>
        </p:nvSpPr>
        <p:spPr>
          <a:xfrm>
            <a:off x="13901531" y="1868556"/>
            <a:ext cx="29949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b="1" dirty="0"/>
              <a:t>(</a:t>
            </a:r>
            <a:r>
              <a:rPr kumimoji="1" lang="ko-KR" altLang="en-US" sz="1400" b="1" dirty="0"/>
              <a:t>참여자</a:t>
            </a:r>
            <a:r>
              <a:rPr kumimoji="1" lang="en-US" altLang="ko-KR" sz="1400" b="1" dirty="0"/>
              <a:t>_</a:t>
            </a:r>
            <a:r>
              <a:rPr kumimoji="1" lang="ko-KR" altLang="en-US" sz="1400" b="1" dirty="0"/>
              <a:t>영어회화만</a:t>
            </a:r>
            <a:r>
              <a:rPr kumimoji="1" lang="en-US" altLang="ko-KR" sz="1400" b="1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부담스럽지 않은 가격 희망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</a:t>
            </a:r>
            <a:r>
              <a:rPr kumimoji="1" lang="ko-KR" altLang="en-US" sz="1400" dirty="0" err="1"/>
              <a:t>비대면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대면 무관 접근성이 좋길 바람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편리한 접근성 희망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사람들과 직접 소통 희망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sz="1400" b="1" dirty="0"/>
              <a:t>(</a:t>
            </a:r>
            <a:r>
              <a:rPr kumimoji="1" lang="ko-KR" altLang="en-US" sz="1400" b="1" dirty="0"/>
              <a:t>참여자</a:t>
            </a:r>
            <a:r>
              <a:rPr kumimoji="1" lang="en-US" altLang="ko-KR" sz="1400" b="1" dirty="0"/>
              <a:t>_</a:t>
            </a:r>
            <a:r>
              <a:rPr kumimoji="1" lang="ko-KR" altLang="en-US" sz="1400" b="1" dirty="0"/>
              <a:t>영어 전반 실력</a:t>
            </a:r>
            <a:r>
              <a:rPr kumimoji="1" lang="en-US" altLang="ko-KR" sz="1400" b="1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영어 회화를 키우고 싶은데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영어 회화</a:t>
            </a:r>
            <a:r>
              <a:rPr kumimoji="1" lang="en-US" altLang="ko-KR" sz="1400" dirty="0"/>
              <a:t>’</a:t>
            </a:r>
            <a:r>
              <a:rPr kumimoji="1" lang="ko-KR" altLang="en-US" sz="1400" dirty="0"/>
              <a:t>만</a:t>
            </a:r>
            <a:r>
              <a:rPr kumimoji="1" lang="en-US" altLang="ko-KR" sz="1400" dirty="0"/>
              <a:t>’</a:t>
            </a:r>
            <a:r>
              <a:rPr kumimoji="1" lang="ko-KR" altLang="en-US" sz="1400" dirty="0"/>
              <a:t>이 아닌 전반적 실력을 키우고 싶은 사람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편리한 접근성 희망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사람들과 직접 소통 희망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sz="1400" dirty="0"/>
              <a:t>(</a:t>
            </a:r>
            <a:r>
              <a:rPr kumimoji="1" lang="ko-KR" altLang="en-US" sz="1400" dirty="0"/>
              <a:t>호스트</a:t>
            </a:r>
            <a:r>
              <a:rPr kumimoji="1" lang="en-US" altLang="ko-KR" sz="1400" dirty="0"/>
              <a:t>_</a:t>
            </a:r>
            <a:r>
              <a:rPr kumimoji="1" lang="ko-KR" altLang="en-US" sz="1400" dirty="0"/>
              <a:t>영어회화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영어를 어느정도 할 줄 아는 사람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퇴근 후 가벼운 부업 희망 직장인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편하게 아르바이트 </a:t>
            </a:r>
            <a:r>
              <a:rPr kumimoji="1" lang="ko-KR" altLang="en-US" sz="1400" dirty="0" err="1"/>
              <a:t>하고픈</a:t>
            </a:r>
            <a:r>
              <a:rPr kumimoji="1" lang="ko-KR" altLang="en-US" sz="1400" dirty="0"/>
              <a:t> 대학생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사람들을 만나는 것에 부담 </a:t>
            </a:r>
            <a:r>
              <a:rPr kumimoji="1" lang="en-US" altLang="ko-KR" sz="1400" dirty="0"/>
              <a:t>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31F9A-3C5C-A001-97B2-A625F0B0597A}"/>
              </a:ext>
            </a:extLst>
          </p:cNvPr>
          <p:cNvSpPr txBox="1"/>
          <p:nvPr/>
        </p:nvSpPr>
        <p:spPr>
          <a:xfrm>
            <a:off x="10561429" y="1905173"/>
            <a:ext cx="314381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1.</a:t>
            </a:r>
            <a:r>
              <a:rPr kumimoji="1" lang="ko-KR" altLang="en-US" sz="1400" dirty="0"/>
              <a:t> 셀프 기반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개별 적극 지원</a:t>
            </a:r>
            <a:br>
              <a:rPr kumimoji="1" lang="en-US" altLang="ko-KR" sz="1400" dirty="0"/>
            </a:br>
            <a:r>
              <a:rPr kumimoji="1" lang="en-US" altLang="ko-KR" sz="1400" dirty="0"/>
              <a:t>:</a:t>
            </a:r>
            <a:r>
              <a:rPr kumimoji="1" lang="ko-KR" altLang="en-US" sz="1400" dirty="0"/>
              <a:t> 호스트</a:t>
            </a:r>
            <a:r>
              <a:rPr kumimoji="1" lang="en-US" altLang="ko-KR" sz="1400" dirty="0"/>
              <a:t>-</a:t>
            </a:r>
            <a:r>
              <a:rPr kumimoji="1" lang="ko-KR" altLang="en-US" sz="1400" dirty="0"/>
              <a:t>고객 연결 셀프 서비스 기반</a:t>
            </a:r>
            <a:r>
              <a:rPr kumimoji="1" lang="en-US" altLang="ko-KR" sz="1400" dirty="0"/>
              <a:t>,</a:t>
            </a:r>
            <a:br>
              <a:rPr kumimoji="1" lang="en-US" altLang="ko-KR" sz="1400" dirty="0"/>
            </a:br>
            <a:r>
              <a:rPr kumimoji="1" lang="ko-KR" altLang="en-US" sz="1400" dirty="0"/>
              <a:t>호스트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참여자 대상 교육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세미나 진행</a:t>
            </a:r>
            <a:br>
              <a:rPr kumimoji="1" lang="en-US" altLang="ko-KR" sz="1400" dirty="0"/>
            </a:br>
            <a:r>
              <a:rPr kumimoji="1" lang="en-US" altLang="ko-KR" sz="1400" dirty="0"/>
              <a:t>2.</a:t>
            </a:r>
            <a:r>
              <a:rPr kumimoji="1" lang="ko-KR" altLang="en-US" sz="1400" dirty="0"/>
              <a:t> 참여자 커뮤니티</a:t>
            </a:r>
            <a:br>
              <a:rPr kumimoji="1" lang="en-US" altLang="ko-KR" sz="1400" dirty="0"/>
            </a:br>
            <a:r>
              <a:rPr kumimoji="1" lang="en-US" altLang="ko-KR" sz="1400" dirty="0"/>
              <a:t>:</a:t>
            </a:r>
            <a:r>
              <a:rPr kumimoji="1" lang="ko-KR" altLang="en-US" sz="1400" dirty="0"/>
              <a:t> 참여자들 간 학습 정보 나눌 수 있는 커뮤니티</a:t>
            </a:r>
            <a:br>
              <a:rPr kumimoji="1" lang="en-US" altLang="ko-KR" sz="1400" dirty="0"/>
            </a:br>
            <a:r>
              <a:rPr kumimoji="1" lang="en-US" altLang="ko-KR" sz="1400" dirty="0"/>
              <a:t>3.</a:t>
            </a:r>
            <a:r>
              <a:rPr kumimoji="1" lang="ko-KR" altLang="en-US" sz="1400" dirty="0"/>
              <a:t> 호스트 </a:t>
            </a:r>
            <a:r>
              <a:rPr kumimoji="1" lang="ko-KR" altLang="en-US" sz="1400" dirty="0" err="1"/>
              <a:t>별점</a:t>
            </a:r>
            <a:r>
              <a:rPr kumimoji="1" lang="ko-KR" altLang="en-US" sz="1400" dirty="0"/>
              <a:t> 관리로 신뢰 확보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50A43-5818-4016-E6F8-C60B4A6339A0}"/>
              </a:ext>
            </a:extLst>
          </p:cNvPr>
          <p:cNvSpPr txBox="1"/>
          <p:nvPr/>
        </p:nvSpPr>
        <p:spPr>
          <a:xfrm>
            <a:off x="10537127" y="4428940"/>
            <a:ext cx="320151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-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Zoom / Google Meet</a:t>
            </a:r>
            <a:r>
              <a:rPr kumimoji="1" lang="ko-KR" altLang="en-US" sz="1400" dirty="0"/>
              <a:t> 등 온라인 미팅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오프라인 장소 대관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플랫폼 웹사이트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신청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관리 등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온라인 광고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지역 기반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관심사 기반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오프라인 광고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엘리베이터 영상 광고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SNS(</a:t>
            </a:r>
            <a:r>
              <a:rPr kumimoji="1" lang="ko-KR" altLang="en-US" sz="1400" dirty="0"/>
              <a:t>인스타그램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페이스북</a:t>
            </a:r>
            <a:r>
              <a:rPr kumimoji="1" lang="en-US" altLang="ko-KR" sz="1400" dirty="0"/>
              <a:t>)</a:t>
            </a:r>
            <a:endParaRPr kumimoji="1" lang="ko-KR" alt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9D23C-D391-804E-44C9-A8FB6C90A46F}"/>
              </a:ext>
            </a:extLst>
          </p:cNvPr>
          <p:cNvSpPr txBox="1"/>
          <p:nvPr/>
        </p:nvSpPr>
        <p:spPr>
          <a:xfrm>
            <a:off x="7254733" y="1905173"/>
            <a:ext cx="314380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b="1" dirty="0"/>
              <a:t>(</a:t>
            </a:r>
            <a:r>
              <a:rPr kumimoji="1" lang="ko-KR" altLang="en-US" sz="1400" b="1" dirty="0"/>
              <a:t>참여자</a:t>
            </a:r>
            <a:r>
              <a:rPr kumimoji="1" lang="en-US" altLang="ko-KR" sz="1400" b="1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1.</a:t>
            </a:r>
            <a:r>
              <a:rPr kumimoji="1" lang="ko-KR" altLang="en-US" sz="1400" dirty="0"/>
              <a:t> 편리한 접근성</a:t>
            </a:r>
            <a:br>
              <a:rPr kumimoji="1" lang="en-US" altLang="ko-KR" sz="1400" dirty="0"/>
            </a:br>
            <a:r>
              <a:rPr kumimoji="1" lang="en-US" altLang="ko-KR" sz="1400" dirty="0"/>
              <a:t>2.</a:t>
            </a:r>
            <a:r>
              <a:rPr kumimoji="1" lang="ko-KR" altLang="en-US" sz="1400" dirty="0"/>
              <a:t> 합리적 가격</a:t>
            </a:r>
            <a:r>
              <a:rPr kumimoji="1" lang="en-US" altLang="ko-KR" sz="1400" dirty="0"/>
              <a:t>(</a:t>
            </a:r>
            <a:r>
              <a:rPr kumimoji="1" lang="ko-KR" altLang="en-US" sz="1400" dirty="0" err="1"/>
              <a:t>튜터</a:t>
            </a:r>
            <a:r>
              <a:rPr kumimoji="1" lang="ko-KR" altLang="en-US" sz="1400" dirty="0"/>
              <a:t> 여부에 따라 차등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3.</a:t>
            </a:r>
            <a:r>
              <a:rPr kumimoji="1" lang="ko-KR" altLang="en-US" sz="1400" dirty="0"/>
              <a:t> 사람들과 직접 소통</a:t>
            </a:r>
            <a:br>
              <a:rPr kumimoji="1" lang="en-US" altLang="ko-KR" sz="1400" dirty="0"/>
            </a:br>
            <a:r>
              <a:rPr kumimoji="1" lang="en-US" altLang="ko-KR" sz="1400" dirty="0"/>
              <a:t>4.</a:t>
            </a:r>
            <a:r>
              <a:rPr kumimoji="1" lang="ko-KR" altLang="en-US" sz="1400" dirty="0"/>
              <a:t> 강제성</a:t>
            </a:r>
            <a:br>
              <a:rPr kumimoji="1" lang="en-US" altLang="ko-KR" sz="1400" dirty="0"/>
            </a:br>
            <a:r>
              <a:rPr kumimoji="1" lang="en-US" altLang="ko-KR" sz="1400" dirty="0"/>
              <a:t>5.</a:t>
            </a:r>
            <a:r>
              <a:rPr kumimoji="1" lang="ko-KR" altLang="en-US" sz="1400" dirty="0"/>
              <a:t> 본인에게 적합하다고 생각하는</a:t>
            </a:r>
            <a:br>
              <a:rPr kumimoji="1" lang="en-US" altLang="ko-KR" sz="1400" dirty="0"/>
            </a:br>
            <a:r>
              <a:rPr kumimoji="1" lang="ko-KR" altLang="en-US" sz="1400" dirty="0"/>
              <a:t>    세션 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 프로그램 참여 가능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sz="1400" b="1" dirty="0"/>
              <a:t>(</a:t>
            </a:r>
            <a:r>
              <a:rPr kumimoji="1" lang="ko-KR" altLang="en-US" sz="1400" b="1" dirty="0"/>
              <a:t>호스트</a:t>
            </a:r>
            <a:r>
              <a:rPr kumimoji="1" lang="en-US" altLang="ko-KR" sz="1400" b="1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1.</a:t>
            </a:r>
            <a:r>
              <a:rPr kumimoji="1" lang="ko-KR" altLang="en-US" sz="1400" dirty="0"/>
              <a:t> 본인의 교육 철학에 맞는 코스 개설</a:t>
            </a:r>
            <a:br>
              <a:rPr kumimoji="1" lang="en-US" altLang="ko-KR" sz="1400" dirty="0"/>
            </a:br>
            <a:r>
              <a:rPr kumimoji="1" lang="ko-KR" altLang="en-US" sz="1400" dirty="0"/>
              <a:t>    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글을 얼마나 읽을지</a:t>
            </a:r>
            <a:r>
              <a:rPr kumimoji="1" lang="en-US" altLang="ko-KR" sz="1400" dirty="0"/>
              <a:t>?</a:t>
            </a:r>
            <a:br>
              <a:rPr kumimoji="1" lang="en-US" altLang="ko-KR" sz="1400" dirty="0"/>
            </a:br>
            <a:r>
              <a:rPr kumimoji="1" lang="ko-KR" altLang="en-US" sz="1400" dirty="0"/>
              <a:t>     어떤 글을 읽을지</a:t>
            </a:r>
            <a:r>
              <a:rPr kumimoji="1" lang="en-US" altLang="ko-KR" sz="1400" dirty="0"/>
              <a:t>?)</a:t>
            </a:r>
            <a:endParaRPr kumimoji="1"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DEC5C-535E-46B3-34C0-7656A5C2BEC6}"/>
              </a:ext>
            </a:extLst>
          </p:cNvPr>
          <p:cNvSpPr txBox="1"/>
          <p:nvPr/>
        </p:nvSpPr>
        <p:spPr>
          <a:xfrm>
            <a:off x="4007689" y="1905173"/>
            <a:ext cx="30507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1. </a:t>
            </a:r>
            <a:r>
              <a:rPr kumimoji="1" lang="ko-KR" altLang="en-US" sz="1400" dirty="0"/>
              <a:t>오프라인 모임 경험 만족도 향상</a:t>
            </a:r>
            <a:br>
              <a:rPr kumimoji="1" lang="en-US" altLang="ko-KR" sz="1400" dirty="0"/>
            </a:br>
            <a:r>
              <a:rPr kumimoji="1" lang="en-US" altLang="ko-KR" sz="1400" dirty="0"/>
              <a:t>2.</a:t>
            </a:r>
            <a:r>
              <a:rPr kumimoji="1" lang="ko-KR" altLang="en-US" sz="1400" dirty="0"/>
              <a:t> 양질의 학습 컨텐츠 개발</a:t>
            </a:r>
            <a:br>
              <a:rPr kumimoji="1" lang="en-US" altLang="ko-KR" sz="1400" dirty="0"/>
            </a:br>
            <a:r>
              <a:rPr kumimoji="1" lang="en-US" altLang="ko-KR" sz="1400" dirty="0"/>
              <a:t>3.</a:t>
            </a:r>
            <a:r>
              <a:rPr kumimoji="1" lang="ko-KR" altLang="en-US" sz="1400" dirty="0"/>
              <a:t> 참여자 인터랙션 활발하도록 지속적인  호스트 진행 교육</a:t>
            </a:r>
            <a:br>
              <a:rPr kumimoji="1" lang="en-US" altLang="ko-KR" sz="1400" dirty="0"/>
            </a:br>
            <a:r>
              <a:rPr kumimoji="1" lang="en-US" altLang="ko-KR" sz="1400" dirty="0"/>
              <a:t>4.</a:t>
            </a:r>
            <a:r>
              <a:rPr kumimoji="1" lang="ko-KR" altLang="en-US" sz="1400" dirty="0"/>
              <a:t> 프로그램 개설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신청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학습 </a:t>
            </a:r>
            <a:r>
              <a:rPr kumimoji="1" lang="en-US" altLang="ko-KR" sz="1400" dirty="0"/>
              <a:t>Flow</a:t>
            </a:r>
            <a:r>
              <a:rPr kumimoji="1" lang="ko-KR" altLang="en-US" sz="1400" dirty="0"/>
              <a:t>가 자연스러운 웹사이트 개발</a:t>
            </a:r>
            <a:br>
              <a:rPr kumimoji="1" lang="en-US" altLang="ko-KR" sz="1400" dirty="0"/>
            </a:br>
            <a:r>
              <a:rPr kumimoji="1" lang="en-US" altLang="ko-KR" sz="1400" dirty="0"/>
              <a:t>5.</a:t>
            </a:r>
            <a:r>
              <a:rPr kumimoji="1" lang="ko-KR" altLang="en-US" sz="1400" dirty="0"/>
              <a:t> 프로그램 종류 별 만족도 추적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데이터 분석</a:t>
            </a:r>
            <a:r>
              <a:rPr kumimoji="1" lang="en-US" altLang="ko-KR" sz="1400" dirty="0"/>
              <a:t>)</a:t>
            </a:r>
            <a:endParaRPr kumimoji="1"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A763B-A1B6-9C2D-D69F-D7A3D7E745AF}"/>
              </a:ext>
            </a:extLst>
          </p:cNvPr>
          <p:cNvSpPr txBox="1"/>
          <p:nvPr/>
        </p:nvSpPr>
        <p:spPr>
          <a:xfrm>
            <a:off x="4037002" y="4345135"/>
            <a:ext cx="227658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1.</a:t>
            </a:r>
            <a:r>
              <a:rPr kumimoji="1" lang="ko-KR" altLang="en-US" sz="1400" dirty="0"/>
              <a:t> 영어 구사 </a:t>
            </a:r>
            <a:r>
              <a:rPr kumimoji="1" lang="ko-KR" altLang="en-US" sz="1400" dirty="0" err="1"/>
              <a:t>가능자</a:t>
            </a:r>
            <a:r>
              <a:rPr kumimoji="1" lang="ko-KR" altLang="en-US" sz="1400" dirty="0"/>
              <a:t> 호스트</a:t>
            </a:r>
            <a:br>
              <a:rPr kumimoji="1" lang="en-US" altLang="ko-KR" sz="1400" dirty="0"/>
            </a:br>
            <a:r>
              <a:rPr kumimoji="1" lang="en-US" altLang="ko-KR" sz="1400" dirty="0"/>
              <a:t>2.</a:t>
            </a:r>
            <a:r>
              <a:rPr kumimoji="1" lang="ko-KR" altLang="en-US" sz="1400" dirty="0"/>
              <a:t> 학습 자료 저작권</a:t>
            </a:r>
            <a:br>
              <a:rPr kumimoji="1" lang="en-US" altLang="ko-KR" sz="1400" dirty="0"/>
            </a:br>
            <a:r>
              <a:rPr kumimoji="1" lang="en-US" altLang="ko-KR" sz="1400" dirty="0"/>
              <a:t>3.</a:t>
            </a:r>
            <a:r>
              <a:rPr kumimoji="1" lang="ko-KR" altLang="en-US" sz="1400" dirty="0"/>
              <a:t> 오프라인 대관 장소</a:t>
            </a:r>
            <a:br>
              <a:rPr kumimoji="1" lang="en-US" altLang="ko-KR" sz="1400" dirty="0"/>
            </a:br>
            <a:r>
              <a:rPr kumimoji="1" lang="en-US" altLang="ko-KR" sz="1400" dirty="0"/>
              <a:t>4.</a:t>
            </a:r>
            <a:r>
              <a:rPr kumimoji="1" lang="ko-KR" altLang="en-US" sz="1400" dirty="0"/>
              <a:t> 웹사이트</a:t>
            </a:r>
            <a:br>
              <a:rPr kumimoji="1" lang="en-US" altLang="ko-KR" sz="1400" dirty="0"/>
            </a:br>
            <a:r>
              <a:rPr kumimoji="1" lang="en-US" altLang="ko-KR" sz="1400" dirty="0"/>
              <a:t>5.</a:t>
            </a:r>
            <a:r>
              <a:rPr kumimoji="1" lang="ko-KR" altLang="en-US" sz="1400" dirty="0"/>
              <a:t> 브랜드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14055-4774-DB09-EE17-6A055BE2AE38}"/>
              </a:ext>
            </a:extLst>
          </p:cNvPr>
          <p:cNvSpPr txBox="1"/>
          <p:nvPr/>
        </p:nvSpPr>
        <p:spPr>
          <a:xfrm>
            <a:off x="775784" y="1966728"/>
            <a:ext cx="24561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1. </a:t>
            </a:r>
            <a:r>
              <a:rPr kumimoji="1" lang="ko-KR" altLang="en-US" sz="1400" dirty="0"/>
              <a:t>양질의 컨텐츠 제공 사업자</a:t>
            </a:r>
            <a:br>
              <a:rPr kumimoji="1" lang="en-US" altLang="ko-KR" sz="1400" dirty="0"/>
            </a:br>
            <a:r>
              <a:rPr kumimoji="1" lang="en-US" altLang="ko-KR" sz="1400" dirty="0"/>
              <a:t>(ex. WSJ, </a:t>
            </a:r>
            <a:r>
              <a:rPr kumimoji="1" lang="en-US" altLang="ko-KR" sz="1400" dirty="0" err="1"/>
              <a:t>NewYorkTimes</a:t>
            </a:r>
            <a:r>
              <a:rPr kumimoji="1" lang="en-US" altLang="ko-KR" sz="1400" dirty="0"/>
              <a:t> </a:t>
            </a:r>
            <a:r>
              <a:rPr kumimoji="1" lang="ko-KR" altLang="en-US" sz="1400" dirty="0"/>
              <a:t>등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2.</a:t>
            </a:r>
            <a:r>
              <a:rPr kumimoji="1" lang="ko-KR" altLang="en-US" sz="1400" dirty="0"/>
              <a:t> 검증된 호스트</a:t>
            </a:r>
            <a:br>
              <a:rPr kumimoji="1" lang="en-US" altLang="ko-KR" sz="1400" dirty="0"/>
            </a:br>
            <a:r>
              <a:rPr kumimoji="1" lang="en-US" altLang="ko-KR" sz="1400" dirty="0"/>
              <a:t>-&gt;</a:t>
            </a:r>
            <a:r>
              <a:rPr kumimoji="1" lang="ko-KR" altLang="en-US" sz="1400" dirty="0"/>
              <a:t> 호스트 교육 및 검증 필수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15161E-43B2-9D1B-BC58-EE83F17F1F03}"/>
              </a:ext>
            </a:extLst>
          </p:cNvPr>
          <p:cNvSpPr txBox="1"/>
          <p:nvPr/>
        </p:nvSpPr>
        <p:spPr>
          <a:xfrm>
            <a:off x="775784" y="6970390"/>
            <a:ext cx="205697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(</a:t>
            </a:r>
            <a:r>
              <a:rPr kumimoji="1" lang="ko-KR" altLang="en-US" sz="1400" dirty="0"/>
              <a:t>오프라인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1.</a:t>
            </a:r>
            <a:r>
              <a:rPr kumimoji="1" lang="ko-KR" altLang="en-US" sz="1400" dirty="0"/>
              <a:t> 오프라인 장소 대관료</a:t>
            </a:r>
            <a:br>
              <a:rPr kumimoji="1" lang="en-US" altLang="ko-KR" sz="1400" dirty="0"/>
            </a:br>
            <a:r>
              <a:rPr kumimoji="1" lang="en-US" altLang="ko-KR" sz="1400" dirty="0"/>
              <a:t>2.</a:t>
            </a:r>
            <a:r>
              <a:rPr kumimoji="1" lang="ko-KR" altLang="en-US" sz="1400" dirty="0"/>
              <a:t> 호스트 </a:t>
            </a:r>
            <a:r>
              <a:rPr kumimoji="1" lang="ko-KR" altLang="en-US" sz="1400" dirty="0" err="1"/>
              <a:t>진행비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sz="1400" dirty="0"/>
              <a:t>(</a:t>
            </a:r>
            <a:r>
              <a:rPr kumimoji="1" lang="ko-KR" altLang="en-US" sz="1400" dirty="0"/>
              <a:t>온라인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1.</a:t>
            </a:r>
            <a:r>
              <a:rPr kumimoji="1" lang="ko-KR" altLang="en-US" sz="1400" dirty="0"/>
              <a:t> 호스트 </a:t>
            </a:r>
            <a:r>
              <a:rPr kumimoji="1" lang="ko-KR" altLang="en-US" sz="1400" dirty="0" err="1"/>
              <a:t>진행비</a:t>
            </a:r>
            <a:endParaRPr kumimoji="1"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E845E2-9E4A-4809-20B1-7CC16688AA32}"/>
              </a:ext>
            </a:extLst>
          </p:cNvPr>
          <p:cNvSpPr txBox="1"/>
          <p:nvPr/>
        </p:nvSpPr>
        <p:spPr>
          <a:xfrm>
            <a:off x="9115336" y="6970390"/>
            <a:ext cx="79269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-</a:t>
            </a:r>
            <a:r>
              <a:rPr kumimoji="1" lang="ko-KR" altLang="en-US" sz="1400" dirty="0"/>
              <a:t> 일회성 지불</a:t>
            </a:r>
            <a:r>
              <a:rPr kumimoji="1" lang="en-US" altLang="ko-KR" sz="1400" dirty="0"/>
              <a:t>(1</a:t>
            </a:r>
            <a:r>
              <a:rPr kumimoji="1" lang="ko-KR" altLang="en-US" sz="1400" dirty="0"/>
              <a:t>달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3</a:t>
            </a:r>
            <a:r>
              <a:rPr kumimoji="1" lang="ko-KR" altLang="en-US" sz="1400" dirty="0"/>
              <a:t>달 단위 프로그램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-&gt;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‘</a:t>
            </a:r>
            <a:r>
              <a:rPr kumimoji="1" lang="ko-KR" altLang="en-US" sz="1400" dirty="0"/>
              <a:t>영어회화만 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 영어 전반 실력</a:t>
            </a:r>
            <a:r>
              <a:rPr kumimoji="1" lang="en-US" altLang="ko-KR" sz="1400" dirty="0"/>
              <a:t>’</a:t>
            </a:r>
            <a:r>
              <a:rPr kumimoji="1" lang="ko-KR" altLang="en-US" sz="1400" dirty="0" err="1"/>
              <a:t>에</a:t>
            </a:r>
            <a:r>
              <a:rPr kumimoji="1" lang="ko-KR" altLang="en-US" sz="1400" dirty="0"/>
              <a:t> 따라 기본 가격이 달라짐</a:t>
            </a:r>
            <a:br>
              <a:rPr kumimoji="1" lang="en-US" altLang="ko-KR" sz="1400" dirty="0"/>
            </a:br>
            <a:r>
              <a:rPr kumimoji="1" lang="en-US" altLang="ko-KR" sz="1400" dirty="0"/>
              <a:t>-&gt;</a:t>
            </a:r>
            <a:r>
              <a:rPr kumimoji="1" lang="ko-KR" altLang="en-US" sz="1400" dirty="0"/>
              <a:t> 변동 가격제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기본 요금 존재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추가 요금 호스트에 따라 다름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정기 지불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구독 시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주당 비용 감소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-</a:t>
            </a:r>
            <a:r>
              <a:rPr kumimoji="1" lang="ko-KR" altLang="en-US" sz="1400" dirty="0"/>
              <a:t> 광고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서비스 사이트 내 광고</a:t>
            </a:r>
            <a:r>
              <a:rPr kumimoji="1" lang="en-US" altLang="ko-KR" sz="1400" dirty="0"/>
              <a:t>)</a:t>
            </a:r>
            <a:endParaRPr kumimoji="1"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E24ABD-230E-88CD-6CFA-437B08D8C3CB}"/>
              </a:ext>
            </a:extLst>
          </p:cNvPr>
          <p:cNvSpPr txBox="1"/>
          <p:nvPr/>
        </p:nvSpPr>
        <p:spPr>
          <a:xfrm>
            <a:off x="3340080" y="6970389"/>
            <a:ext cx="452399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(</a:t>
            </a:r>
            <a:r>
              <a:rPr kumimoji="1" lang="ko-KR" altLang="en-US" sz="1400" dirty="0"/>
              <a:t>영어 전반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1.</a:t>
            </a:r>
            <a:r>
              <a:rPr kumimoji="1" lang="ko-KR" altLang="en-US" sz="1400" dirty="0"/>
              <a:t> 콘텐츠 제공 사업자 컨텐츠 </a:t>
            </a:r>
            <a:r>
              <a:rPr kumimoji="1" lang="ko-KR" altLang="en-US" sz="1400" dirty="0" err="1"/>
              <a:t>라이센스비</a:t>
            </a:r>
            <a:br>
              <a:rPr kumimoji="1" lang="en-US" altLang="ko-KR" sz="1400" dirty="0"/>
            </a:br>
            <a:r>
              <a:rPr kumimoji="1" lang="en-US" altLang="ko-KR" sz="1400" dirty="0"/>
              <a:t>(</a:t>
            </a:r>
            <a:r>
              <a:rPr kumimoji="1" lang="ko-KR" altLang="en-US" sz="1400" dirty="0"/>
              <a:t>광고비로 충당할 수 있다면 고객에게 무료 제공 </a:t>
            </a:r>
            <a:r>
              <a:rPr kumimoji="1" lang="ko-KR" altLang="en-US" sz="1400" dirty="0" err="1"/>
              <a:t>유인책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br>
              <a:rPr kumimoji="1" lang="en-US" altLang="ko-KR" sz="1400" dirty="0"/>
            </a:br>
            <a:r>
              <a:rPr kumimoji="1" lang="en-US" altLang="ko-KR" sz="1400" dirty="0"/>
              <a:t>(</a:t>
            </a:r>
            <a:r>
              <a:rPr kumimoji="1" lang="ko-KR" altLang="en-US" sz="1400" dirty="0"/>
              <a:t>온라인</a:t>
            </a:r>
            <a:r>
              <a:rPr kumimoji="1" lang="en-US" altLang="ko-KR" sz="1400" dirty="0"/>
              <a:t>)</a:t>
            </a:r>
            <a:br>
              <a:rPr kumimoji="1" lang="en-US" altLang="ko-KR" sz="1400" dirty="0"/>
            </a:br>
            <a:r>
              <a:rPr kumimoji="1" lang="en-US" altLang="ko-KR" sz="1400" dirty="0"/>
              <a:t>1.</a:t>
            </a:r>
            <a:r>
              <a:rPr kumimoji="1" lang="ko-KR" altLang="en-US" sz="1400" dirty="0"/>
              <a:t> 호스트 </a:t>
            </a:r>
            <a:r>
              <a:rPr kumimoji="1" lang="ko-KR" altLang="en-US" sz="1400" dirty="0" err="1"/>
              <a:t>진행비</a:t>
            </a:r>
            <a:endParaRPr kumimoji="1" lang="ko-KR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503</Words>
  <Application>Microsoft Macintosh PowerPoint</Application>
  <PresentationFormat>사용자 지정</PresentationFormat>
  <Paragraphs>14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추현욱</cp:lastModifiedBy>
  <cp:revision>23</cp:revision>
  <dcterms:created xsi:type="dcterms:W3CDTF">2025-04-27T10:44:52Z</dcterms:created>
  <dcterms:modified xsi:type="dcterms:W3CDTF">2025-05-10T12:14:21Z</dcterms:modified>
</cp:coreProperties>
</file>
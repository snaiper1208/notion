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7" d="100"/>
          <a:sy n="37" d="100"/>
        </p:scale>
        <p:origin x="56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688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771E28-709D-1EFF-562A-C3908F95422F}"/>
              </a:ext>
            </a:extLst>
          </p:cNvPr>
          <p:cNvSpPr txBox="1"/>
          <p:nvPr/>
        </p:nvSpPr>
        <p:spPr>
          <a:xfrm>
            <a:off x="13976058" y="2273416"/>
            <a:ext cx="277511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우선고객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미용실 이용자</a:t>
            </a:r>
            <a:r>
              <a:rPr lang="en-US" altLang="ko-KR" dirty="0"/>
              <a:t> </a:t>
            </a:r>
            <a:r>
              <a:rPr lang="ko-KR" altLang="en-US" dirty="0"/>
              <a:t>및 운영자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확장고객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네일</a:t>
            </a:r>
            <a:r>
              <a:rPr lang="en-US" altLang="ko-KR" dirty="0"/>
              <a:t>, </a:t>
            </a:r>
            <a:r>
              <a:rPr lang="ko-KR" altLang="en-US" dirty="0"/>
              <a:t>피부과 등 </a:t>
            </a:r>
            <a:br>
              <a:rPr lang="en-US" altLang="ko-KR" dirty="0"/>
            </a:br>
            <a:r>
              <a:rPr lang="ko-KR" altLang="en-US" dirty="0"/>
              <a:t>운영자 및 이용자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2055C-C241-6D73-9CB1-3CB6075D3A08}"/>
              </a:ext>
            </a:extLst>
          </p:cNvPr>
          <p:cNvSpPr txBox="1"/>
          <p:nvPr/>
        </p:nvSpPr>
        <p:spPr>
          <a:xfrm>
            <a:off x="7311173" y="1930866"/>
            <a:ext cx="293381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노쇼</a:t>
            </a:r>
            <a:r>
              <a:rPr lang="ko-KR" altLang="en-US" dirty="0"/>
              <a:t> 방지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상세한 매출분석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기본 상반기</a:t>
            </a:r>
            <a:r>
              <a:rPr lang="en-US" altLang="ko-KR" dirty="0"/>
              <a:t>, </a:t>
            </a:r>
            <a:r>
              <a:rPr lang="ko-KR" altLang="en-US" dirty="0"/>
              <a:t>하반기 </a:t>
            </a:r>
            <a:br>
              <a:rPr lang="en-US" altLang="ko-KR" dirty="0"/>
            </a:br>
            <a:r>
              <a:rPr lang="en-US" altLang="ko-KR" dirty="0"/>
              <a:t> - 3</a:t>
            </a:r>
            <a:r>
              <a:rPr lang="ko-KR" altLang="en-US" dirty="0"/>
              <a:t>개월 </a:t>
            </a:r>
            <a:r>
              <a:rPr lang="en-US" altLang="ko-KR" dirty="0"/>
              <a:t>6</a:t>
            </a:r>
            <a:r>
              <a:rPr lang="ko-KR" altLang="en-US" dirty="0"/>
              <a:t>개월 한달</a:t>
            </a:r>
            <a:r>
              <a:rPr lang="en-US" altLang="ko-KR" dirty="0"/>
              <a:t>, </a:t>
            </a:r>
            <a:r>
              <a:rPr lang="ko-KR" altLang="en-US" dirty="0"/>
              <a:t>한주</a:t>
            </a:r>
            <a:br>
              <a:rPr lang="en-US" altLang="ko-KR" dirty="0"/>
            </a:br>
            <a:r>
              <a:rPr lang="en-US" altLang="ko-KR" dirty="0"/>
              <a:t> -  </a:t>
            </a:r>
            <a:r>
              <a:rPr lang="ko-KR" altLang="en-US" dirty="0"/>
              <a:t>신규 </a:t>
            </a:r>
            <a:r>
              <a:rPr lang="en-US" altLang="ko-KR" dirty="0"/>
              <a:t>,</a:t>
            </a:r>
            <a:r>
              <a:rPr lang="ko-KR" altLang="en-US" dirty="0"/>
              <a:t>재방문</a:t>
            </a:r>
            <a:br>
              <a:rPr lang="en-US" altLang="ko-KR" dirty="0"/>
            </a:br>
            <a:r>
              <a:rPr lang="en-US" altLang="ko-KR" dirty="0"/>
              <a:t> -  </a:t>
            </a:r>
            <a:r>
              <a:rPr lang="ko-KR" altLang="en-US" dirty="0"/>
              <a:t>이탈고객 데이터 기반 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몇 프로 인지 수치화 등등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C8CB5-C80B-8C18-060B-9D1B58D1917F}"/>
              </a:ext>
            </a:extLst>
          </p:cNvPr>
          <p:cNvSpPr txBox="1"/>
          <p:nvPr/>
        </p:nvSpPr>
        <p:spPr>
          <a:xfrm>
            <a:off x="10693335" y="4476095"/>
            <a:ext cx="1223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인스타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Meta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미용실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E73CE-50B1-4589-857A-2F06124D078D}"/>
              </a:ext>
            </a:extLst>
          </p:cNvPr>
          <p:cNvSpPr txBox="1"/>
          <p:nvPr/>
        </p:nvSpPr>
        <p:spPr>
          <a:xfrm>
            <a:off x="10845735" y="2004192"/>
            <a:ext cx="25362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자체 커뮤니티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지속적인 성과 개선 </a:t>
            </a:r>
            <a:br>
              <a:rPr lang="en-US" altLang="ko-KR" dirty="0"/>
            </a:br>
            <a:r>
              <a:rPr lang="ko-KR" altLang="en-US" dirty="0"/>
              <a:t>파트너쉽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D9061-0E5D-5521-4784-55078CF4D63F}"/>
              </a:ext>
            </a:extLst>
          </p:cNvPr>
          <p:cNvSpPr txBox="1"/>
          <p:nvPr/>
        </p:nvSpPr>
        <p:spPr>
          <a:xfrm>
            <a:off x="9380475" y="7175807"/>
            <a:ext cx="29081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광고 수익</a:t>
            </a:r>
            <a:r>
              <a:rPr lang="en-US" altLang="ko-KR" dirty="0"/>
              <a:t>(</a:t>
            </a:r>
            <a:r>
              <a:rPr lang="ko-KR" altLang="en-US" dirty="0"/>
              <a:t>앱 내 크레딧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월 구독료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DEEFC0-07FA-DFC3-5E50-50ACA546DD7C}"/>
              </a:ext>
            </a:extLst>
          </p:cNvPr>
          <p:cNvSpPr txBox="1"/>
          <p:nvPr/>
        </p:nvSpPr>
        <p:spPr>
          <a:xfrm>
            <a:off x="4246847" y="4476095"/>
            <a:ext cx="21996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플랫폼 개발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미용실 커뮤니티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미용실 점주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Llm</a:t>
            </a:r>
            <a:r>
              <a:rPr lang="en-US" altLang="ko-KR" dirty="0"/>
              <a:t> </a:t>
            </a:r>
            <a:r>
              <a:rPr lang="ko-KR" altLang="en-US" dirty="0"/>
              <a:t>모델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브랜딩 에이전시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E99E1-8EA3-74D2-2C2A-9508F2779ACE}"/>
              </a:ext>
            </a:extLst>
          </p:cNvPr>
          <p:cNvSpPr txBox="1"/>
          <p:nvPr/>
        </p:nvSpPr>
        <p:spPr>
          <a:xfrm>
            <a:off x="4174156" y="1930866"/>
            <a:ext cx="25362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카테고리 확장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고객 유입 전략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브랜딩 활동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마케팅 활동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데이터 확보 및 분석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9247A3-F4E5-0C9C-1B6F-5D42DC4EA1C9}"/>
              </a:ext>
            </a:extLst>
          </p:cNvPr>
          <p:cNvSpPr txBox="1"/>
          <p:nvPr/>
        </p:nvSpPr>
        <p:spPr>
          <a:xfrm>
            <a:off x="818942" y="1930866"/>
            <a:ext cx="3286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체인점 보유한 미용실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PG, </a:t>
            </a:r>
            <a:r>
              <a:rPr lang="ko-KR" altLang="en-US" dirty="0"/>
              <a:t>카카오</a:t>
            </a:r>
            <a:r>
              <a:rPr lang="en-US" altLang="ko-KR" dirty="0"/>
              <a:t>, </a:t>
            </a:r>
            <a:r>
              <a:rPr lang="ko-KR" altLang="en-US" dirty="0"/>
              <a:t>네이버 페이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네이버</a:t>
            </a:r>
            <a:r>
              <a:rPr lang="en-US" altLang="ko-KR" dirty="0"/>
              <a:t>, </a:t>
            </a:r>
            <a:r>
              <a:rPr lang="ko-KR" altLang="en-US" dirty="0"/>
              <a:t>카카오 예약 시스템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투자자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96F560-1AC2-868B-9203-1300C38359F5}"/>
              </a:ext>
            </a:extLst>
          </p:cNvPr>
          <p:cNvSpPr txBox="1"/>
          <p:nvPr/>
        </p:nvSpPr>
        <p:spPr>
          <a:xfrm>
            <a:off x="1195629" y="6982492"/>
            <a:ext cx="28424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인건비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서버비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마케팅</a:t>
            </a:r>
            <a:r>
              <a:rPr lang="en-US" altLang="ko-KR" dirty="0"/>
              <a:t>, </a:t>
            </a:r>
            <a:r>
              <a:rPr lang="ko-KR" altLang="en-US" dirty="0"/>
              <a:t>브랜딩 비용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사용료</a:t>
            </a:r>
            <a:r>
              <a:rPr lang="en-US" altLang="ko-KR" dirty="0"/>
              <a:t>(</a:t>
            </a:r>
            <a:r>
              <a:rPr lang="ko-KR" altLang="en-US" dirty="0"/>
              <a:t>네이버</a:t>
            </a:r>
            <a:r>
              <a:rPr lang="en-US" altLang="ko-KR" dirty="0"/>
              <a:t>, </a:t>
            </a:r>
            <a:r>
              <a:rPr lang="ko-KR" altLang="en-US" dirty="0"/>
              <a:t>카카오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133</Words>
  <Application>Microsoft Office PowerPoint</Application>
  <PresentationFormat>사용자 지정</PresentationFormat>
  <Paragraphs>33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승환 현</cp:lastModifiedBy>
  <cp:revision>3</cp:revision>
  <dcterms:created xsi:type="dcterms:W3CDTF">2025-04-27T10:44:52Z</dcterms:created>
  <dcterms:modified xsi:type="dcterms:W3CDTF">2025-05-10T05:42:03Z</dcterms:modified>
</cp:coreProperties>
</file>
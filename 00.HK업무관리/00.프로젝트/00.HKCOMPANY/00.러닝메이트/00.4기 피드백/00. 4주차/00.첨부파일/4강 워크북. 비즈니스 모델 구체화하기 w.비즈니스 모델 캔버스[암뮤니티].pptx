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32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061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0E2FAD-49D5-14A4-0D28-FB2841AAC23B}"/>
              </a:ext>
            </a:extLst>
          </p:cNvPr>
          <p:cNvSpPr txBox="1"/>
          <p:nvPr/>
        </p:nvSpPr>
        <p:spPr>
          <a:xfrm>
            <a:off x="13977257" y="2090057"/>
            <a:ext cx="2811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 암환자 대상 제품</a:t>
            </a:r>
            <a:r>
              <a:rPr lang="en-US" altLang="ko-KR" dirty="0"/>
              <a:t>/</a:t>
            </a:r>
            <a:r>
              <a:rPr lang="ko-KR" altLang="en-US" dirty="0"/>
              <a:t>서비스</a:t>
            </a:r>
            <a:br>
              <a:rPr lang="en-GB" altLang="ko-KR" dirty="0"/>
            </a:br>
            <a:r>
              <a:rPr lang="ko-KR" altLang="en-US" dirty="0"/>
              <a:t>판매하는 </a:t>
            </a:r>
            <a:r>
              <a:rPr lang="en-US" altLang="ko-KR" dirty="0"/>
              <a:t>5</a:t>
            </a:r>
            <a:r>
              <a:rPr lang="ko-KR" altLang="en-US" dirty="0" err="1"/>
              <a:t>인이하</a:t>
            </a:r>
            <a:r>
              <a:rPr lang="ko-KR" altLang="en-US" dirty="0"/>
              <a:t> 기업</a:t>
            </a:r>
            <a:endParaRPr lang="en-GB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9E98A-C454-6537-7D0B-8C677B42247E}"/>
              </a:ext>
            </a:extLst>
          </p:cNvPr>
          <p:cNvSpPr txBox="1"/>
          <p:nvPr/>
        </p:nvSpPr>
        <p:spPr>
          <a:xfrm>
            <a:off x="7166101" y="2090057"/>
            <a:ext cx="322395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타겟고객의</a:t>
            </a:r>
            <a:r>
              <a:rPr lang="ko-KR" altLang="en-US" dirty="0"/>
              <a:t> </a:t>
            </a:r>
            <a:r>
              <a:rPr lang="en-US" altLang="ko-KR" dirty="0"/>
              <a:t>VOC</a:t>
            </a:r>
            <a:r>
              <a:rPr lang="ko-KR" altLang="en-US" dirty="0" err="1"/>
              <a:t>를</a:t>
            </a:r>
            <a:r>
              <a:rPr lang="ko-KR" altLang="en-US" dirty="0"/>
              <a:t> 들을 수 </a:t>
            </a:r>
            <a:br>
              <a:rPr lang="en-GB" altLang="ko-KR" dirty="0"/>
            </a:br>
            <a:r>
              <a:rPr lang="ko-KR" altLang="en-US" dirty="0"/>
              <a:t>있는 </a:t>
            </a:r>
            <a:r>
              <a:rPr lang="ko-KR" altLang="en-US" dirty="0" err="1"/>
              <a:t>페스로나와</a:t>
            </a:r>
            <a:r>
              <a:rPr lang="ko-KR" altLang="en-US" dirty="0"/>
              <a:t> 동일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br>
              <a:rPr lang="en-GB" altLang="ko-KR" dirty="0"/>
            </a:br>
            <a:r>
              <a:rPr lang="ko-KR" altLang="en-US" dirty="0"/>
              <a:t>근접한 인재 매칭</a:t>
            </a:r>
            <a:endParaRPr lang="en-GB" altLang="ko-KR" dirty="0"/>
          </a:p>
          <a:p>
            <a:pPr marL="285750" indent="-285750">
              <a:buFontTx/>
              <a:buChar char="-"/>
            </a:pP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긱워크</a:t>
            </a:r>
            <a:r>
              <a:rPr lang="ko-KR" altLang="en-US" dirty="0"/>
              <a:t> 스타일 근무로 </a:t>
            </a:r>
            <a:br>
              <a:rPr lang="en-GB" altLang="ko-KR" dirty="0"/>
            </a:br>
            <a:r>
              <a:rPr lang="ko-KR" altLang="en-US" dirty="0"/>
              <a:t>인건비 절감</a:t>
            </a:r>
            <a:endParaRPr lang="en-GB" altLang="ko-KR" dirty="0"/>
          </a:p>
          <a:p>
            <a:pPr marL="285750" indent="-285750">
              <a:buFontTx/>
              <a:buChar char="-"/>
            </a:pP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en-GB" altLang="ko-KR" dirty="0"/>
              <a:t>Head hunting</a:t>
            </a:r>
            <a:r>
              <a:rPr lang="ko-KR" altLang="en-US" dirty="0" err="1"/>
              <a:t>처럼</a:t>
            </a:r>
            <a:r>
              <a:rPr lang="ko-KR" altLang="en-US" dirty="0"/>
              <a:t> 서비스가</a:t>
            </a:r>
            <a:br>
              <a:rPr lang="en-GB" altLang="ko-KR" dirty="0"/>
            </a:br>
            <a:r>
              <a:rPr lang="ko-KR" altLang="en-US" dirty="0"/>
              <a:t>필요한 인재를 직접 찾아서 </a:t>
            </a:r>
            <a:br>
              <a:rPr lang="en-GB" altLang="ko-KR" dirty="0"/>
            </a:br>
            <a:r>
              <a:rPr lang="ko-KR" altLang="en-US" dirty="0"/>
              <a:t>매칭하여 인재 탐색비용</a:t>
            </a:r>
            <a:br>
              <a:rPr lang="en-GB" altLang="ko-KR" dirty="0"/>
            </a:br>
            <a:r>
              <a:rPr lang="ko-KR" altLang="en-US" dirty="0"/>
              <a:t>절감</a:t>
            </a:r>
            <a:endParaRPr lang="en-GB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6EC2C-683A-A4C7-BFBA-CEC56814D591}"/>
              </a:ext>
            </a:extLst>
          </p:cNvPr>
          <p:cNvSpPr txBox="1"/>
          <p:nvPr/>
        </p:nvSpPr>
        <p:spPr>
          <a:xfrm>
            <a:off x="10634988" y="4347813"/>
            <a:ext cx="2709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소셜미디어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입소문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환우회</a:t>
            </a:r>
            <a:r>
              <a:rPr lang="ko-KR" altLang="en-US" dirty="0"/>
              <a:t> 및</a:t>
            </a:r>
            <a:br>
              <a:rPr lang="en-GB" altLang="ko-KR" dirty="0"/>
            </a:br>
            <a:r>
              <a:rPr lang="ko-KR" altLang="en-US" dirty="0"/>
              <a:t>암환자 </a:t>
            </a:r>
            <a:r>
              <a:rPr lang="ko-KR" altLang="en-US" dirty="0" err="1"/>
              <a:t>창업가</a:t>
            </a:r>
            <a:r>
              <a:rPr lang="ko-KR" altLang="en-US" dirty="0"/>
              <a:t> 단체 등</a:t>
            </a:r>
            <a:endParaRPr lang="en-GB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5D566E-E669-7109-F96D-C4DD21C768F6}"/>
              </a:ext>
            </a:extLst>
          </p:cNvPr>
          <p:cNvSpPr txBox="1"/>
          <p:nvPr/>
        </p:nvSpPr>
        <p:spPr>
          <a:xfrm>
            <a:off x="10598128" y="2051769"/>
            <a:ext cx="31710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셀프서비스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온디맨드</a:t>
            </a:r>
            <a:r>
              <a:rPr lang="ko-KR" altLang="en-US" dirty="0"/>
              <a:t> 서비스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직접 방문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암환자 시장 관련 자료배포</a:t>
            </a:r>
            <a:endParaRPr lang="en-GB" altLang="ko-KR" dirty="0"/>
          </a:p>
          <a:p>
            <a:pPr marL="285750" indent="-285750">
              <a:buFontTx/>
              <a:buChar char="-"/>
            </a:pPr>
            <a:endParaRPr lang="en-GB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9929C-32C3-40F3-4845-45A08F334BE5}"/>
              </a:ext>
            </a:extLst>
          </p:cNvPr>
          <p:cNvSpPr txBox="1"/>
          <p:nvPr/>
        </p:nvSpPr>
        <p:spPr>
          <a:xfrm>
            <a:off x="9049457" y="7047117"/>
            <a:ext cx="3454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시간제 근무 수수료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월간 및 연간 </a:t>
            </a:r>
            <a:r>
              <a:rPr lang="ko-KR" altLang="en-US" dirty="0" err="1"/>
              <a:t>해드헌팅</a:t>
            </a:r>
            <a:r>
              <a:rPr lang="ko-KR" altLang="en-US" dirty="0"/>
              <a:t> 수수료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온라인 광고 비용</a:t>
            </a:r>
            <a:endParaRPr lang="en-GB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0A54A-7320-6355-8044-7CB00A1A2FC6}"/>
              </a:ext>
            </a:extLst>
          </p:cNvPr>
          <p:cNvSpPr txBox="1"/>
          <p:nvPr/>
        </p:nvSpPr>
        <p:spPr>
          <a:xfrm>
            <a:off x="4046533" y="4476095"/>
            <a:ext cx="29402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인적자원 관련 계약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환우 인력</a:t>
            </a:r>
            <a:r>
              <a:rPr lang="en-US" altLang="ko-KR" dirty="0"/>
              <a:t> pool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기업 고객</a:t>
            </a:r>
            <a:r>
              <a:rPr lang="en-US" altLang="ko-KR" dirty="0"/>
              <a:t> pool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인재 매칭 온라인 플랫폼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C409F7-36A1-1B1A-4ECA-EF22673BB442}"/>
              </a:ext>
            </a:extLst>
          </p:cNvPr>
          <p:cNvSpPr txBox="1"/>
          <p:nvPr/>
        </p:nvSpPr>
        <p:spPr>
          <a:xfrm>
            <a:off x="4046533" y="2051769"/>
            <a:ext cx="27093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기업 고객 발굴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환우 인재 발굴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브랜딩 및 마케팅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플랫폼 관리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협상 및 파트너십 관리</a:t>
            </a:r>
            <a:endParaRPr lang="en-GB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33642-43EF-8761-4DAB-07B12D91B03A}"/>
              </a:ext>
            </a:extLst>
          </p:cNvPr>
          <p:cNvSpPr txBox="1"/>
          <p:nvPr/>
        </p:nvSpPr>
        <p:spPr>
          <a:xfrm>
            <a:off x="846133" y="2051769"/>
            <a:ext cx="19111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병원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암환자 단체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암환자 연구소</a:t>
            </a:r>
            <a:endParaRPr lang="en-GB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852180-DF6B-B68D-3814-0F12D283C86B}"/>
              </a:ext>
            </a:extLst>
          </p:cNvPr>
          <p:cNvSpPr txBox="1"/>
          <p:nvPr/>
        </p:nvSpPr>
        <p:spPr>
          <a:xfrm>
            <a:off x="694088" y="7090784"/>
            <a:ext cx="89075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임대료</a:t>
            </a:r>
            <a:r>
              <a:rPr lang="en-US" altLang="ko-KR" dirty="0"/>
              <a:t>, </a:t>
            </a:r>
            <a:r>
              <a:rPr lang="ko-KR" altLang="en-US" dirty="0"/>
              <a:t>급여</a:t>
            </a:r>
            <a:r>
              <a:rPr lang="en-US" altLang="ko-KR" dirty="0"/>
              <a:t>,</a:t>
            </a:r>
            <a:r>
              <a:rPr lang="ko-KR" altLang="en-US" dirty="0"/>
              <a:t> 플랫폼 개발 및 유지비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마케팅 비용</a:t>
            </a:r>
            <a:endParaRPr lang="en-GB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일반 관리비용</a:t>
            </a:r>
            <a:endParaRPr lang="en-GB" altLang="ko-KR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125</Words>
  <Application>Microsoft Macintosh PowerPoint</Application>
  <PresentationFormat>Custom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교육센터 암</cp:lastModifiedBy>
  <cp:revision>2</cp:revision>
  <dcterms:created xsi:type="dcterms:W3CDTF">2025-04-27T10:44:52Z</dcterms:created>
  <dcterms:modified xsi:type="dcterms:W3CDTF">2025-05-10T13:28:54Z</dcterms:modified>
</cp:coreProperties>
</file>
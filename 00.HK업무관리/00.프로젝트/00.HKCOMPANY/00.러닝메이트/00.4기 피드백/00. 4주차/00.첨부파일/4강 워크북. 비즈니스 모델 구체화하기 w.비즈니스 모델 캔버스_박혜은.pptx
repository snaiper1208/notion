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02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B28590-9C27-4938-88FB-A145102BAB7B}"/>
              </a:ext>
            </a:extLst>
          </p:cNvPr>
          <p:cNvSpPr txBox="1"/>
          <p:nvPr/>
        </p:nvSpPr>
        <p:spPr>
          <a:xfrm>
            <a:off x="13941778" y="1885244"/>
            <a:ext cx="2889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루틴 실행에 어려움을 겪는 일반 사용자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자기계발 및 습관 형성에 관심 있는 사용자</a:t>
            </a:r>
          </a:p>
          <a:p>
            <a:endParaRPr lang="ko-KR" altLang="en-US" dirty="0"/>
          </a:p>
          <a:p>
            <a:r>
              <a:rPr lang="en-US" altLang="ko-KR" dirty="0"/>
              <a:t>-</a:t>
            </a:r>
            <a:r>
              <a:rPr lang="ko-KR" altLang="en-US" dirty="0"/>
              <a:t>실행 실패 경험이 반복된 사용자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29FE9-3B46-471F-B025-7FE734C62FEC}"/>
              </a:ext>
            </a:extLst>
          </p:cNvPr>
          <p:cNvSpPr txBox="1"/>
          <p:nvPr/>
        </p:nvSpPr>
        <p:spPr>
          <a:xfrm>
            <a:off x="7281333" y="1885244"/>
            <a:ext cx="30254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개인 맞춤형 실행 유도 및 감정적 교감 기반 동기 강화 시스템</a:t>
            </a:r>
          </a:p>
          <a:p>
            <a:endParaRPr lang="ko-KR" altLang="en-US" dirty="0"/>
          </a:p>
          <a:p>
            <a:r>
              <a:rPr lang="en-US" altLang="ko-KR" dirty="0"/>
              <a:t>-</a:t>
            </a:r>
            <a:r>
              <a:rPr lang="ko-KR" altLang="en-US" dirty="0"/>
              <a:t>실패해도 다시 시작할 수 있는 회고 유도 </a:t>
            </a:r>
            <a:r>
              <a:rPr lang="ko-KR" altLang="en-US" dirty="0" err="1"/>
              <a:t>챗봇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-</a:t>
            </a:r>
            <a:r>
              <a:rPr lang="ko-KR" altLang="en-US" dirty="0"/>
              <a:t>실행 성공 시 </a:t>
            </a:r>
            <a:r>
              <a:rPr lang="ko-KR" altLang="en-US" dirty="0" err="1"/>
              <a:t>뱃지</a:t>
            </a:r>
            <a:r>
              <a:rPr lang="en-US" altLang="ko-KR" dirty="0"/>
              <a:t>, </a:t>
            </a:r>
            <a:r>
              <a:rPr lang="ko-KR" altLang="en-US" dirty="0"/>
              <a:t>포인트 등 작지만 반복 가능한 보상 제공</a:t>
            </a:r>
          </a:p>
          <a:p>
            <a:endParaRPr lang="ko-KR" altLang="en-US" dirty="0"/>
          </a:p>
          <a:p>
            <a:r>
              <a:rPr lang="en-US" altLang="ko-KR" dirty="0"/>
              <a:t>-</a:t>
            </a:r>
            <a:r>
              <a:rPr lang="ko-KR" altLang="en-US" dirty="0"/>
              <a:t>실행 실패 시 친구</a:t>
            </a:r>
            <a:r>
              <a:rPr lang="en-US" altLang="ko-KR" dirty="0"/>
              <a:t>/</a:t>
            </a:r>
            <a:r>
              <a:rPr lang="ko-KR" altLang="en-US" dirty="0"/>
              <a:t>가족에게 알림 전송 기능</a:t>
            </a:r>
            <a:r>
              <a:rPr lang="en-US" altLang="ko-KR" dirty="0"/>
              <a:t>→ </a:t>
            </a:r>
            <a:r>
              <a:rPr lang="ko-KR" altLang="en-US" dirty="0"/>
              <a:t>부끄러움 기반 채찍 요소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9CCB8-13EC-4D40-AF0C-E9ED0143CECD}"/>
              </a:ext>
            </a:extLst>
          </p:cNvPr>
          <p:cNvSpPr txBox="1"/>
          <p:nvPr/>
        </p:nvSpPr>
        <p:spPr>
          <a:xfrm>
            <a:off x="10555111" y="4323644"/>
            <a:ext cx="3025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모바일 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자기계발 커뮤니티</a:t>
            </a:r>
            <a:r>
              <a:rPr lang="en-US" altLang="ko-KR" dirty="0"/>
              <a:t>, SNS, </a:t>
            </a:r>
            <a:r>
              <a:rPr lang="ko-KR" altLang="en-US" dirty="0"/>
              <a:t>블로그 기반 콘텐츠 마케팅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436A8-8C2E-4C1D-8BB2-0BD49CDAD81B}"/>
              </a:ext>
            </a:extLst>
          </p:cNvPr>
          <p:cNvSpPr txBox="1"/>
          <p:nvPr/>
        </p:nvSpPr>
        <p:spPr>
          <a:xfrm>
            <a:off x="10555111" y="1749777"/>
            <a:ext cx="30254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-AI </a:t>
            </a:r>
            <a:r>
              <a:rPr lang="ko-KR" altLang="en-US" dirty="0"/>
              <a:t>기반 감정형 피드백 </a:t>
            </a:r>
            <a:r>
              <a:rPr lang="ko-KR" altLang="en-US" dirty="0" err="1"/>
              <a:t>챗봇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친구와 함께하는 </a:t>
            </a:r>
            <a:r>
              <a:rPr lang="ko-KR" altLang="en-US" dirty="0" err="1"/>
              <a:t>집중방</a:t>
            </a:r>
            <a:r>
              <a:rPr lang="ko-KR" altLang="en-US" dirty="0"/>
              <a:t> 및 실시간 참여 시스템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실패 후 감정 위로 </a:t>
            </a:r>
            <a:r>
              <a:rPr lang="en-US" altLang="ko-KR" dirty="0"/>
              <a:t>+ ‘</a:t>
            </a:r>
            <a:r>
              <a:rPr lang="ko-KR" altLang="en-US" dirty="0"/>
              <a:t>리셋 기회’ 제공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캐릭터 기반 코칭형 상호작용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C0CE3-0B0F-4ABA-AF0C-0C60481F8220}"/>
              </a:ext>
            </a:extLst>
          </p:cNvPr>
          <p:cNvSpPr txBox="1"/>
          <p:nvPr/>
        </p:nvSpPr>
        <p:spPr>
          <a:xfrm>
            <a:off x="9031111" y="6987822"/>
            <a:ext cx="7800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사람 기반 직접 실행 유도 콜</a:t>
            </a:r>
            <a:r>
              <a:rPr lang="en-US" altLang="ko-KR" dirty="0"/>
              <a:t>(</a:t>
            </a:r>
            <a:r>
              <a:rPr lang="ko-KR" altLang="en-US" dirty="0"/>
              <a:t>실시간 루틴 코칭</a:t>
            </a:r>
            <a:r>
              <a:rPr lang="en-US" altLang="ko-KR" dirty="0"/>
              <a:t>) </a:t>
            </a:r>
            <a:r>
              <a:rPr lang="ko-KR" altLang="en-US" dirty="0"/>
              <a:t>유료 상품화</a:t>
            </a:r>
            <a:endParaRPr lang="en-US" altLang="ko-KR"/>
          </a:p>
          <a:p>
            <a:r>
              <a:rPr lang="en-US" altLang="ko-KR"/>
              <a:t>-</a:t>
            </a:r>
            <a:r>
              <a:rPr lang="ko-KR" altLang="en-US" dirty="0"/>
              <a:t>프리미엄 구독 </a:t>
            </a:r>
            <a:r>
              <a:rPr lang="en-US" altLang="ko-KR" dirty="0"/>
              <a:t>(</a:t>
            </a:r>
            <a:r>
              <a:rPr lang="ko-KR" altLang="en-US" dirty="0"/>
              <a:t>보상 강화</a:t>
            </a:r>
            <a:r>
              <a:rPr lang="en-US" altLang="ko-KR" dirty="0"/>
              <a:t>, </a:t>
            </a:r>
            <a:r>
              <a:rPr lang="ko-KR" altLang="en-US" dirty="0"/>
              <a:t>페르소나 커스터마이징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유료 </a:t>
            </a:r>
            <a:r>
              <a:rPr lang="ko-KR" altLang="en-US" dirty="0" err="1"/>
              <a:t>챌린지</a:t>
            </a:r>
            <a:r>
              <a:rPr lang="ko-KR" altLang="en-US" dirty="0"/>
              <a:t> 참여형 구조 </a:t>
            </a:r>
            <a:r>
              <a:rPr lang="en-US" altLang="ko-KR" dirty="0"/>
              <a:t>(</a:t>
            </a:r>
            <a:r>
              <a:rPr lang="ko-KR" altLang="en-US" dirty="0"/>
              <a:t>보상</a:t>
            </a:r>
            <a:r>
              <a:rPr lang="en-US" altLang="ko-KR" dirty="0"/>
              <a:t>/</a:t>
            </a:r>
            <a:r>
              <a:rPr lang="ko-KR" altLang="en-US" dirty="0"/>
              <a:t>리워드 연동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/>
              <a:t>-</a:t>
            </a:r>
            <a:r>
              <a:rPr lang="ko-KR" altLang="en-US" dirty="0"/>
              <a:t>기업 복지 프로그램 납품 </a:t>
            </a:r>
            <a:r>
              <a:rPr lang="en-US" altLang="ko-KR" dirty="0"/>
              <a:t>(</a:t>
            </a:r>
            <a:r>
              <a:rPr lang="ko-KR" altLang="en-US" dirty="0"/>
              <a:t>집중력 훈련</a:t>
            </a:r>
            <a:r>
              <a:rPr lang="en-US" altLang="ko-KR" dirty="0"/>
              <a:t>, </a:t>
            </a:r>
            <a:r>
              <a:rPr lang="ko-KR" altLang="en-US" dirty="0"/>
              <a:t>실행 유도 모듈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8597E-9A5D-4C5D-8038-9CF40745A208}"/>
              </a:ext>
            </a:extLst>
          </p:cNvPr>
          <p:cNvSpPr txBox="1"/>
          <p:nvPr/>
        </p:nvSpPr>
        <p:spPr>
          <a:xfrm>
            <a:off x="3996267" y="4323644"/>
            <a:ext cx="3036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사용자 행동 로그</a:t>
            </a:r>
            <a:r>
              <a:rPr lang="en-US" altLang="ko-KR" dirty="0"/>
              <a:t>/</a:t>
            </a:r>
            <a:r>
              <a:rPr lang="ko-KR" altLang="en-US" dirty="0"/>
              <a:t>성향 기반 데이터셋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음성</a:t>
            </a:r>
            <a:r>
              <a:rPr lang="en-US" altLang="ko-KR" dirty="0"/>
              <a:t>/</a:t>
            </a:r>
            <a:r>
              <a:rPr lang="ko-KR" altLang="en-US" dirty="0"/>
              <a:t>텍스트 기반 감정 피드백 알고리즘</a:t>
            </a:r>
          </a:p>
          <a:p>
            <a:r>
              <a:rPr lang="en-US" altLang="ko-KR" dirty="0"/>
              <a:t>-AI </a:t>
            </a:r>
            <a:r>
              <a:rPr lang="ko-KR" altLang="en-US" dirty="0"/>
              <a:t>페르소나 및 스크립트 자산</a:t>
            </a:r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E9E64-19E9-44A4-9BF6-D94ECF64A40A}"/>
              </a:ext>
            </a:extLst>
          </p:cNvPr>
          <p:cNvSpPr txBox="1"/>
          <p:nvPr/>
        </p:nvSpPr>
        <p:spPr>
          <a:xfrm>
            <a:off x="3996267" y="1783643"/>
            <a:ext cx="3115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사용자 성향 기반 루틴 추천 및 실행 유도 설계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감정 기반 알림 시스템 개발</a:t>
            </a:r>
            <a:r>
              <a:rPr lang="en-US" altLang="ko-KR" dirty="0"/>
              <a:t>/</a:t>
            </a:r>
            <a:r>
              <a:rPr lang="ko-KR" altLang="en-US" dirty="0"/>
              <a:t>운영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페르소나 및 보상 설계 </a:t>
            </a:r>
            <a:r>
              <a:rPr lang="en-US" altLang="ko-KR" dirty="0"/>
              <a:t>+ </a:t>
            </a:r>
            <a:r>
              <a:rPr lang="ko-KR" altLang="en-US" dirty="0"/>
              <a:t>게임화 운영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사용자 행동 데이터 분석 및 피드백 개선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25690-F270-411A-8AAC-826D0D2F241E}"/>
              </a:ext>
            </a:extLst>
          </p:cNvPr>
          <p:cNvSpPr txBox="1"/>
          <p:nvPr/>
        </p:nvSpPr>
        <p:spPr>
          <a:xfrm>
            <a:off x="724430" y="1885244"/>
            <a:ext cx="30234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음성 및 </a:t>
            </a:r>
            <a:r>
              <a:rPr lang="ko-KR" altLang="en-US" dirty="0" err="1"/>
              <a:t>챗봇</a:t>
            </a:r>
            <a:r>
              <a:rPr lang="ko-KR" altLang="en-US" dirty="0"/>
              <a:t> 기술 </a:t>
            </a:r>
            <a:r>
              <a:rPr lang="ko-KR" altLang="en-US" dirty="0" err="1"/>
              <a:t>제공사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-</a:t>
            </a:r>
            <a:r>
              <a:rPr lang="ko-KR" altLang="en-US" dirty="0"/>
              <a:t>자기계발커뮤니티 및 커뮤니케이션 채널 운영자</a:t>
            </a:r>
          </a:p>
          <a:p>
            <a:endParaRPr lang="ko-KR" altLang="en-US" dirty="0"/>
          </a:p>
          <a:p>
            <a:r>
              <a:rPr lang="en-US" altLang="ko-KR" dirty="0"/>
              <a:t>-AI </a:t>
            </a:r>
            <a:r>
              <a:rPr lang="ko-KR" altLang="en-US" dirty="0"/>
              <a:t>모델 및 콘텐츠 제작 파트너사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70B37C-D412-47A5-B62D-DCF1C7A81D2B}"/>
              </a:ext>
            </a:extLst>
          </p:cNvPr>
          <p:cNvSpPr txBox="1"/>
          <p:nvPr/>
        </p:nvSpPr>
        <p:spPr>
          <a:xfrm>
            <a:off x="724430" y="6999110"/>
            <a:ext cx="7800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기술 개발</a:t>
            </a:r>
            <a:r>
              <a:rPr lang="en-US" altLang="ko-KR" dirty="0"/>
              <a:t>/</a:t>
            </a:r>
            <a:r>
              <a:rPr lang="ko-KR" altLang="en-US" dirty="0"/>
              <a:t>서버 유지비용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음성</a:t>
            </a:r>
            <a:r>
              <a:rPr lang="en-US" altLang="ko-KR" dirty="0"/>
              <a:t>/</a:t>
            </a:r>
            <a:r>
              <a:rPr lang="ko-KR" altLang="en-US" dirty="0"/>
              <a:t>페르소나 콘텐츠 제작비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전문가 인건비 및 자문 비용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마케팅 및 유입 채널 운영비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고객 지원 및 커뮤니티 관리 비용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271</Words>
  <Application>Microsoft Office PowerPoint</Application>
  <PresentationFormat>사용자 지정</PresentationFormat>
  <Paragraphs>43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? ??</cp:lastModifiedBy>
  <cp:revision>3</cp:revision>
  <dcterms:created xsi:type="dcterms:W3CDTF">2025-04-27T10:44:52Z</dcterms:created>
  <dcterms:modified xsi:type="dcterms:W3CDTF">2025-05-10T08:32:33Z</dcterms:modified>
</cp:coreProperties>
</file>
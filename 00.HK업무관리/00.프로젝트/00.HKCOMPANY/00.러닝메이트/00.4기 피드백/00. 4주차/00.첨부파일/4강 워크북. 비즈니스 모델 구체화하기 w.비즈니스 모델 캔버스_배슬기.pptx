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05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FDF4C-F2B8-71DD-0000-596428494448}"/>
              </a:ext>
            </a:extLst>
          </p:cNvPr>
          <p:cNvSpPr txBox="1"/>
          <p:nvPr/>
        </p:nvSpPr>
        <p:spPr>
          <a:xfrm>
            <a:off x="14094823" y="2116183"/>
            <a:ext cx="2312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 err="1"/>
              <a:t>반려견</a:t>
            </a:r>
            <a:r>
              <a:rPr lang="ko-KR" altLang="en-US" dirty="0"/>
              <a:t> 건강관리에 관심 많은 </a:t>
            </a:r>
            <a:r>
              <a:rPr lang="en-US" altLang="ko-KR" dirty="0"/>
              <a:t>3050 </a:t>
            </a:r>
            <a:r>
              <a:rPr lang="ko-KR" altLang="en-US" dirty="0"/>
              <a:t>보호자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견종별</a:t>
            </a:r>
            <a:r>
              <a:rPr lang="ko-KR" altLang="en-US" dirty="0"/>
              <a:t> 보호자 세분화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가구형태별 보호자 세분화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622D9-7037-34C8-4584-A9719F2E0AD4}"/>
              </a:ext>
            </a:extLst>
          </p:cNvPr>
          <p:cNvSpPr txBox="1"/>
          <p:nvPr/>
        </p:nvSpPr>
        <p:spPr>
          <a:xfrm>
            <a:off x="7493725" y="1959428"/>
            <a:ext cx="24340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반려견</a:t>
            </a:r>
            <a:r>
              <a:rPr lang="ko-KR" altLang="en-US" dirty="0"/>
              <a:t> 운동성 기능 평가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 err="1"/>
              <a:t>반려견</a:t>
            </a:r>
            <a:r>
              <a:rPr lang="ko-KR" altLang="en-US" dirty="0"/>
              <a:t> 근골격계 질환 예방 및 재활 관리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펫보험</a:t>
            </a:r>
            <a:r>
              <a:rPr lang="ko-KR" altLang="en-US" dirty="0"/>
              <a:t> 특약 할인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회 무료 영상 코칭 피드백 서비스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관절 사료</a:t>
            </a:r>
            <a:r>
              <a:rPr lang="en-US" altLang="ko-KR" dirty="0"/>
              <a:t>/</a:t>
            </a:r>
            <a:r>
              <a:rPr lang="ko-KR" altLang="en-US" dirty="0"/>
              <a:t>영양제</a:t>
            </a:r>
            <a:r>
              <a:rPr lang="en-US" altLang="ko-KR" dirty="0"/>
              <a:t>/ </a:t>
            </a:r>
            <a:r>
              <a:rPr lang="ko-KR" altLang="en-US" dirty="0"/>
              <a:t>기구 할인 가격 구매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B6F37-4D1D-20B9-4758-6FA62200030D}"/>
              </a:ext>
            </a:extLst>
          </p:cNvPr>
          <p:cNvSpPr txBox="1"/>
          <p:nvPr/>
        </p:nvSpPr>
        <p:spPr>
          <a:xfrm>
            <a:off x="10855233" y="4308617"/>
            <a:ext cx="23121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모든 디바이스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멍짐</a:t>
            </a:r>
            <a:r>
              <a:rPr lang="ko-KR" altLang="en-US" dirty="0"/>
              <a:t> 앱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Sns</a:t>
            </a:r>
            <a:r>
              <a:rPr lang="ko-KR" altLang="en-US" dirty="0"/>
              <a:t>미디어 기반 광고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커뮤니티 기반 바이럴 마케팅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7B1DD-4F42-39BA-3469-7F28B6B5D1C2}"/>
              </a:ext>
            </a:extLst>
          </p:cNvPr>
          <p:cNvSpPr txBox="1"/>
          <p:nvPr/>
        </p:nvSpPr>
        <p:spPr>
          <a:xfrm>
            <a:off x="10763793" y="1815838"/>
            <a:ext cx="2312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셀프 서비스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리마인드 알람 서비스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9320D-B898-0CD8-3211-517BE734B32E}"/>
              </a:ext>
            </a:extLst>
          </p:cNvPr>
          <p:cNvSpPr txBox="1"/>
          <p:nvPr/>
        </p:nvSpPr>
        <p:spPr>
          <a:xfrm>
            <a:off x="10302239" y="6629451"/>
            <a:ext cx="61047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구독 모델</a:t>
            </a:r>
            <a:endParaRPr lang="en-US" altLang="ko-KR" dirty="0"/>
          </a:p>
          <a:p>
            <a:r>
              <a:rPr lang="en-US" altLang="ko-KR" dirty="0"/>
              <a:t>2) Saas </a:t>
            </a:r>
            <a:r>
              <a:rPr lang="ko-KR" altLang="en-US" dirty="0"/>
              <a:t>이용료 </a:t>
            </a:r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/>
              <a:t>피트니스 전용 기구 판내 </a:t>
            </a:r>
            <a:endParaRPr lang="en-US" altLang="ko-KR" dirty="0"/>
          </a:p>
          <a:p>
            <a:r>
              <a:rPr lang="en-US" altLang="ko-KR" dirty="0"/>
              <a:t>4) </a:t>
            </a:r>
            <a:r>
              <a:rPr lang="ko-KR" altLang="en-US" dirty="0"/>
              <a:t>무인 강아지 헬스장 </a:t>
            </a:r>
            <a:endParaRPr lang="en-US" altLang="ko-KR" dirty="0"/>
          </a:p>
          <a:p>
            <a:r>
              <a:rPr lang="en-US" altLang="ko-KR" dirty="0"/>
              <a:t>5) </a:t>
            </a:r>
            <a:r>
              <a:rPr lang="ko-KR" altLang="en-US" dirty="0" err="1"/>
              <a:t>펫보험사</a:t>
            </a:r>
            <a:r>
              <a:rPr lang="ko-KR" altLang="en-US" dirty="0"/>
              <a:t> </a:t>
            </a:r>
            <a:r>
              <a:rPr lang="en-US" altLang="ko-KR" dirty="0" err="1"/>
              <a:t>api</a:t>
            </a:r>
            <a:r>
              <a:rPr lang="ko-KR" altLang="en-US" dirty="0"/>
              <a:t> 연간 구독 기반 판매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92298-9530-65A8-68BA-C0606719CA3C}"/>
              </a:ext>
            </a:extLst>
          </p:cNvPr>
          <p:cNvSpPr txBox="1"/>
          <p:nvPr/>
        </p:nvSpPr>
        <p:spPr>
          <a:xfrm>
            <a:off x="4079963" y="4539449"/>
            <a:ext cx="3413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!) </a:t>
            </a:r>
            <a:r>
              <a:rPr lang="ko-KR" altLang="en-US" dirty="0"/>
              <a:t>피트니스 기구 브랜드 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앱</a:t>
            </a:r>
            <a:r>
              <a:rPr lang="en-US" altLang="ko-KR" dirty="0"/>
              <a:t>/</a:t>
            </a:r>
            <a:r>
              <a:rPr lang="ko-KR" altLang="en-US" dirty="0"/>
              <a:t>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49410-617F-B940-7856-DFB19C6A0BCE}"/>
              </a:ext>
            </a:extLst>
          </p:cNvPr>
          <p:cNvSpPr txBox="1"/>
          <p:nvPr/>
        </p:nvSpPr>
        <p:spPr>
          <a:xfrm>
            <a:off x="666201" y="2277503"/>
            <a:ext cx="3413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외과수술 중점 동물병원 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 err="1"/>
              <a:t>펫보험사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 err="1"/>
              <a:t>독트레이너</a:t>
            </a:r>
            <a:r>
              <a:rPr lang="ko-KR" altLang="en-US" dirty="0"/>
              <a:t> 및 재활수의사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BF290-6C85-06BC-4F5F-B9901A1FBAE5}"/>
              </a:ext>
            </a:extLst>
          </p:cNvPr>
          <p:cNvSpPr txBox="1"/>
          <p:nvPr/>
        </p:nvSpPr>
        <p:spPr>
          <a:xfrm>
            <a:off x="4384763" y="2268583"/>
            <a:ext cx="3413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기술 실증 연구 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콘텐츠 제작 및 배포 </a:t>
            </a:r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/>
              <a:t>데이터 기반 마케팅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FEFAD-85DB-116D-8B8E-187AC9C63338}"/>
              </a:ext>
            </a:extLst>
          </p:cNvPr>
          <p:cNvSpPr txBox="1"/>
          <p:nvPr/>
        </p:nvSpPr>
        <p:spPr>
          <a:xfrm>
            <a:off x="971001" y="7278617"/>
            <a:ext cx="3413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콘텐츠 제작 및 발행 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연구 및 개발 비용 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인프라</a:t>
            </a:r>
            <a:r>
              <a:rPr lang="en-US" altLang="ko-KR" dirty="0"/>
              <a:t>/</a:t>
            </a:r>
            <a:r>
              <a:rPr lang="ko-KR" altLang="en-US" dirty="0"/>
              <a:t>서버 관리 비용 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137</Words>
  <Application>Microsoft Office PowerPoint</Application>
  <PresentationFormat>사용자 지정</PresentationFormat>
  <Paragraphs>35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Sulky Bae</cp:lastModifiedBy>
  <cp:revision>2</cp:revision>
  <dcterms:created xsi:type="dcterms:W3CDTF">2025-04-27T10:44:52Z</dcterms:created>
  <dcterms:modified xsi:type="dcterms:W3CDTF">2025-05-09T17:34:46Z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Z_DOC_VERSION">
    <vt:lpwstr>1.0</vt:lpwstr>
  </property>
  <property fmtid="{D5CDD505-2E9C-101B-9397-08002B2CF9AE}" pid="3" name="OZ_DOC_UI_LASTSTATE">
    <vt:lpwstr>{}</vt:lpwstr>
  </property>
</Properties>
</file>
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4" r:id="rId2"/>
    <p:sldId id="267" r:id="rId3"/>
    <p:sldId id="268" r:id="rId4"/>
    <p:sldId id="269" r:id="rId5"/>
    <p:sldId id="274" r:id="rId6"/>
    <p:sldId id="278" r:id="rId7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0" d="100"/>
          <a:sy n="40" d="100"/>
        </p:scale>
        <p:origin x="69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981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CD9FA13B-E8A6-B257-92D1-1C8B1C89DD61}"/>
              </a:ext>
            </a:extLst>
          </p:cNvPr>
          <p:cNvSpPr/>
          <p:nvPr/>
        </p:nvSpPr>
        <p:spPr>
          <a:xfrm>
            <a:off x="1059255" y="2163778"/>
            <a:ext cx="208230" cy="190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6BA7529C-5DA9-0C14-16A6-C90C8D7C1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3826" y="5751964"/>
            <a:ext cx="381707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이름: </a:t>
            </a:r>
            <a:r>
              <a:rPr kumimoji="0" lang="ko-KR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김원지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나이: 38세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성별: 여성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직업: 프리랜서 진로/자기계발 강사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거주지: 수도권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교육 수준: 석사(교육학)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소득 수준: 월 150~250만 원 수준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주거형태: 1인 가구, 원룸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B53F38E-1215-1B81-5ACD-11E9BC2BE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4392" y="2778234"/>
            <a:ext cx="769291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파트너사와 협업을 통해 강의를 </a:t>
            </a:r>
            <a:r>
              <a:rPr kumimoji="0" lang="ko-KR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의뢰받아서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활동중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강의 외 수익 구조 확보에 관심 많음 (전자책, 클래스 만들기 등)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수강생 피드백은 좋지만, 다음 강의 제안은 적은 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인스타그램 계정을 운영하지만 홍보 전략은 미흡함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커뮤니티 활동은 비정기적으로 참여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B87847D-34A9-6376-F3C0-7461C5EBB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0489" y="5975069"/>
            <a:ext cx="685639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목표: 나만의 강의 콘텐츠 만들고 지속가능한 커리어 구축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욕구: 강의 외에도 ‘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전문가’로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인정받을 수 있는 포지셔닝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페인포인트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강의 외 수익 흐름이 없음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내 강의가 다른 강사와 차별이 안 됨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콘텐츠 기획과 마케팅에 대해 막막함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1" name="Picture 7" descr="생성된 이미지">
            <a:extLst>
              <a:ext uri="{FF2B5EF4-FFF2-40B4-BE49-F238E27FC236}">
                <a16:creationId xmlns:a16="http://schemas.microsoft.com/office/drawing/2014/main" id="{58AC9B26-C7DF-3EE7-13EF-80119B61B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320" y="1781442"/>
            <a:ext cx="2993606" cy="2993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BAFCF8-410E-D147-BFAA-8AD7E07BF939}"/>
              </a:ext>
            </a:extLst>
          </p:cNvPr>
          <p:cNvSpPr txBox="1"/>
          <p:nvPr/>
        </p:nvSpPr>
        <p:spPr>
          <a:xfrm>
            <a:off x="2150644" y="1974457"/>
            <a:ext cx="1214287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강의 외 수익 구조가 없어 에이전시</a:t>
            </a:r>
            <a:r>
              <a:rPr lang="en-US" altLang="ko-KR" dirty="0"/>
              <a:t>, </a:t>
            </a:r>
            <a:r>
              <a:rPr lang="ko-KR" altLang="en-US" dirty="0"/>
              <a:t>파트너사 의존도가 높아 임금테이블의 조정이 어려움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콘텐츠를 만들고 싶어도 기획</a:t>
            </a:r>
            <a:r>
              <a:rPr lang="en-US" altLang="ko-KR" dirty="0"/>
              <a:t>, </a:t>
            </a:r>
            <a:r>
              <a:rPr lang="ko-KR" altLang="en-US" dirty="0"/>
              <a:t>브랜딩</a:t>
            </a:r>
            <a:r>
              <a:rPr lang="en-US" altLang="ko-KR" dirty="0"/>
              <a:t>, </a:t>
            </a:r>
            <a:r>
              <a:rPr lang="ko-KR" altLang="en-US" dirty="0"/>
              <a:t>마케팅 역량이 부족하다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혼자 강의 피드백을 받고 있지만</a:t>
            </a:r>
            <a:r>
              <a:rPr lang="en-US" altLang="ko-KR" dirty="0"/>
              <a:t>, </a:t>
            </a:r>
            <a:r>
              <a:rPr lang="ko-KR" altLang="en-US" dirty="0"/>
              <a:t>성장의 기준을 잡기 어렵다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강사 커뮤니티가 부족해서 서로의 성장을 돕기 어려움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SNS </a:t>
            </a:r>
            <a:r>
              <a:rPr lang="ko-KR" altLang="en-US" dirty="0"/>
              <a:t>마케팅이나 브랜딩은 필요성은 느끼지만 막막하다</a:t>
            </a:r>
            <a:r>
              <a:rPr lang="en-US" altLang="ko-KR" dirty="0"/>
              <a:t>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7D5FD61-2F77-0791-CBC9-35442FB6B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645" y="4350693"/>
            <a:ext cx="967338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나만의 콘텐츠(전자책, 워크북 등)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통해 수익원을 확장하고 싶다.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나의 강의 스타일이나 철학을 콘텐츠화해서 브랜드를 구축하고 싶다.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강의 외 수입도 창출하고 싶은 ‘프리랜서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강사로서의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자생력’이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필요하다.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비슷한 고민을 하는 강사들과 교류하고 피드백을 나누는 커뮤니티가 있었으면 좋겠다.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실질적으로 성과를 낼 수 있는 마케팅 실습이나 워크북을 원한다.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7676FF-EDC1-C52A-4521-7F1D870A7F59}"/>
              </a:ext>
            </a:extLst>
          </p:cNvPr>
          <p:cNvSpPr txBox="1"/>
          <p:nvPr/>
        </p:nvSpPr>
        <p:spPr>
          <a:xfrm>
            <a:off x="2150645" y="6752270"/>
            <a:ext cx="87770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강의 경험은 풍부하지만</a:t>
            </a:r>
            <a:r>
              <a:rPr lang="en-US" altLang="ko-KR" dirty="0"/>
              <a:t>, 1</a:t>
            </a:r>
            <a:r>
              <a:rPr lang="ko-KR" altLang="en-US" dirty="0"/>
              <a:t>인 지식브랜드 운영은 생소하다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디지털 도구 활용은 익숙하지만 콘텐츠 기획에는 어려움을 느낀다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‘</a:t>
            </a:r>
            <a:r>
              <a:rPr lang="ko-KR" altLang="en-US" dirty="0"/>
              <a:t>나도 잘하고 있는 건가</a:t>
            </a:r>
            <a:r>
              <a:rPr lang="en-US" altLang="ko-KR" dirty="0"/>
              <a:t>?’</a:t>
            </a:r>
            <a:r>
              <a:rPr lang="ko-KR" altLang="en-US" dirty="0"/>
              <a:t>라는 불안과 ‘더 성장하고 </a:t>
            </a:r>
            <a:r>
              <a:rPr lang="ko-KR" altLang="en-US" dirty="0" err="1"/>
              <a:t>싶다’는</a:t>
            </a:r>
            <a:r>
              <a:rPr lang="ko-KR" altLang="en-US" dirty="0"/>
              <a:t> 욕구를 동시에 지님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교육의 질에 대한 자부심이 강하고</a:t>
            </a:r>
            <a:r>
              <a:rPr lang="en-US" altLang="ko-KR" dirty="0"/>
              <a:t>, ‘</a:t>
            </a:r>
            <a:r>
              <a:rPr lang="ko-KR" altLang="en-US" dirty="0"/>
              <a:t>진짜 </a:t>
            </a:r>
            <a:r>
              <a:rPr lang="ko-KR" altLang="en-US" dirty="0" err="1"/>
              <a:t>강의’를</a:t>
            </a:r>
            <a:r>
              <a:rPr lang="ko-KR" altLang="en-US" dirty="0"/>
              <a:t> 하고 싶다는 철학이 있음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실제 도전과 실패 경험을 공유하며 함께 성장하고 싶은 니즈가 큼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53929697-9D9B-431C-5835-9C0F9FDF9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0695" y="2443553"/>
            <a:ext cx="950494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온라인 클래스 플랫폼에서 활동하며 강의 경험은 풍부함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강의력에는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자신이 있지만, 강사로서 차별화 포인트를 만드는 데 어려움을 느낌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콘텐츠 제작이나 마케팅 관련 지식이 부족함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수익 구조가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강의료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중심으로 매우 편중되어 있음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SNS 계정은 운영 중이나 비즈니스 목적보단 개인 소통 중심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혼자 성장 전략을 세우기보단 다른 강사들과 교류하고 싶어 함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DCE028E-6D5A-FA45-9073-2BE563E96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0695" y="4710437"/>
            <a:ext cx="705050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어떤 주제로 콘텐츠를 만들어야 수익과 브랜딩 모두에 도움이 될지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내 강의 스타일을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콘텐츠화하는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정확한 방법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현재 내 SNS 활동이 얼마나 효과적인지에 대한 객관적 지표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마케팅에서 어떤 도구를 써야 나에게 적합할지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나와 유사한 강사들이 어떤 방식으로 커리어를 확장했는지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39C65E-4110-A359-4697-CA9CD709FDCD}"/>
              </a:ext>
            </a:extLst>
          </p:cNvPr>
          <p:cNvSpPr txBox="1"/>
          <p:nvPr/>
        </p:nvSpPr>
        <p:spPr>
          <a:xfrm>
            <a:off x="2550695" y="7027720"/>
            <a:ext cx="87770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나만의 콘텐츠를 기획하고 실행하는 실전 가이드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SNS</a:t>
            </a:r>
            <a:r>
              <a:rPr lang="ko-KR" altLang="en-US" dirty="0"/>
              <a:t>나 온라인 도구를 활용한 브랜딩 전략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전자책이나 클래스 상품을 제작해서 </a:t>
            </a:r>
            <a:r>
              <a:rPr lang="ko-KR" altLang="en-US" dirty="0" err="1"/>
              <a:t>수익화하는</a:t>
            </a:r>
            <a:r>
              <a:rPr lang="ko-KR" altLang="en-US" dirty="0"/>
              <a:t> 방법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강사로서 어떤 방향으로 커리어를 쌓아야 장기적으로 유리한지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다른 프리랜서 강사들과 협업하거나 피드백을 받을 수 있는 구조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419</Words>
  <Application>Microsoft Office PowerPoint</Application>
  <PresentationFormat>사용자 지정</PresentationFormat>
  <Paragraphs>56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</dc:title>
  <dc:subject>Presentation</dc:subject>
  <dc:creator>mangoboard.net_47904958</dc:creator>
  <cp:lastModifiedBy>안나 허</cp:lastModifiedBy>
  <cp:revision>4</cp:revision>
  <dcterms:created xsi:type="dcterms:W3CDTF">2025-04-11T08:42:54Z</dcterms:created>
  <dcterms:modified xsi:type="dcterms:W3CDTF">2025-04-19T14:33:52Z</dcterms:modified>
</cp:coreProperties>
</file>
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2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03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85A6045-A2AA-1738-F8D6-F8C3141A0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392" y="2171149"/>
            <a:ext cx="8057322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프리랜서 강사의 지속가능한 성장을 돕는 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맞춤형 교육 및 브랜딩 지원 서비스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강사의 정체성과 가치를 강화하는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브랜딩 교육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혼자 일하는 강사를 위한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심리적 안정감과 커뮤니티 연결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기반 콘텐츠 기획 도구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와 전문가 피드백을 통해 성장을 돕는 환경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4C7DD0-DBB8-A39F-2AA5-E2322FFBA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270" y="2325037"/>
            <a:ext cx="676889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브랜딩 진단 및 성장 가이드 설계 (AI + 전문가 코칭)</a:t>
            </a:r>
            <a:br>
              <a:rPr kumimoji="0" lang="ko-KR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강사의 현재 위치를 진단하고, 성장 로드맵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도구 활용 교육 콘텐츠 제작 지원</a:t>
            </a:r>
            <a:br>
              <a:rPr kumimoji="0" lang="ko-KR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강의 기획, 피드백, 커리큘럼 설계를 자동화 및 반자동화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성장 커뮤니티 연계 + 피어 코칭 시스템 운영</a:t>
            </a:r>
            <a:br>
              <a:rPr kumimoji="0" lang="ko-KR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강사 간의 경험 공유, 협업 기회 및 정서적 지지 기반 제공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8E5EE-6940-C768-9475-34D180659F65}"/>
              </a:ext>
            </a:extLst>
          </p:cNvPr>
          <p:cNvSpPr txBox="1"/>
          <p:nvPr/>
        </p:nvSpPr>
        <p:spPr>
          <a:xfrm>
            <a:off x="861392" y="5053838"/>
            <a:ext cx="5446643" cy="1673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/>
              <a:t>목표 타깃 모집 </a:t>
            </a:r>
            <a:r>
              <a:rPr lang="en-US" altLang="ko-KR" sz="1400" dirty="0"/>
              <a:t>(</a:t>
            </a:r>
            <a:r>
              <a:rPr lang="ko-KR" altLang="en-US" sz="1400" dirty="0"/>
              <a:t>프리랜서 강사 </a:t>
            </a:r>
            <a:r>
              <a:rPr lang="en-US" altLang="ko-KR" sz="1400" dirty="0"/>
              <a:t>10~20</a:t>
            </a:r>
            <a:r>
              <a:rPr lang="ko-KR" altLang="en-US" sz="1400" dirty="0"/>
              <a:t>명</a:t>
            </a:r>
            <a:r>
              <a:rPr lang="en-US" altLang="ko-KR" sz="1400" dirty="0"/>
              <a:t>)</a:t>
            </a:r>
            <a:endParaRPr lang="ko-KR" altLang="en-US" sz="14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/>
              <a:t>간이 브랜딩 진단지 및 성장 설문 조사 실시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/>
              <a:t>오픈카톡</a:t>
            </a:r>
            <a:r>
              <a:rPr lang="en-US" altLang="ko-KR" sz="1400" dirty="0"/>
              <a:t>/Zoom</a:t>
            </a:r>
            <a:r>
              <a:rPr lang="ko-KR" altLang="en-US" sz="1400" dirty="0"/>
              <a:t>을 통한 </a:t>
            </a:r>
            <a:r>
              <a:rPr lang="en-US" altLang="ko-KR" sz="1400" dirty="0"/>
              <a:t>1:1 </a:t>
            </a:r>
            <a:r>
              <a:rPr lang="ko-KR" altLang="en-US" sz="1400" dirty="0"/>
              <a:t>브랜딩 코칭 또는 콘텐츠 피드백 진행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/>
              <a:t>AI </a:t>
            </a:r>
            <a:r>
              <a:rPr lang="ko-KR" altLang="en-US" sz="1400" dirty="0"/>
              <a:t>도구 예시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ChatGPT, </a:t>
            </a:r>
            <a:r>
              <a:rPr lang="en-US" altLang="ko-KR" sz="1400" dirty="0" err="1"/>
              <a:t>Vrew</a:t>
            </a:r>
            <a:r>
              <a:rPr lang="en-US" altLang="ko-KR" sz="1400" dirty="0"/>
              <a:t> </a:t>
            </a:r>
            <a:r>
              <a:rPr lang="ko-KR" altLang="en-US" sz="1400" dirty="0"/>
              <a:t>등</a:t>
            </a:r>
            <a:r>
              <a:rPr lang="en-US" altLang="ko-KR" sz="1400" dirty="0"/>
              <a:t>) </a:t>
            </a:r>
            <a:r>
              <a:rPr lang="ko-KR" altLang="en-US" sz="1400" dirty="0"/>
              <a:t>사용 가이드 및 미션 제공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/>
              <a:t>참여 전후 변화 기록 </a:t>
            </a:r>
            <a:r>
              <a:rPr lang="en-US" altLang="ko-KR" sz="1400" dirty="0"/>
              <a:t>+ </a:t>
            </a:r>
            <a:r>
              <a:rPr lang="ko-KR" altLang="en-US" sz="1400" dirty="0"/>
              <a:t>피드백 인터뷰 및 설문 수집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62A8A-9138-4E7A-8C93-22852588F2E2}"/>
              </a:ext>
            </a:extLst>
          </p:cNvPr>
          <p:cNvSpPr txBox="1"/>
          <p:nvPr/>
        </p:nvSpPr>
        <p:spPr>
          <a:xfrm>
            <a:off x="7376491" y="5053838"/>
            <a:ext cx="5973417" cy="1349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강사들이 </a:t>
            </a:r>
            <a:r>
              <a:rPr lang="en-US" altLang="ko-KR" sz="1400" dirty="0"/>
              <a:t>"</a:t>
            </a:r>
            <a:r>
              <a:rPr lang="ko-KR" altLang="en-US" sz="1400" dirty="0"/>
              <a:t>성장</a:t>
            </a:r>
            <a:r>
              <a:rPr lang="en-US" altLang="ko-KR" sz="1400" dirty="0"/>
              <a:t>" </a:t>
            </a:r>
            <a:r>
              <a:rPr lang="ko-KR" altLang="en-US" sz="1400" dirty="0"/>
              <a:t>혹은 </a:t>
            </a:r>
            <a:r>
              <a:rPr lang="en-US" altLang="ko-KR" sz="1400" dirty="0"/>
              <a:t>"</a:t>
            </a:r>
            <a:r>
              <a:rPr lang="ko-KR" altLang="en-US" sz="1400" dirty="0"/>
              <a:t>변화</a:t>
            </a:r>
            <a:r>
              <a:rPr lang="en-US" altLang="ko-KR" sz="1400" dirty="0"/>
              <a:t>"</a:t>
            </a:r>
            <a:r>
              <a:rPr lang="ko-KR" altLang="en-US" sz="1400" dirty="0"/>
              <a:t>를 체감했는가</a:t>
            </a:r>
            <a:r>
              <a:rPr lang="en-US" altLang="ko-KR" sz="1400" dirty="0"/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현재 교육 콘텐츠나 브랜딩에 대해 어떤 불편</a:t>
            </a:r>
            <a:r>
              <a:rPr lang="en-US" altLang="ko-KR" sz="1400" dirty="0"/>
              <a:t>/</a:t>
            </a:r>
            <a:r>
              <a:rPr lang="ko-KR" altLang="en-US" sz="1400" dirty="0"/>
              <a:t>필요를 느끼고 있었는가</a:t>
            </a:r>
            <a:r>
              <a:rPr lang="en-US" altLang="ko-KR" sz="1400" dirty="0"/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AI </a:t>
            </a:r>
            <a:r>
              <a:rPr lang="ko-KR" altLang="en-US" sz="1400" dirty="0"/>
              <a:t>도구와 피드백 시스템이 구체적으로 어떤 도움이 되었는가</a:t>
            </a:r>
            <a:r>
              <a:rPr lang="en-US" altLang="ko-KR" sz="1400" dirty="0"/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향후 유료 서비스 전환 시 의사 및 기대 요소는 무엇인가</a:t>
            </a:r>
            <a:r>
              <a:rPr lang="en-US" altLang="ko-KR" sz="1400" dirty="0"/>
              <a:t>?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FB1B925-4698-BFDD-1438-D775B7EF9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5709" y="2660183"/>
            <a:ext cx="273023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초중급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프리랜서 강사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강의 경험은 있으나 브랜드화에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어려움을 겪는 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531E0-372D-A24C-364B-A1B0C1DD270B}"/>
              </a:ext>
            </a:extLst>
          </p:cNvPr>
          <p:cNvSpPr txBox="1"/>
          <p:nvPr/>
        </p:nvSpPr>
        <p:spPr>
          <a:xfrm>
            <a:off x="13937974" y="4308685"/>
            <a:ext cx="2589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주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193B3E9-BC08-8773-C759-AF54AC098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1895" y="5892321"/>
            <a:ext cx="228940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Zoom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기반 온라인 워크숍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오픈카톡방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sz="1400" dirty="0">
                <a:latin typeface="Arial" panose="020B0604020202020204" pitchFamily="34" charset="0"/>
              </a:rPr>
              <a:t>오프라인모음</a:t>
            </a:r>
            <a:r>
              <a:rPr lang="en-US" altLang="ko-KR" sz="1400" dirty="0">
                <a:latin typeface="Arial" panose="020B0604020202020204" pitchFamily="34" charset="0"/>
              </a:rPr>
              <a:t>(</a:t>
            </a:r>
            <a:r>
              <a:rPr lang="ko-KR" altLang="en-US" sz="1400" dirty="0" err="1">
                <a:latin typeface="Arial" panose="020B0604020202020204" pitchFamily="34" charset="0"/>
              </a:rPr>
              <a:t>프론트원</a:t>
            </a:r>
            <a:r>
              <a:rPr lang="en-US" altLang="ko-KR" sz="1400" dirty="0">
                <a:latin typeface="Arial" panose="020B0604020202020204" pitchFamily="34" charset="0"/>
              </a:rPr>
              <a:t>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FC712E9F-2B38-1F7D-AB46-39E5029E2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1895" y="7368234"/>
            <a:ext cx="341792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교육프로그램개발 모임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도구 및 실습 미션 부여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결과 공유 및 전문가 피드백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개선점 인터뷰 및 정성/정량 피드백 수집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244</Words>
  <Application>Microsoft Office PowerPoint</Application>
  <PresentationFormat>사용자 지정</PresentationFormat>
  <Paragraphs>31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안나 허</cp:lastModifiedBy>
  <cp:revision>2</cp:revision>
  <dcterms:created xsi:type="dcterms:W3CDTF">2025-05-11T07:23:20Z</dcterms:created>
  <dcterms:modified xsi:type="dcterms:W3CDTF">2025-05-17T01:57:05Z</dcterms:modified>
</cp:coreProperties>
</file>
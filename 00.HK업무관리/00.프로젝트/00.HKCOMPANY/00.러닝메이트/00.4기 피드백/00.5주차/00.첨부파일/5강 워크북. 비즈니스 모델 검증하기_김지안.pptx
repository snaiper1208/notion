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68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E49E5-0936-ED0D-BB78-BB3B8DD6A2A4}"/>
              </a:ext>
            </a:extLst>
          </p:cNvPr>
          <p:cNvSpPr txBox="1"/>
          <p:nvPr/>
        </p:nvSpPr>
        <p:spPr>
          <a:xfrm>
            <a:off x="700088" y="2443163"/>
            <a:ext cx="58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치약 성분을 기반으로 소비자에게 적절한 치약을 추천해주는 개인화 추천 서비스</a:t>
            </a:r>
            <a:endParaRPr kumimoji="1"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F4E00-05EF-776D-8918-B0C786E43165}"/>
              </a:ext>
            </a:extLst>
          </p:cNvPr>
          <p:cNvSpPr txBox="1"/>
          <p:nvPr/>
        </p:nvSpPr>
        <p:spPr>
          <a:xfrm>
            <a:off x="7201219" y="2286000"/>
            <a:ext cx="5800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치약 성분 유의사항 안내 및 등급 분류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고객의 구강상태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기호에 맞는 치약 추천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유해성분이 없는 치약 필터링 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91D8C-FA83-3C5A-7990-598620253E94}"/>
              </a:ext>
            </a:extLst>
          </p:cNvPr>
          <p:cNvSpPr txBox="1"/>
          <p:nvPr/>
        </p:nvSpPr>
        <p:spPr>
          <a:xfrm>
            <a:off x="881063" y="5038726"/>
            <a:ext cx="58007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핵심기능만을 담은 </a:t>
            </a:r>
            <a:r>
              <a:rPr kumimoji="1" lang="en-US" altLang="ko-KR" dirty="0"/>
              <a:t>MVP</a:t>
            </a:r>
            <a:r>
              <a:rPr kumimoji="1" lang="ko-KR" altLang="en-US" dirty="0"/>
              <a:t> 웹 서비스</a:t>
            </a:r>
            <a:endParaRPr kumimoji="1" lang="en-US" altLang="ko-KR" dirty="0"/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목표 타겟 </a:t>
            </a:r>
            <a:r>
              <a:rPr kumimoji="1" lang="ko-KR" altLang="en-US" dirty="0" err="1"/>
              <a:t>모객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MVP</a:t>
            </a:r>
            <a:r>
              <a:rPr kumimoji="1" lang="ko-KR" altLang="en-US" dirty="0"/>
              <a:t> 웹 서비스 개발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성분별 등급 분류 진행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네이버 키워드 검색 광고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메타광고로 구매 버튼 </a:t>
            </a:r>
            <a:r>
              <a:rPr kumimoji="1" lang="en-US" altLang="ko-KR" dirty="0"/>
              <a:t>CPA</a:t>
            </a:r>
            <a:r>
              <a:rPr kumimoji="1" lang="ko-KR" altLang="en-US" dirty="0"/>
              <a:t> 체크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유저 인터뷰 진행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BA613-F471-7F6E-CF9D-9D42A4680D21}"/>
              </a:ext>
            </a:extLst>
          </p:cNvPr>
          <p:cNvSpPr txBox="1"/>
          <p:nvPr/>
        </p:nvSpPr>
        <p:spPr>
          <a:xfrm>
            <a:off x="7091363" y="5235348"/>
            <a:ext cx="58007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핵심기능만을 담은 </a:t>
            </a:r>
            <a:r>
              <a:rPr kumimoji="1" lang="en-US" altLang="ko-KR" dirty="0"/>
              <a:t>MVP</a:t>
            </a:r>
            <a:r>
              <a:rPr kumimoji="1" lang="ko-KR" altLang="en-US" dirty="0"/>
              <a:t> 웹 서비스</a:t>
            </a:r>
            <a:endParaRPr kumimoji="1" lang="en-US" altLang="ko-KR" dirty="0"/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유입된 사용자의 </a:t>
            </a:r>
            <a:r>
              <a:rPr kumimoji="1" lang="en-US" altLang="ko-KR" dirty="0"/>
              <a:t>50%</a:t>
            </a:r>
            <a:r>
              <a:rPr kumimoji="1" lang="ko-KR" altLang="en-US" dirty="0"/>
              <a:t> 이상이 추천된 치약을 클릭하는가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추천된 치약을 클릭한 사람들 중 </a:t>
            </a:r>
            <a:r>
              <a:rPr kumimoji="1" lang="en-US" altLang="ko-KR" dirty="0"/>
              <a:t>10%</a:t>
            </a:r>
            <a:r>
              <a:rPr kumimoji="1" lang="ko-KR" altLang="en-US" dirty="0"/>
              <a:t> 이상이 구매를 클릭하는가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3FBF9-4761-61C3-7B2C-A7D9962A41CF}"/>
              </a:ext>
            </a:extLst>
          </p:cNvPr>
          <p:cNvSpPr txBox="1"/>
          <p:nvPr/>
        </p:nvSpPr>
        <p:spPr>
          <a:xfrm>
            <a:off x="14690091" y="2286000"/>
            <a:ext cx="174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50</a:t>
            </a:r>
            <a:r>
              <a:rPr kumimoji="1" lang="ko-KR" altLang="en-US" dirty="0"/>
              <a:t>대 여성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환자</a:t>
            </a:r>
            <a:endParaRPr kumimoji="1"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FF412-2E9F-7CE2-B562-7099F0705B69}"/>
              </a:ext>
            </a:extLst>
          </p:cNvPr>
          <p:cNvSpPr txBox="1"/>
          <p:nvPr/>
        </p:nvSpPr>
        <p:spPr>
          <a:xfrm>
            <a:off x="14690090" y="3781425"/>
            <a:ext cx="174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2025.06.01~2025.06.14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4FFDD-AA9E-30AB-432C-0B2B5B7131F0}"/>
              </a:ext>
            </a:extLst>
          </p:cNvPr>
          <p:cNvSpPr txBox="1"/>
          <p:nvPr/>
        </p:nvSpPr>
        <p:spPr>
          <a:xfrm>
            <a:off x="14585315" y="5333206"/>
            <a:ext cx="1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네이버</a:t>
            </a:r>
            <a:endParaRPr kumimoji="1"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38CC9-77A7-20AB-D2A9-C634422657C1}"/>
              </a:ext>
            </a:extLst>
          </p:cNvPr>
          <p:cNvSpPr txBox="1"/>
          <p:nvPr/>
        </p:nvSpPr>
        <p:spPr>
          <a:xfrm>
            <a:off x="14585315" y="6967131"/>
            <a:ext cx="2388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네이버 키워드 검색광고</a:t>
            </a:r>
            <a:r>
              <a:rPr kumimoji="1" lang="en-US" altLang="ko-KR" dirty="0"/>
              <a:t>(10</a:t>
            </a:r>
            <a:r>
              <a:rPr kumimoji="1" lang="ko-KR" altLang="en-US" dirty="0"/>
              <a:t>만원</a:t>
            </a:r>
            <a:r>
              <a:rPr kumimoji="1" lang="en-US" altLang="ko-KR" dirty="0"/>
              <a:t>)</a:t>
            </a:r>
            <a:r>
              <a:rPr kumimoji="1" lang="ko-KR" altLang="en-US" dirty="0"/>
              <a:t> 투입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클릭수</a:t>
            </a:r>
            <a:r>
              <a:rPr kumimoji="1" lang="ko-KR" altLang="en-US" dirty="0"/>
              <a:t>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회 기록</a:t>
            </a:r>
            <a:endParaRPr kumimoji="1"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107</Words>
  <Application>Microsoft Macintosh PowerPoint</Application>
  <PresentationFormat>사용자 지정</PresentationFormat>
  <Paragraphs>24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(학부생) 김지안 (컴퓨터공학과)</cp:lastModifiedBy>
  <cp:revision>2</cp:revision>
  <dcterms:created xsi:type="dcterms:W3CDTF">2025-05-11T07:23:20Z</dcterms:created>
  <dcterms:modified xsi:type="dcterms:W3CDTF">2025-05-17T11:49:10Z</dcterms:modified>
</cp:coreProperties>
</file>
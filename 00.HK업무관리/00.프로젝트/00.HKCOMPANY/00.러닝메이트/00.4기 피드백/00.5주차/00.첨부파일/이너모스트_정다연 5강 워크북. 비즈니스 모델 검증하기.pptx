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0" r:id="rId4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701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44B869-0B49-BEEC-E993-5C28B7A26A3F}"/>
              </a:ext>
            </a:extLst>
          </p:cNvPr>
          <p:cNvSpPr txBox="1"/>
          <p:nvPr/>
        </p:nvSpPr>
        <p:spPr>
          <a:xfrm>
            <a:off x="7252569" y="2210844"/>
            <a:ext cx="59248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작은 신체 사이즈에도 맞는 로브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다양한 디자인의 로브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다양한 소재의 로브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로브 구독자들을 위한 네트워킹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E884C6-F2A9-1004-C202-7E92641498E0}"/>
              </a:ext>
            </a:extLst>
          </p:cNvPr>
          <p:cNvSpPr txBox="1"/>
          <p:nvPr/>
        </p:nvSpPr>
        <p:spPr>
          <a:xfrm>
            <a:off x="739036" y="4797468"/>
            <a:ext cx="58747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로브를 협찬 제품으로 이벤트 현장에 제공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로브를 네트워킹 파티에 제공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로브를 </a:t>
            </a:r>
            <a:r>
              <a:rPr lang="ko-KR" altLang="en-US" dirty="0" err="1"/>
              <a:t>인플루언서에게</a:t>
            </a:r>
            <a:r>
              <a:rPr lang="ko-KR" altLang="en-US" dirty="0"/>
              <a:t> 제공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제공한 로브에 대한 피드백과 반응 설문조사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체험단들을 통해 장단점 수집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31E642-81A2-F53D-FDE4-A4D5BBBD3BD4}"/>
              </a:ext>
            </a:extLst>
          </p:cNvPr>
          <p:cNvSpPr txBox="1"/>
          <p:nvPr/>
        </p:nvSpPr>
        <p:spPr>
          <a:xfrm>
            <a:off x="7202466" y="4797468"/>
            <a:ext cx="59248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로브를 평소에 사용하는가</a:t>
            </a:r>
            <a:r>
              <a:rPr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로브가 있다면 사용하겠는가</a:t>
            </a:r>
            <a:r>
              <a:rPr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로브를 사용한 경험이 있다면 언제인가</a:t>
            </a:r>
            <a:r>
              <a:rPr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로브의 소재는 편안한가</a:t>
            </a:r>
            <a:r>
              <a:rPr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로브의 용도를 알고 있는가</a:t>
            </a:r>
            <a:r>
              <a:rPr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로브가 가진 다른 용도가 있다면 무엇인가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35A636-94FD-98DA-DE1F-3A40BA0CEB92}"/>
              </a:ext>
            </a:extLst>
          </p:cNvPr>
          <p:cNvSpPr txBox="1"/>
          <p:nvPr/>
        </p:nvSpPr>
        <p:spPr>
          <a:xfrm>
            <a:off x="13916416" y="2617940"/>
            <a:ext cx="2900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20-40 </a:t>
            </a:r>
            <a:r>
              <a:rPr lang="ko-KR" altLang="en-US" dirty="0"/>
              <a:t>사회활동을 하는 여성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59EC8C-77AA-E3A9-35A3-76C18382DDF5}"/>
              </a:ext>
            </a:extLst>
          </p:cNvPr>
          <p:cNvSpPr txBox="1"/>
          <p:nvPr/>
        </p:nvSpPr>
        <p:spPr>
          <a:xfrm>
            <a:off x="13916416" y="4196219"/>
            <a:ext cx="2900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2025.5 ~2025.6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828424-E8EE-1319-B331-4B38523122B7}"/>
              </a:ext>
            </a:extLst>
          </p:cNvPr>
          <p:cNvSpPr txBox="1"/>
          <p:nvPr/>
        </p:nvSpPr>
        <p:spPr>
          <a:xfrm>
            <a:off x="13916416" y="5711868"/>
            <a:ext cx="31440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마케터들의 네트워킹 장소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콘텐츠 </a:t>
            </a:r>
            <a:r>
              <a:rPr lang="ko-KR" altLang="en-US" dirty="0" err="1"/>
              <a:t>크리에이터들의</a:t>
            </a:r>
            <a:r>
              <a:rPr lang="ko-KR" altLang="en-US" dirty="0"/>
              <a:t> 네트워킹 장소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이벤트 등의 장소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6B5FB1-824B-FFE9-2302-3A84A75BA99F}"/>
              </a:ext>
            </a:extLst>
          </p:cNvPr>
          <p:cNvSpPr txBox="1"/>
          <p:nvPr/>
        </p:nvSpPr>
        <p:spPr>
          <a:xfrm>
            <a:off x="13916416" y="7327726"/>
            <a:ext cx="29007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협찬 물품을 소량 제공하 잠재고객들의 반응과 정보를 수집한다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4B3E42-4ED0-4944-4CD7-0DA3473508A9}"/>
              </a:ext>
            </a:extLst>
          </p:cNvPr>
          <p:cNvSpPr txBox="1"/>
          <p:nvPr/>
        </p:nvSpPr>
        <p:spPr>
          <a:xfrm>
            <a:off x="739036" y="2210844"/>
            <a:ext cx="5924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다양한 로브 </a:t>
            </a:r>
            <a:r>
              <a:rPr lang="en-US" altLang="ko-KR" dirty="0"/>
              <a:t>(</a:t>
            </a:r>
            <a:r>
              <a:rPr lang="ko-KR" altLang="en-US" dirty="0"/>
              <a:t>목욕 가운</a:t>
            </a:r>
            <a:r>
              <a:rPr lang="en-US" altLang="ko-KR" dirty="0"/>
              <a:t>) </a:t>
            </a:r>
            <a:r>
              <a:rPr lang="ko-KR" altLang="en-US" dirty="0"/>
              <a:t>의 디자인과 사이즈를 경험하게 하고 새로운 로브 경험을 제공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111</Words>
  <Application>Microsoft Office PowerPoint</Application>
  <PresentationFormat>사용자 지정</PresentationFormat>
  <Paragraphs>25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DAYUEN JUNG</cp:lastModifiedBy>
  <cp:revision>3</cp:revision>
  <dcterms:created xsi:type="dcterms:W3CDTF">2025-05-11T07:23:20Z</dcterms:created>
  <dcterms:modified xsi:type="dcterms:W3CDTF">2025-05-17T19:52:04Z</dcterms:modified>
</cp:coreProperties>
</file>
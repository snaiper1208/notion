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1" r:id="rId4"/>
    <p:sldId id="260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15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501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B20170-611F-DDE8-D7C7-F70A41C0B61C}"/>
              </a:ext>
            </a:extLst>
          </p:cNvPr>
          <p:cNvSpPr txBox="1"/>
          <p:nvPr/>
        </p:nvSpPr>
        <p:spPr>
          <a:xfrm>
            <a:off x="13868400" y="2724150"/>
            <a:ext cx="300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무인점포</a:t>
            </a:r>
            <a:r>
              <a:rPr kumimoji="1" lang="ko-KR" altLang="en-US" dirty="0"/>
              <a:t> 사장님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BDD337-62C0-069D-FABC-DC784DAF8655}"/>
              </a:ext>
            </a:extLst>
          </p:cNvPr>
          <p:cNvSpPr txBox="1"/>
          <p:nvPr/>
        </p:nvSpPr>
        <p:spPr>
          <a:xfrm>
            <a:off x="13868400" y="4286250"/>
            <a:ext cx="300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2025.05.11</a:t>
            </a:r>
            <a:r>
              <a:rPr kumimoji="1" lang="ko-KR" altLang="en-US" dirty="0"/>
              <a:t> </a:t>
            </a:r>
            <a:r>
              <a:rPr kumimoji="1" lang="en-US" altLang="ko-KR" dirty="0"/>
              <a:t>~</a:t>
            </a:r>
            <a:r>
              <a:rPr kumimoji="1" lang="ko-KR" altLang="en-US" dirty="0"/>
              <a:t> </a:t>
            </a:r>
            <a:r>
              <a:rPr kumimoji="1" lang="en-US" altLang="ko-KR" dirty="0"/>
              <a:t>2025.05.17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C8CC5-4BBE-9CDD-EA3E-B2960B6CDBBA}"/>
              </a:ext>
            </a:extLst>
          </p:cNvPr>
          <p:cNvSpPr txBox="1"/>
          <p:nvPr/>
        </p:nvSpPr>
        <p:spPr>
          <a:xfrm>
            <a:off x="13868400" y="5930503"/>
            <a:ext cx="300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당근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F7945-EE74-3D26-9FA7-24AB09E7367D}"/>
              </a:ext>
            </a:extLst>
          </p:cNvPr>
          <p:cNvSpPr txBox="1"/>
          <p:nvPr/>
        </p:nvSpPr>
        <p:spPr>
          <a:xfrm>
            <a:off x="13868400" y="7359253"/>
            <a:ext cx="300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공고를 올려 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C5148-0E97-D3B7-07CD-94F21D36C3A8}"/>
              </a:ext>
            </a:extLst>
          </p:cNvPr>
          <p:cNvSpPr txBox="1"/>
          <p:nvPr/>
        </p:nvSpPr>
        <p:spPr>
          <a:xfrm>
            <a:off x="895350" y="4776341"/>
            <a:ext cx="518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ko-KR" altLang="en-US" b="1" dirty="0" err="1"/>
              <a:t>컨시어지</a:t>
            </a:r>
            <a:r>
              <a:rPr lang="ko-KR" altLang="en-US" b="1" dirty="0"/>
              <a:t> </a:t>
            </a:r>
            <a:r>
              <a:rPr lang="en" altLang="ko-KR" b="1" dirty="0"/>
              <a:t>MVP</a:t>
            </a:r>
            <a:r>
              <a:rPr lang="ko-KR" altLang="en-US" b="1" dirty="0"/>
              <a:t>와 프로토타입</a:t>
            </a:r>
            <a:endParaRPr lang="en-US" altLang="ko-KR" b="1" dirty="0"/>
          </a:p>
          <a:p>
            <a:endParaRPr kumimoji="1" lang="en-US" altLang="ko-KR" b="1" dirty="0"/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ko-KR" altLang="en-US" dirty="0"/>
              <a:t>중장년층을 활용한 </a:t>
            </a:r>
            <a:r>
              <a:rPr kumimoji="1" lang="ko-KR" altLang="en-US" dirty="0" err="1"/>
              <a:t>무인매장</a:t>
            </a:r>
            <a:r>
              <a:rPr kumimoji="1" lang="ko-KR" altLang="en-US" dirty="0"/>
              <a:t> 인력제공이나 중장년층을 당장 구하기 힘드므로 내가 직접 인력 제공</a:t>
            </a:r>
            <a:endParaRPr kumimoji="1" lang="en-US" altLang="ko-KR" dirty="0"/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ko-KR" altLang="en-US" dirty="0"/>
              <a:t>당근을 통해서 </a:t>
            </a:r>
            <a:r>
              <a:rPr kumimoji="1" lang="ko-KR" altLang="en-US" dirty="0" err="1"/>
              <a:t>무인매장</a:t>
            </a:r>
            <a:r>
              <a:rPr kumimoji="1" lang="ko-KR" altLang="en-US" dirty="0"/>
              <a:t> 사장님들의 수요 파악하기</a:t>
            </a:r>
            <a:endParaRPr kumimoji="1" lang="en-US" altLang="ko-KR" dirty="0"/>
          </a:p>
          <a:p>
            <a:pPr marL="742950" lvl="1" indent="-285750">
              <a:buFont typeface="Wingdings" pitchFamily="2" charset="2"/>
              <a:buChar char="ü"/>
            </a:pPr>
            <a:endParaRPr kumimoji="1"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833E6-5E20-D4BF-C737-B3C8E656B7BD}"/>
              </a:ext>
            </a:extLst>
          </p:cNvPr>
          <p:cNvSpPr txBox="1"/>
          <p:nvPr/>
        </p:nvSpPr>
        <p:spPr>
          <a:xfrm>
            <a:off x="895350" y="2263378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kumimoji="1" lang="ko-KR" altLang="en-US" dirty="0" err="1"/>
              <a:t>무인매장을</a:t>
            </a:r>
            <a:r>
              <a:rPr kumimoji="1" lang="ko-KR" altLang="en-US" dirty="0"/>
              <a:t> 자동화 해준다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Wingdings" pitchFamily="2" charset="2"/>
              <a:buChar char="u"/>
            </a:pPr>
            <a:r>
              <a:rPr kumimoji="1" lang="ko-KR" altLang="en-US" dirty="0"/>
              <a:t>필요한 인력을 구해준다</a:t>
            </a:r>
            <a:r>
              <a:rPr kumimoji="1"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65E48-528F-1450-EBBC-D50600F208AE}"/>
              </a:ext>
            </a:extLst>
          </p:cNvPr>
          <p:cNvSpPr txBox="1"/>
          <p:nvPr/>
        </p:nvSpPr>
        <p:spPr>
          <a:xfrm>
            <a:off x="7273130" y="2263378"/>
            <a:ext cx="59170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kumimoji="1" lang="ko-KR" altLang="en-US" dirty="0" err="1"/>
              <a:t>무인매장</a:t>
            </a:r>
            <a:r>
              <a:rPr kumimoji="1" lang="ko-KR" altLang="en-US" dirty="0"/>
              <a:t> 관리에 필요한 서비스 제공</a:t>
            </a:r>
            <a:endParaRPr kumimoji="1" lang="en-US" altLang="ko-KR" dirty="0"/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ko-KR" altLang="en-US" dirty="0"/>
              <a:t>청소</a:t>
            </a:r>
            <a:r>
              <a:rPr kumimoji="1" lang="en-US" altLang="ko-KR" dirty="0"/>
              <a:t>,</a:t>
            </a:r>
            <a:r>
              <a:rPr kumimoji="1" lang="ko-KR" altLang="en-US" dirty="0"/>
              <a:t> 매대 정리</a:t>
            </a:r>
            <a:endParaRPr kumimoji="1" lang="en-US" altLang="ko-KR" dirty="0"/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ko-KR" altLang="en-US" dirty="0"/>
              <a:t>추가 필요한 고객의 요청 사항 등</a:t>
            </a:r>
            <a:endParaRPr kumimoji="1"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484378-5C62-9838-1763-197ED797451B}"/>
              </a:ext>
            </a:extLst>
          </p:cNvPr>
          <p:cNvSpPr txBox="1"/>
          <p:nvPr/>
        </p:nvSpPr>
        <p:spPr>
          <a:xfrm>
            <a:off x="7273129" y="4659392"/>
            <a:ext cx="59170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ko-KR" altLang="en-US" b="1" dirty="0" err="1"/>
              <a:t>컨시어지</a:t>
            </a:r>
            <a:r>
              <a:rPr lang="ko-KR" altLang="en-US" b="1" dirty="0"/>
              <a:t> </a:t>
            </a:r>
            <a:r>
              <a:rPr lang="en" altLang="ko-KR" b="1" dirty="0"/>
              <a:t>MVP</a:t>
            </a:r>
            <a:r>
              <a:rPr lang="ko-KR" altLang="en-US" b="1" dirty="0"/>
              <a:t>와 프로토타입을 통해 확인한 내용</a:t>
            </a:r>
            <a:endParaRPr lang="en-US" altLang="ko-KR" b="1" dirty="0"/>
          </a:p>
          <a:p>
            <a:endParaRPr kumimoji="1" lang="en-US" altLang="ko-KR" b="1" dirty="0"/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ko-KR" altLang="en-US" dirty="0"/>
              <a:t>당근은 타 서비스 홍보를 허락하지 않아 광고를 써야 하나 광고를 쓴다고 하더라도 알바생을 구할 때 당근 광고를 올리지 서비스를 찾지 않을 것 것으로 예상되어 온라인상 영업활동이 어려울 것으로 예상 </a:t>
            </a:r>
            <a:endParaRPr kumimoji="1" lang="en-US" altLang="ko-KR" dirty="0"/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en-US" altLang="ko-KR" dirty="0"/>
              <a:t>(</a:t>
            </a:r>
            <a:r>
              <a:rPr kumimoji="1" lang="ko-KR" altLang="en-US" dirty="0"/>
              <a:t>현업으로 오프라인 영업을 하지 못해</a:t>
            </a:r>
            <a:r>
              <a:rPr kumimoji="1" lang="en-US" altLang="ko-KR" dirty="0"/>
              <a:t>)</a:t>
            </a:r>
            <a:r>
              <a:rPr kumimoji="1" lang="ko-KR" altLang="en-US" dirty="0"/>
              <a:t>아직 정확한 확인하지 못하였고 확인을 위해서는 직접 오프라인 영업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무인매장</a:t>
            </a:r>
            <a:r>
              <a:rPr kumimoji="1" lang="ko-KR" altLang="en-US" dirty="0"/>
              <a:t> 사장님들께 </a:t>
            </a:r>
            <a:r>
              <a:rPr kumimoji="1" lang="en-US" altLang="ko-KR" dirty="0"/>
              <a:t>OB</a:t>
            </a:r>
            <a:r>
              <a:rPr kumimoji="1" lang="ko-KR" altLang="en-US" dirty="0"/>
              <a:t>영업이 필요함</a:t>
            </a:r>
            <a:r>
              <a:rPr kumimoji="1" lang="en-US" altLang="ko-KR" dirty="0"/>
              <a:t>),</a:t>
            </a:r>
            <a:r>
              <a:rPr kumimoji="1" lang="ko-KR" altLang="en-US" dirty="0"/>
              <a:t> 인력확보를 위한 </a:t>
            </a:r>
            <a:r>
              <a:rPr kumimoji="1" lang="ko-KR" altLang="en-US" dirty="0" err="1"/>
              <a:t>중장년</a:t>
            </a:r>
            <a:r>
              <a:rPr kumimoji="1" lang="ko-KR" altLang="en-US" dirty="0"/>
              <a:t> 일자리센터 제안이 필요함</a:t>
            </a:r>
            <a:endParaRPr kumimoji="1" lang="en-US" altLang="ko-KR" dirty="0"/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ko-KR" altLang="en-US" dirty="0" err="1"/>
              <a:t>필요로하는</a:t>
            </a:r>
            <a:r>
              <a:rPr kumimoji="1" lang="ko-KR" altLang="en-US" dirty="0"/>
              <a:t> 사장님을 찾기 위해서 많은 시간이 필요할 것으로 예상</a:t>
            </a:r>
            <a:endParaRPr kumimoji="1" lang="en-US" altLang="ko-KR" dirty="0"/>
          </a:p>
          <a:p>
            <a:pPr marL="742950" lvl="1" indent="-285750">
              <a:buFont typeface="Wingdings" pitchFamily="2" charset="2"/>
              <a:buChar char="ü"/>
            </a:pPr>
            <a:endParaRPr kumimoji="1" lang="en-US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84DDD6-49C4-DE4C-0DDB-63DDDB780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88" y="1608987"/>
            <a:ext cx="3776368" cy="74198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171A819-7017-77F3-02B8-A67AE4F17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883" y="1608987"/>
            <a:ext cx="3776368" cy="741986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C106D10-4F20-8561-E58C-687F06928C3D}"/>
              </a:ext>
            </a:extLst>
          </p:cNvPr>
          <p:cNvSpPr/>
          <p:nvPr/>
        </p:nvSpPr>
        <p:spPr>
          <a:xfrm>
            <a:off x="12978760" y="2849959"/>
            <a:ext cx="4248150" cy="26465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itchFamily="2" charset="2"/>
              <a:buChar char="u"/>
            </a:pPr>
            <a:r>
              <a:rPr kumimoji="1" lang="en-US" altLang="ko-KR" b="1" dirty="0"/>
              <a:t>MVP</a:t>
            </a:r>
            <a:r>
              <a:rPr kumimoji="1" lang="ko-KR" altLang="en-US" b="1" dirty="0" err="1"/>
              <a:t>를</a:t>
            </a:r>
            <a:r>
              <a:rPr kumimoji="1" lang="ko-KR" altLang="en-US" b="1" dirty="0"/>
              <a:t> 확인하기 위해서는 오프라인</a:t>
            </a:r>
            <a:r>
              <a:rPr kumimoji="1" lang="en-US" altLang="ko-KR" b="1" dirty="0"/>
              <a:t>OB</a:t>
            </a:r>
            <a:r>
              <a:rPr kumimoji="1" lang="ko-KR" altLang="en-US" b="1" dirty="0"/>
              <a:t>영업의 필요</a:t>
            </a:r>
            <a:endParaRPr kumimoji="1" lang="en-US" altLang="ko-KR" b="1" dirty="0"/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ko-KR" altLang="en-US" dirty="0" err="1"/>
              <a:t>무인매장</a:t>
            </a:r>
            <a:r>
              <a:rPr kumimoji="1" lang="ko-KR" altLang="en-US" dirty="0"/>
              <a:t> 사장님 직접 </a:t>
            </a:r>
            <a:r>
              <a:rPr kumimoji="1" lang="en-US" altLang="ko-KR" dirty="0"/>
              <a:t>OB</a:t>
            </a:r>
            <a:r>
              <a:rPr kumimoji="1" lang="ko-KR" altLang="en-US" dirty="0"/>
              <a:t>영업하여 인력 자리 따오기</a:t>
            </a:r>
            <a:endParaRPr kumimoji="1" lang="en-US" altLang="ko-KR" dirty="0"/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ko-KR" altLang="en-US" dirty="0"/>
              <a:t>중장년층 인력을 구하기 위해서는 공공기관 제안을 통해서 받아오기</a:t>
            </a:r>
            <a:endParaRPr kumimoji="1" lang="en-US" altLang="ko-KR" dirty="0"/>
          </a:p>
          <a:p>
            <a:pPr marL="285750" indent="-285750">
              <a:buFont typeface="Wingdings" pitchFamily="2" charset="2"/>
              <a:buChar char="u"/>
            </a:pPr>
            <a:endParaRPr kumimoji="1" lang="en-US" altLang="ko-KR" dirty="0"/>
          </a:p>
        </p:txBody>
      </p:sp>
      <p:sp>
        <p:nvSpPr>
          <p:cNvPr id="7" name="1/2 액자 6">
            <a:extLst>
              <a:ext uri="{FF2B5EF4-FFF2-40B4-BE49-F238E27FC236}">
                <a16:creationId xmlns:a16="http://schemas.microsoft.com/office/drawing/2014/main" id="{AB4143D0-AAEB-D1F0-89FC-F8340DC7F4C3}"/>
              </a:ext>
            </a:extLst>
          </p:cNvPr>
          <p:cNvSpPr/>
          <p:nvPr/>
        </p:nvSpPr>
        <p:spPr>
          <a:xfrm rot="8168664">
            <a:off x="10967794" y="3736030"/>
            <a:ext cx="1534012" cy="1428258"/>
          </a:xfrm>
          <a:prstGeom prst="halfFram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8FEF6E-45EE-FC6D-3F48-648D1CE4B9EE}"/>
              </a:ext>
            </a:extLst>
          </p:cNvPr>
          <p:cNvSpPr/>
          <p:nvPr/>
        </p:nvSpPr>
        <p:spPr>
          <a:xfrm>
            <a:off x="10619730" y="4259657"/>
            <a:ext cx="1115070" cy="3313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A28D26-D4C9-2C9C-0F7C-ACAA83193A0B}"/>
              </a:ext>
            </a:extLst>
          </p:cNvPr>
          <p:cNvSpPr/>
          <p:nvPr/>
        </p:nvSpPr>
        <p:spPr>
          <a:xfrm>
            <a:off x="624988" y="180236"/>
            <a:ext cx="16601922" cy="82941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ko-KR" b="1" dirty="0"/>
          </a:p>
          <a:p>
            <a:pPr algn="ctr"/>
            <a:r>
              <a:rPr kumimoji="1" lang="en-US" altLang="ko-KR" sz="4400" b="1" dirty="0">
                <a:latin typeface="+mj-ea"/>
                <a:ea typeface="+mj-ea"/>
              </a:rPr>
              <a:t>MVP</a:t>
            </a:r>
            <a:r>
              <a:rPr kumimoji="1" lang="ko-KR" altLang="en-US" sz="4400" b="1" dirty="0">
                <a:latin typeface="+mj-ea"/>
                <a:ea typeface="+mj-ea"/>
              </a:rPr>
              <a:t> 진행상황</a:t>
            </a:r>
            <a:endParaRPr kumimoji="1"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9769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157</Words>
  <Application>Microsoft Macintosh PowerPoint</Application>
  <PresentationFormat>사용자 지정</PresentationFormat>
  <Paragraphs>26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승연 곽</cp:lastModifiedBy>
  <cp:revision>2</cp:revision>
  <dcterms:created xsi:type="dcterms:W3CDTF">2025-05-11T07:23:20Z</dcterms:created>
  <dcterms:modified xsi:type="dcterms:W3CDTF">2025-05-17T13:15:46Z</dcterms:modified>
</cp:coreProperties>
</file>
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9" r:id="rId3"/>
    <p:sldId id="260" r:id="rId4"/>
  </p:sldIdLst>
  <p:sldSz cx="17556163" cy="9875838"/>
  <p:notesSz cx="9875838" cy="17556163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56" d="100"/>
          <a:sy n="56" d="100"/>
        </p:scale>
        <p:origin x="100" y="18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96004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76BE1D6-5A66-5B5E-BEAF-3BCCEC5D2690}"/>
              </a:ext>
            </a:extLst>
          </p:cNvPr>
          <p:cNvSpPr txBox="1"/>
          <p:nvPr/>
        </p:nvSpPr>
        <p:spPr>
          <a:xfrm>
            <a:off x="685800" y="2240280"/>
            <a:ext cx="5943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영상 편집이 어려운 </a:t>
            </a:r>
            <a:r>
              <a:rPr lang="en-US" altLang="ko-KR" dirty="0"/>
              <a:t>40</a:t>
            </a:r>
            <a:r>
              <a:rPr lang="ko-KR" altLang="en-US" dirty="0"/>
              <a:t>대 이상 사용자도</a:t>
            </a:r>
            <a:br>
              <a:rPr lang="ko-KR" altLang="en-US" dirty="0"/>
            </a:br>
            <a:r>
              <a:rPr lang="en-US" altLang="ko-KR" dirty="0"/>
              <a:t>AI</a:t>
            </a:r>
            <a:r>
              <a:rPr lang="ko-KR" altLang="en-US" dirty="0"/>
              <a:t>와 </a:t>
            </a:r>
            <a:r>
              <a:rPr lang="ko-KR" altLang="en-US" dirty="0" err="1"/>
              <a:t>노코드</a:t>
            </a:r>
            <a:r>
              <a:rPr lang="ko-KR" altLang="en-US" dirty="0"/>
              <a:t> 툴 기반의 자동화된 영상 제작을 통해</a:t>
            </a:r>
            <a:br>
              <a:rPr lang="ko-KR" altLang="en-US" dirty="0"/>
            </a:br>
            <a:r>
              <a:rPr lang="ko-KR" altLang="en-US" dirty="0"/>
              <a:t>자신만의 스토리를 손쉽게 영상 콘텐츠로 표현할 수 있도록 돕는 솔루션 제공</a:t>
            </a:r>
          </a:p>
        </p:txBody>
      </p:sp>
      <p:sp>
        <p:nvSpPr>
          <p:cNvPr id="13" name="Rectangle 6">
            <a:extLst>
              <a:ext uri="{FF2B5EF4-FFF2-40B4-BE49-F238E27FC236}">
                <a16:creationId xmlns:a16="http://schemas.microsoft.com/office/drawing/2014/main" id="{9FEE661D-099E-F6DA-ED03-8B4F84303C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15200" y="2240280"/>
            <a:ext cx="5406073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사용자가 사진/영상</a:t>
            </a:r>
            <a:r>
              <a:rPr kumimoji="0" lang="ko-KR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을 촬영하여 파일을 전달 </a:t>
            </a:r>
            <a:r>
              <a:rPr kumimoji="0" lang="ko-KR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할시</a:t>
            </a:r>
            <a:r>
              <a:rPr kumimoji="0" lang="ko-KR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자동으로 영상 편집 (자막, 음악, 전환 포함)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사용 목적에 맞춘 영상 </a:t>
            </a:r>
            <a:r>
              <a:rPr kumimoji="0" lang="ko-KR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대본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추천 기능 (예: 가족영상 / 여행영상 /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자기PR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등)</a:t>
            </a:r>
          </a:p>
        </p:txBody>
      </p:sp>
      <p:sp>
        <p:nvSpPr>
          <p:cNvPr id="14" name="Rectangle 7">
            <a:extLst>
              <a:ext uri="{FF2B5EF4-FFF2-40B4-BE49-F238E27FC236}">
                <a16:creationId xmlns:a16="http://schemas.microsoft.com/office/drawing/2014/main" id="{EB34B9B9-D8D0-93A3-5587-DC5FCAC050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1" y="4942225"/>
            <a:ext cx="6115050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구글폼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기반으로 사진/영상 업로드 수집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수집된 자료를 기반으로 </a:t>
            </a:r>
            <a:r>
              <a:rPr kumimoji="0" lang="ko-KR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이메일로 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영상 </a:t>
            </a:r>
            <a:r>
              <a:rPr kumimoji="0" lang="ko-KR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전달</a:t>
            </a: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자동 편집 프로토타입 영상 전달 후 만족도 및 피드백 수집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참여자의 SNS 업로드 여부 및 재사용 의향 확인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사용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전·후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감정 변화, 만족도, 재이용 의향 인터뷰 진행</a:t>
            </a:r>
          </a:p>
        </p:txBody>
      </p:sp>
      <p:sp>
        <p:nvSpPr>
          <p:cNvPr id="15" name="Rectangle 8">
            <a:extLst>
              <a:ext uri="{FF2B5EF4-FFF2-40B4-BE49-F238E27FC236}">
                <a16:creationId xmlns:a16="http://schemas.microsoft.com/office/drawing/2014/main" id="{8D585ABA-F000-4CB7-419E-9915898F61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15200" y="4986606"/>
            <a:ext cx="5703570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사용자가 영상 편집 도구 없이도 완성된 영상에 만족하는가?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영상이 ‘내가 만든 것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같다’는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느낌을 주는가?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SNS에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공유했을 때 좋아요, 댓글, 주변 반응 등으로 인해 자존감 향상 여부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향후 유료 구독/서비스 전환 가능성이 있는지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A5CE9D1-4827-D54A-EF48-3F1C8A227866}"/>
              </a:ext>
            </a:extLst>
          </p:cNvPr>
          <p:cNvSpPr txBox="1"/>
          <p:nvPr/>
        </p:nvSpPr>
        <p:spPr>
          <a:xfrm>
            <a:off x="13967142" y="2747218"/>
            <a:ext cx="290322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40</a:t>
            </a:r>
            <a:r>
              <a:rPr lang="ko-KR" altLang="en-US" dirty="0"/>
              <a:t>대 이상 </a:t>
            </a:r>
            <a:r>
              <a:rPr lang="en-US" altLang="ko-KR" dirty="0"/>
              <a:t>SNS </a:t>
            </a:r>
            <a:r>
              <a:rPr lang="ko-KR" altLang="en-US" dirty="0"/>
              <a:t>사용자 </a:t>
            </a:r>
            <a:r>
              <a:rPr lang="en-US" altLang="ko-KR" dirty="0"/>
              <a:t>/ </a:t>
            </a:r>
            <a:r>
              <a:rPr lang="ko-KR" altLang="en-US" dirty="0"/>
              <a:t>영상 콘텐츠 제작에 흥미는 있으나 경험이 적은 사람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F71A18A-31D2-3FE0-341E-BA98DAC917A0}"/>
              </a:ext>
            </a:extLst>
          </p:cNvPr>
          <p:cNvSpPr txBox="1"/>
          <p:nvPr/>
        </p:nvSpPr>
        <p:spPr>
          <a:xfrm>
            <a:off x="13967142" y="5863769"/>
            <a:ext cx="241204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영상 편집 교육장</a:t>
            </a:r>
          </a:p>
        </p:txBody>
      </p:sp>
      <p:sp>
        <p:nvSpPr>
          <p:cNvPr id="20" name="Rectangle 9">
            <a:extLst>
              <a:ext uri="{FF2B5EF4-FFF2-40B4-BE49-F238E27FC236}">
                <a16:creationId xmlns:a16="http://schemas.microsoft.com/office/drawing/2014/main" id="{993B28DC-3015-2917-FFC5-4D65A4DB1B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84581" y="7312878"/>
            <a:ext cx="3623310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사진 및 간단한 영상 업로드 참여 유도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영상 제작 후 결과물 제공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만족도 설문, 공유 여부 추적, 후기 수집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194</Words>
  <Application>Microsoft Office PowerPoint</Application>
  <PresentationFormat>사용자 지정</PresentationFormat>
  <Paragraphs>20</Paragraphs>
  <Slides>3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1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5" baseType="lpstr">
      <vt:lpstr>Arial</vt:lpstr>
      <vt:lpstr>Office Theme</vt:lpstr>
      <vt:lpstr>PowerPoint 프레젠테이션</vt:lpstr>
      <vt:lpstr>PowerPoint 프레젠테이션</vt:lpstr>
      <vt:lpstr>PowerPoint 프레젠테이션</vt:lpstr>
    </vt:vector>
  </TitlesOfParts>
  <Company>mangoboard.net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러닝메이트 워크북v2</dc:title>
  <dc:subject>Presentation</dc:subject>
  <dc:creator>mangoboard.net_48059005</dc:creator>
  <cp:lastModifiedBy>정희조</cp:lastModifiedBy>
  <cp:revision>2</cp:revision>
  <dcterms:created xsi:type="dcterms:W3CDTF">2025-05-11T07:23:20Z</dcterms:created>
  <dcterms:modified xsi:type="dcterms:W3CDTF">2025-05-17T09:01:03Z</dcterms:modified>
</cp:coreProperties>
</file>
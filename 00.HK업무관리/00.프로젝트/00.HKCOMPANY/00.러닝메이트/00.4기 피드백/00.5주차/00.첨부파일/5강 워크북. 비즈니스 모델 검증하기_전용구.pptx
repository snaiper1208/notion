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7556163" cy="9875838"/>
  <p:notesSz cx="9875838" cy="17556163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43" d="100"/>
          <a:sy n="43" d="100"/>
        </p:scale>
        <p:origin x="34" y="157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768683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464E44E-B803-5D5D-4EF9-B8C67DAED3E3}"/>
              </a:ext>
            </a:extLst>
          </p:cNvPr>
          <p:cNvSpPr txBox="1"/>
          <p:nvPr/>
        </p:nvSpPr>
        <p:spPr>
          <a:xfrm>
            <a:off x="788893" y="2494875"/>
            <a:ext cx="57438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아침을 바꾸면 하루가 바뀐다</a:t>
            </a:r>
            <a:r>
              <a:rPr lang="en-US" altLang="ko-KR" dirty="0"/>
              <a:t>. </a:t>
            </a:r>
            <a:r>
              <a:rPr lang="ko-KR" altLang="en-US" dirty="0"/>
              <a:t>내 상태를 읽고 몰입으로 </a:t>
            </a:r>
            <a:endParaRPr lang="en-US" altLang="ko-KR" dirty="0"/>
          </a:p>
          <a:p>
            <a:r>
              <a:rPr lang="ko-KR" altLang="en-US" dirty="0"/>
              <a:t>전환시키는 뇌파 기반 루틴 서비스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F36270-E466-7787-CE8F-4B79501F1B77}"/>
              </a:ext>
            </a:extLst>
          </p:cNvPr>
          <p:cNvSpPr txBox="1"/>
          <p:nvPr/>
        </p:nvSpPr>
        <p:spPr>
          <a:xfrm>
            <a:off x="7162799" y="2079377"/>
            <a:ext cx="5650906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심박수</a:t>
            </a:r>
            <a:r>
              <a:rPr lang="en-US" altLang="ko-KR" dirty="0"/>
              <a:t>/</a:t>
            </a:r>
            <a:r>
              <a:rPr lang="ko-KR" altLang="en-US" dirty="0"/>
              <a:t>날씨 기반 상태 예측 </a:t>
            </a:r>
            <a:r>
              <a:rPr lang="en-US" altLang="ko-KR" dirty="0"/>
              <a:t>(</a:t>
            </a:r>
            <a:r>
              <a:rPr lang="ko-KR" altLang="en-US" dirty="0"/>
              <a:t>뇌파는 추후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개인 맞춤 루틴 매칭 및 실행 </a:t>
            </a:r>
            <a:r>
              <a:rPr lang="en-US" altLang="ko-KR" dirty="0"/>
              <a:t>(3~5</a:t>
            </a:r>
            <a:r>
              <a:rPr lang="ko-KR" altLang="en-US" dirty="0"/>
              <a:t>분</a:t>
            </a:r>
            <a:r>
              <a:rPr lang="en-US" altLang="ko-KR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사운드</a:t>
            </a:r>
            <a:r>
              <a:rPr lang="en-US" altLang="ko-KR" dirty="0"/>
              <a:t>/</a:t>
            </a:r>
            <a:r>
              <a:rPr lang="ko-KR" altLang="en-US" dirty="0"/>
              <a:t>호흡</a:t>
            </a:r>
            <a:r>
              <a:rPr lang="en-US" altLang="ko-KR" dirty="0"/>
              <a:t>/</a:t>
            </a:r>
            <a:r>
              <a:rPr lang="ko-KR" altLang="en-US" dirty="0"/>
              <a:t>행동 지시 포함</a:t>
            </a:r>
            <a:endParaRPr lang="en-US" altLang="ko-KR" dirty="0"/>
          </a:p>
          <a:p>
            <a:r>
              <a:rPr lang="ko-KR" altLang="en-US" dirty="0"/>
              <a:t>루틴 실행 후 간단한 자가 몰입도 평가</a:t>
            </a:r>
            <a:endParaRPr lang="en-US" altLang="ko-KR" dirty="0"/>
          </a:p>
          <a:p>
            <a:r>
              <a:rPr lang="ko-KR" altLang="en-US" dirty="0"/>
              <a:t>실행 여부 자동 기록 </a:t>
            </a:r>
            <a:r>
              <a:rPr lang="en-US" altLang="ko-KR" dirty="0"/>
              <a:t>/ </a:t>
            </a:r>
            <a:r>
              <a:rPr lang="ko-KR" altLang="en-US" dirty="0"/>
              <a:t>챌린지 참여 및 리워드 환급 흐름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FB86D9-5366-E770-6E43-18667FADC995}"/>
              </a:ext>
            </a:extLst>
          </p:cNvPr>
          <p:cNvSpPr txBox="1"/>
          <p:nvPr/>
        </p:nvSpPr>
        <p:spPr>
          <a:xfrm>
            <a:off x="761999" y="4816736"/>
            <a:ext cx="6115777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정량 지표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루틴 </a:t>
            </a:r>
            <a:r>
              <a:rPr lang="ko-KR" altLang="en-US" dirty="0" err="1"/>
              <a:t>실행율</a:t>
            </a:r>
            <a:r>
              <a:rPr lang="en-US" altLang="ko-KR" dirty="0"/>
              <a:t> (7</a:t>
            </a:r>
            <a:r>
              <a:rPr lang="ko-KR" altLang="en-US" dirty="0"/>
              <a:t>일 중 몇 회 실행</a:t>
            </a:r>
            <a:r>
              <a:rPr lang="en-US" altLang="ko-KR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평균 몰입도 자가 평가 </a:t>
            </a:r>
            <a:r>
              <a:rPr lang="en-US" altLang="ko-KR" dirty="0"/>
              <a:t>(1~5</a:t>
            </a:r>
            <a:r>
              <a:rPr lang="ko-KR" altLang="en-US" dirty="0"/>
              <a:t>점</a:t>
            </a:r>
            <a:r>
              <a:rPr lang="en-US" altLang="ko-KR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루틴 전후 기분 변화 선택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행동 지표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기상 후 스마트폰 사용 시간 변화 </a:t>
            </a:r>
            <a:r>
              <a:rPr lang="en-US" altLang="ko-KR" dirty="0"/>
              <a:t>(</a:t>
            </a:r>
            <a:r>
              <a:rPr lang="ko-KR" altLang="en-US" dirty="0"/>
              <a:t>스크린타임 기반 비교</a:t>
            </a:r>
            <a:r>
              <a:rPr lang="en-US" altLang="ko-KR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루틴 실행 후 생산성 활동 시작 시간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정성 지표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루틴이 실제 도움이 되었는가</a:t>
            </a:r>
            <a:r>
              <a:rPr lang="en-US" altLang="ko-KR" dirty="0"/>
              <a:t>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나에게 맞춰졌다는 느낌이 있었는가</a:t>
            </a:r>
            <a:r>
              <a:rPr lang="en-US" altLang="ko-KR" dirty="0"/>
              <a:t>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기존 루틴 앱</a:t>
            </a:r>
            <a:r>
              <a:rPr lang="en-US" altLang="ko-KR" dirty="0"/>
              <a:t>/</a:t>
            </a:r>
            <a:r>
              <a:rPr lang="ko-KR" altLang="en-US" dirty="0"/>
              <a:t>명상 앱과 뭐가 달랐는가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2FBADD-94F9-C3D9-0AA6-9A66411DDED8}"/>
              </a:ext>
            </a:extLst>
          </p:cNvPr>
          <p:cNvSpPr txBox="1"/>
          <p:nvPr/>
        </p:nvSpPr>
        <p:spPr>
          <a:xfrm>
            <a:off x="7162799" y="4816736"/>
            <a:ext cx="6115777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정량 지표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루틴 </a:t>
            </a:r>
            <a:r>
              <a:rPr lang="ko-KR" altLang="en-US" dirty="0" err="1"/>
              <a:t>실행율</a:t>
            </a:r>
            <a:r>
              <a:rPr lang="en-US" altLang="ko-KR" dirty="0"/>
              <a:t> (7</a:t>
            </a:r>
            <a:r>
              <a:rPr lang="ko-KR" altLang="en-US" dirty="0"/>
              <a:t>일 중 몇 회 실행</a:t>
            </a:r>
            <a:r>
              <a:rPr lang="en-US" altLang="ko-KR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평균 몰입도 자가 평가 </a:t>
            </a:r>
            <a:r>
              <a:rPr lang="en-US" altLang="ko-KR" dirty="0"/>
              <a:t>(1~5</a:t>
            </a:r>
            <a:r>
              <a:rPr lang="ko-KR" altLang="en-US" dirty="0"/>
              <a:t>점</a:t>
            </a:r>
            <a:r>
              <a:rPr lang="en-US" altLang="ko-KR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루틴 전후 기분 변화 선택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행동 지표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기상 후 스마트폰 사용 시간 변화 </a:t>
            </a:r>
            <a:r>
              <a:rPr lang="en-US" altLang="ko-KR" dirty="0"/>
              <a:t>(</a:t>
            </a:r>
            <a:r>
              <a:rPr lang="ko-KR" altLang="en-US" dirty="0"/>
              <a:t>스크린타임 기반 비교</a:t>
            </a:r>
            <a:r>
              <a:rPr lang="en-US" altLang="ko-KR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루틴 실행 후 생산성 활동 시작 시간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정성 지표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루틴이 실제 도움이 되었는가</a:t>
            </a:r>
            <a:r>
              <a:rPr lang="en-US" altLang="ko-KR" dirty="0"/>
              <a:t>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나에게 맞춰졌다는 느낌이 있었는가</a:t>
            </a:r>
            <a:r>
              <a:rPr lang="en-US" altLang="ko-KR" dirty="0"/>
              <a:t>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기존 루틴 앱</a:t>
            </a:r>
            <a:r>
              <a:rPr lang="en-US" altLang="ko-KR" dirty="0"/>
              <a:t>/</a:t>
            </a:r>
            <a:r>
              <a:rPr lang="ko-KR" altLang="en-US" dirty="0"/>
              <a:t>명상 앱과 뭐가 달랐는가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91A20F2-F3CA-24F6-409E-5E65C8B9A59C}"/>
              </a:ext>
            </a:extLst>
          </p:cNvPr>
          <p:cNvSpPr txBox="1"/>
          <p:nvPr/>
        </p:nvSpPr>
        <p:spPr>
          <a:xfrm>
            <a:off x="13707023" y="2647275"/>
            <a:ext cx="344998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20~39</a:t>
            </a:r>
            <a:r>
              <a:rPr lang="ko-KR" altLang="en-US" dirty="0"/>
              <a:t>세 직장인</a:t>
            </a:r>
            <a:r>
              <a:rPr lang="en-US" altLang="ko-KR" dirty="0"/>
              <a:t>, </a:t>
            </a:r>
            <a:r>
              <a:rPr lang="ko-KR" altLang="en-US" dirty="0"/>
              <a:t>대학생 중 </a:t>
            </a:r>
            <a:endParaRPr lang="en-US" altLang="ko-KR" dirty="0"/>
          </a:p>
          <a:p>
            <a:r>
              <a:rPr lang="ko-KR" altLang="en-US" dirty="0"/>
              <a:t>아침 시간 루틴</a:t>
            </a:r>
            <a:r>
              <a:rPr lang="en-US" altLang="ko-KR" dirty="0"/>
              <a:t> </a:t>
            </a:r>
            <a:r>
              <a:rPr lang="ko-KR" altLang="en-US" dirty="0"/>
              <a:t>문제를 호소하는 </a:t>
            </a:r>
            <a:endParaRPr lang="en-US" altLang="ko-KR" dirty="0"/>
          </a:p>
          <a:p>
            <a:r>
              <a:rPr lang="ko-KR" altLang="en-US" dirty="0"/>
              <a:t>사람 </a:t>
            </a:r>
            <a:r>
              <a:rPr lang="en-US" altLang="ko-KR" dirty="0"/>
              <a:t>100</a:t>
            </a:r>
            <a:r>
              <a:rPr lang="ko-KR" altLang="en-US" dirty="0"/>
              <a:t>명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142B75-5C0D-2F92-E4DB-15AC90AD59FD}"/>
              </a:ext>
            </a:extLst>
          </p:cNvPr>
          <p:cNvSpPr txBox="1"/>
          <p:nvPr/>
        </p:nvSpPr>
        <p:spPr>
          <a:xfrm>
            <a:off x="13707023" y="4225063"/>
            <a:ext cx="346761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총 </a:t>
            </a:r>
            <a:r>
              <a:rPr lang="en-US" altLang="ko-KR" dirty="0"/>
              <a:t>16</a:t>
            </a:r>
            <a:r>
              <a:rPr lang="ko-KR" altLang="en-US" dirty="0"/>
              <a:t>일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사전 인터뷰 및 설명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2</a:t>
            </a:r>
            <a:r>
              <a:rPr lang="ko-KR" altLang="en-US" dirty="0"/>
              <a:t>주 간 루틴 제공 및 실사용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2</a:t>
            </a:r>
            <a:r>
              <a:rPr lang="ko-KR" altLang="en-US" dirty="0"/>
              <a:t>일 내 후속 인터뷰</a:t>
            </a:r>
            <a:r>
              <a:rPr lang="en-US" altLang="ko-KR" dirty="0"/>
              <a:t>/</a:t>
            </a:r>
            <a:r>
              <a:rPr lang="ko-KR" altLang="en-US" dirty="0"/>
              <a:t>설문</a:t>
            </a:r>
            <a:r>
              <a:rPr lang="en-US" altLang="ko-KR" dirty="0"/>
              <a:t>/</a:t>
            </a:r>
            <a:r>
              <a:rPr lang="ko-KR" altLang="en-US" dirty="0"/>
              <a:t>분석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964017C-2D45-8FC8-3855-C24AF287D8A3}"/>
              </a:ext>
            </a:extLst>
          </p:cNvPr>
          <p:cNvSpPr txBox="1"/>
          <p:nvPr/>
        </p:nvSpPr>
        <p:spPr>
          <a:xfrm>
            <a:off x="13814598" y="5689432"/>
            <a:ext cx="29231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참가자 개인 공간</a:t>
            </a:r>
            <a:endParaRPr lang="en-US" altLang="ko-KR" dirty="0"/>
          </a:p>
          <a:p>
            <a:r>
              <a:rPr lang="ko-KR" altLang="en-US" dirty="0"/>
              <a:t>인터뷰는 방문</a:t>
            </a:r>
            <a:r>
              <a:rPr lang="en-US" altLang="ko-KR" dirty="0"/>
              <a:t>/</a:t>
            </a:r>
            <a:r>
              <a:rPr lang="ko-KR" altLang="en-US" dirty="0"/>
              <a:t>통화</a:t>
            </a:r>
            <a:r>
              <a:rPr lang="en-US" altLang="ko-KR" dirty="0"/>
              <a:t>/ZOOM</a:t>
            </a:r>
            <a:r>
              <a:rPr lang="ko-KR" altLang="en-US" dirty="0"/>
              <a:t>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FE16333-A138-5178-AA69-91C3EF28B6F3}"/>
              </a:ext>
            </a:extLst>
          </p:cNvPr>
          <p:cNvSpPr txBox="1"/>
          <p:nvPr/>
        </p:nvSpPr>
        <p:spPr>
          <a:xfrm>
            <a:off x="13814598" y="7209806"/>
            <a:ext cx="4257897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/>
              <a:t>사전</a:t>
            </a:r>
            <a:r>
              <a:rPr lang="en-US" altLang="ko-KR" dirty="0"/>
              <a:t> </a:t>
            </a:r>
            <a:r>
              <a:rPr lang="ko-KR" altLang="en-US" dirty="0"/>
              <a:t>설문 및 디지털 기상 습관 파악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매일 아침 맞춤 루틴 자동 제공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루틴 후 간단한 피드백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스크린타임 데이터 요청</a:t>
            </a:r>
            <a:r>
              <a:rPr lang="en-US" altLang="ko-KR" dirty="0"/>
              <a:t>(</a:t>
            </a:r>
            <a:r>
              <a:rPr lang="ko-KR" altLang="en-US" dirty="0"/>
              <a:t>선택사항</a:t>
            </a:r>
            <a:r>
              <a:rPr lang="en-US" altLang="ko-KR" dirty="0"/>
              <a:t>)</a:t>
            </a:r>
          </a:p>
          <a:p>
            <a:pPr marL="342900" indent="-342900">
              <a:buAutoNum type="arabicPeriod"/>
            </a:pPr>
            <a:r>
              <a:rPr lang="ko-KR" altLang="en-US" dirty="0"/>
              <a:t>환급형 챌린지 참여로 실질 동기 부여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종료 후 정성 인터뷰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275</Words>
  <Application>Microsoft Office PowerPoint</Application>
  <PresentationFormat>사용자 지정</PresentationFormat>
  <Paragraphs>53</Paragraphs>
  <Slides>5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7" baseType="lpstr"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mangoboard.net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러닝메이트 워크북v2</dc:title>
  <dc:subject>Presentation</dc:subject>
  <dc:creator>mangoboard.net_48059005</dc:creator>
  <cp:lastModifiedBy>전 용구</cp:lastModifiedBy>
  <cp:revision>2</cp:revision>
  <dcterms:created xsi:type="dcterms:W3CDTF">2025-05-11T07:23:20Z</dcterms:created>
  <dcterms:modified xsi:type="dcterms:W3CDTF">2025-05-17T14:12:28Z</dcterms:modified>
</cp:coreProperties>
</file>
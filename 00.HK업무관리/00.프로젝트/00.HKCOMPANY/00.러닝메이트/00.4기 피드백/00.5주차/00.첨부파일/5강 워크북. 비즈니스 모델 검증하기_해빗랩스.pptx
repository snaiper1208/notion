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2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68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EE49E5-0936-ED0D-BB78-BB3B8DD6A2A4}"/>
              </a:ext>
            </a:extLst>
          </p:cNvPr>
          <p:cNvSpPr txBox="1"/>
          <p:nvPr/>
        </p:nvSpPr>
        <p:spPr>
          <a:xfrm>
            <a:off x="700088" y="2443163"/>
            <a:ext cx="580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건강기능식품의 좋은 소비자경험을 위한 섭취관리를</a:t>
            </a:r>
            <a:endParaRPr kumimoji="1" lang="en-US" altLang="ko-KR" dirty="0"/>
          </a:p>
          <a:p>
            <a:r>
              <a:rPr kumimoji="1" lang="ko-KR" altLang="en-US" dirty="0"/>
              <a:t>돕고 정보를 제공한다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F4E00-05EF-776D-8918-B0C786E43165}"/>
              </a:ext>
            </a:extLst>
          </p:cNvPr>
          <p:cNvSpPr txBox="1"/>
          <p:nvPr/>
        </p:nvSpPr>
        <p:spPr>
          <a:xfrm>
            <a:off x="7201219" y="2286000"/>
            <a:ext cx="5800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MBTI</a:t>
            </a:r>
            <a:r>
              <a:rPr kumimoji="1" lang="ko-KR" altLang="en-US" dirty="0"/>
              <a:t>스타일 설문조사 기반 영양소 및 상품 큐레이션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섭취관리 및 보상제공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상품판매 기능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91D8C-FA83-3C5A-7990-598620253E94}"/>
              </a:ext>
            </a:extLst>
          </p:cNvPr>
          <p:cNvSpPr txBox="1"/>
          <p:nvPr/>
        </p:nvSpPr>
        <p:spPr>
          <a:xfrm>
            <a:off x="881063" y="5038726"/>
            <a:ext cx="58007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소비자들은 섭취관리 서비스에 필요성을 느끼는지</a:t>
            </a:r>
            <a:endParaRPr kumimoji="1" lang="en-US" altLang="ko-KR" dirty="0"/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회원 수 </a:t>
            </a:r>
            <a:r>
              <a:rPr kumimoji="1" lang="en-US" altLang="ko-KR" dirty="0"/>
              <a:t>100</a:t>
            </a:r>
            <a:r>
              <a:rPr kumimoji="1" lang="ko-KR" altLang="en-US" dirty="0"/>
              <a:t>명 모집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15</a:t>
            </a:r>
            <a:r>
              <a:rPr kumimoji="1" lang="ko-KR" altLang="en-US" dirty="0"/>
              <a:t>일간 평균 접속일 수</a:t>
            </a:r>
            <a:r>
              <a:rPr kumimoji="1" lang="en-US" altLang="ko-KR" dirty="0"/>
              <a:t>, </a:t>
            </a:r>
            <a:r>
              <a:rPr kumimoji="1" lang="ko-KR" altLang="en-US" dirty="0"/>
              <a:t>연속 접속일 수 확인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평균 사용시간 확인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섭취관리 서비스 </a:t>
            </a:r>
            <a:r>
              <a:rPr kumimoji="1" lang="ko-KR" altLang="en-US" dirty="0" err="1"/>
              <a:t>이용율</a:t>
            </a:r>
            <a:r>
              <a:rPr kumimoji="1" lang="ko-KR" altLang="en-US" dirty="0"/>
              <a:t> 확인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재구매율 확인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BA613-F471-7F6E-CF9D-9D42A4680D21}"/>
              </a:ext>
            </a:extLst>
          </p:cNvPr>
          <p:cNvSpPr txBox="1"/>
          <p:nvPr/>
        </p:nvSpPr>
        <p:spPr>
          <a:xfrm>
            <a:off x="7091363" y="5235348"/>
            <a:ext cx="5800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평균 접속일수가 </a:t>
            </a:r>
            <a:r>
              <a:rPr kumimoji="1" lang="en-US" altLang="ko-KR" dirty="0"/>
              <a:t>10</a:t>
            </a:r>
            <a:r>
              <a:rPr kumimoji="1" lang="ko-KR" altLang="en-US" dirty="0"/>
              <a:t>일 이상인가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평균 사용시간이 </a:t>
            </a:r>
            <a:r>
              <a:rPr kumimoji="1" lang="en-US" altLang="ko-KR" dirty="0"/>
              <a:t>10</a:t>
            </a:r>
            <a:r>
              <a:rPr kumimoji="1" lang="ko-KR" altLang="en-US" dirty="0"/>
              <a:t>분 이상인가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접속 후 섭취관리 서비스 이용율이 </a:t>
            </a:r>
            <a:r>
              <a:rPr kumimoji="1" lang="en-US" altLang="ko-KR" dirty="0"/>
              <a:t>50% </a:t>
            </a:r>
            <a:r>
              <a:rPr kumimoji="1" lang="ko-KR" altLang="en-US" dirty="0"/>
              <a:t>이상인가</a:t>
            </a:r>
            <a:r>
              <a:rPr kumimoji="1"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30</a:t>
            </a:r>
            <a:r>
              <a:rPr kumimoji="1" lang="ko-KR" altLang="en-US" dirty="0"/>
              <a:t>일 기준 </a:t>
            </a:r>
            <a:r>
              <a:rPr kumimoji="1" lang="en-US" altLang="ko-KR" dirty="0"/>
              <a:t>15</a:t>
            </a:r>
            <a:r>
              <a:rPr kumimoji="1" lang="ko-KR" altLang="en-US" dirty="0"/>
              <a:t>일 이상 섭취한 이용자의 재구매율이</a:t>
            </a:r>
            <a:endParaRPr kumimoji="1" lang="en-US" altLang="ko-KR" dirty="0"/>
          </a:p>
          <a:p>
            <a:r>
              <a:rPr kumimoji="1" lang="en-US" altLang="ko-KR" dirty="0"/>
              <a:t>       30% </a:t>
            </a:r>
            <a:r>
              <a:rPr kumimoji="1" lang="ko-KR" altLang="en-US" dirty="0"/>
              <a:t>이상인가</a:t>
            </a:r>
            <a:r>
              <a:rPr kumimoji="1" lang="en-US" altLang="ko-KR"/>
              <a:t>?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3FBF9-4761-61C3-7B2C-A7D9962A41CF}"/>
              </a:ext>
            </a:extLst>
          </p:cNvPr>
          <p:cNvSpPr txBox="1"/>
          <p:nvPr/>
        </p:nvSpPr>
        <p:spPr>
          <a:xfrm>
            <a:off x="14690091" y="2286000"/>
            <a:ext cx="2388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30~40</a:t>
            </a:r>
            <a:r>
              <a:rPr kumimoji="1" lang="ko-KR" altLang="en-US" dirty="0"/>
              <a:t>대 여성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건강기능식품</a:t>
            </a:r>
            <a:endParaRPr kumimoji="1" lang="en-US" altLang="ko-KR" dirty="0"/>
          </a:p>
          <a:p>
            <a:r>
              <a:rPr kumimoji="1" lang="en-US" altLang="ko-KR" dirty="0"/>
              <a:t>       </a:t>
            </a:r>
            <a:r>
              <a:rPr kumimoji="1" lang="ko-KR" altLang="en-US" dirty="0"/>
              <a:t>소비자</a:t>
            </a:r>
            <a:endParaRPr kumimoji="1"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FF412-2E9F-7CE2-B562-7099F0705B69}"/>
              </a:ext>
            </a:extLst>
          </p:cNvPr>
          <p:cNvSpPr txBox="1"/>
          <p:nvPr/>
        </p:nvSpPr>
        <p:spPr>
          <a:xfrm>
            <a:off x="14690090" y="3781425"/>
            <a:ext cx="174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2025.06.15~2025.06.30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4FFDD-AA9E-30AB-432C-0B2B5B7131F0}"/>
              </a:ext>
            </a:extLst>
          </p:cNvPr>
          <p:cNvSpPr txBox="1"/>
          <p:nvPr/>
        </p:nvSpPr>
        <p:spPr>
          <a:xfrm>
            <a:off x="14585315" y="5333206"/>
            <a:ext cx="23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/>
              <a:t>자체 </a:t>
            </a:r>
            <a:r>
              <a:rPr kumimoji="1" lang="en-US" altLang="ko-KR" dirty="0"/>
              <a:t>App</a:t>
            </a:r>
            <a:r>
              <a:rPr kumimoji="1" lang="ko-KR" altLang="en-US" dirty="0"/>
              <a:t>서비스</a:t>
            </a:r>
            <a:endParaRPr kumimoji="1"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38CC9-77A7-20AB-D2A9-C634422657C1}"/>
              </a:ext>
            </a:extLst>
          </p:cNvPr>
          <p:cNvSpPr txBox="1"/>
          <p:nvPr/>
        </p:nvSpPr>
        <p:spPr>
          <a:xfrm>
            <a:off x="14585315" y="6967131"/>
            <a:ext cx="2388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회원 수 </a:t>
            </a:r>
            <a:r>
              <a:rPr kumimoji="1" lang="en-US" altLang="ko-KR" dirty="0"/>
              <a:t>100</a:t>
            </a:r>
            <a:r>
              <a:rPr kumimoji="1" lang="ko-KR" altLang="en-US" dirty="0"/>
              <a:t>명을</a:t>
            </a:r>
            <a:endParaRPr kumimoji="1" lang="en-US" altLang="ko-KR" dirty="0"/>
          </a:p>
          <a:p>
            <a:r>
              <a:rPr kumimoji="1" lang="en-US" altLang="ko-KR" dirty="0"/>
              <a:t>       </a:t>
            </a:r>
            <a:r>
              <a:rPr kumimoji="1" lang="ko-KR" altLang="en-US" dirty="0"/>
              <a:t>대상으로 한</a:t>
            </a:r>
            <a:endParaRPr kumimoji="1" lang="en-US" altLang="ko-KR" dirty="0"/>
          </a:p>
          <a:p>
            <a:r>
              <a:rPr kumimoji="1" lang="en-US" altLang="ko-KR" dirty="0"/>
              <a:t>       </a:t>
            </a:r>
            <a:r>
              <a:rPr kumimoji="1" lang="ko-KR" altLang="en-US" dirty="0"/>
              <a:t>일별 접속여부 및</a:t>
            </a:r>
            <a:endParaRPr kumimoji="1" lang="en-US" altLang="ko-KR" dirty="0"/>
          </a:p>
          <a:p>
            <a:r>
              <a:rPr kumimoji="1" lang="en-US" altLang="ko-KR" dirty="0"/>
              <a:t>       </a:t>
            </a:r>
            <a:r>
              <a:rPr kumimoji="1" lang="ko-KR" altLang="en-US" dirty="0"/>
              <a:t>평균 사용시간 등</a:t>
            </a:r>
            <a:endParaRPr kumimoji="1"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115</Words>
  <Application>Microsoft Office PowerPoint</Application>
  <PresentationFormat>사용자 지정</PresentationFormat>
  <Paragraphs>30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중희 최</cp:lastModifiedBy>
  <cp:revision>3</cp:revision>
  <dcterms:created xsi:type="dcterms:W3CDTF">2025-05-11T07:23:20Z</dcterms:created>
  <dcterms:modified xsi:type="dcterms:W3CDTF">2025-05-17T14:03:50Z</dcterms:modified>
</cp:coreProperties>
</file>
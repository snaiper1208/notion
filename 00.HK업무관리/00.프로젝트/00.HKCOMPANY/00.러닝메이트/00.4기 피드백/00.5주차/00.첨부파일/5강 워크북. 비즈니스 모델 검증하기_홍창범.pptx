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41" d="100"/>
          <a:sy n="41" d="100"/>
        </p:scale>
        <p:origin x="-114" y="-1278"/>
      </p:cViewPr>
      <p:guideLst>
        <p:guide orient="horz" pos="3110"/>
        <p:guide pos="5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00" cy="877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4350" y="0"/>
            <a:ext cx="4279900" cy="877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A92A9-80EF-49BD-9B95-9D4D2CA20F6A}" type="datetimeFigureOut">
              <a:rPr lang="ko-KR" altLang="en-US" smtClean="0"/>
              <a:t>2025-05-17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914400" y="1316038"/>
            <a:ext cx="11704638" cy="6584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5" y="8339138"/>
            <a:ext cx="7900988" cy="7900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6675100"/>
            <a:ext cx="4279900" cy="877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4350" y="16675100"/>
            <a:ext cx="4279900" cy="877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887A4-B640-4EDC-B094-1CA970844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538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8185" y="2274277"/>
            <a:ext cx="4897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건강관리의 부담을 덜어주는 </a:t>
            </a:r>
            <a:r>
              <a:rPr lang="en-US" altLang="ko-KR" b="1" dirty="0" smtClean="0"/>
              <a:t>‘</a:t>
            </a:r>
            <a:r>
              <a:rPr lang="ko-KR" altLang="en-US" b="1" dirty="0" smtClean="0"/>
              <a:t>맞춤형 자율관리</a:t>
            </a:r>
            <a:r>
              <a:rPr lang="en-US" altLang="ko-KR" b="1" dirty="0" smtClean="0"/>
              <a:t>’</a:t>
            </a:r>
          </a:p>
          <a:p>
            <a:r>
              <a:rPr lang="en-US" altLang="ko-KR" b="1" dirty="0" smtClean="0"/>
              <a:t>‘</a:t>
            </a:r>
            <a:r>
              <a:rPr lang="ko-KR" altLang="en-US" b="1" dirty="0" smtClean="0"/>
              <a:t>맞춤형과 </a:t>
            </a:r>
            <a:r>
              <a:rPr lang="en-US" altLang="ko-KR" b="1" dirty="0" smtClean="0"/>
              <a:t>‘</a:t>
            </a:r>
            <a:r>
              <a:rPr lang="ko-KR" altLang="en-US" b="1" dirty="0" smtClean="0"/>
              <a:t>간편함</a:t>
            </a:r>
            <a:r>
              <a:rPr lang="en-US" altLang="ko-KR" b="1" dirty="0" smtClean="0"/>
              <a:t>’</a:t>
            </a:r>
            <a:r>
              <a:rPr lang="ko-KR" altLang="en-US" b="1" dirty="0" smtClean="0"/>
              <a:t>의 결합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385538" y="2274276"/>
            <a:ext cx="29386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질환별</a:t>
            </a:r>
            <a:r>
              <a:rPr lang="ko-KR" altLang="en-US" b="1" dirty="0" smtClean="0"/>
              <a:t> 맞춤 식단 추천</a:t>
            </a:r>
            <a:endParaRPr lang="en-US" altLang="ko-KR" b="1" dirty="0" smtClean="0"/>
          </a:p>
          <a:p>
            <a:r>
              <a:rPr lang="en-US" altLang="ko-KR" b="1" dirty="0" smtClean="0"/>
              <a:t>1</a:t>
            </a:r>
            <a:r>
              <a:rPr lang="ko-KR" altLang="en-US" b="1" dirty="0" smtClean="0"/>
              <a:t>인 가구 최적화 구성 </a:t>
            </a:r>
            <a:endParaRPr lang="en-US" altLang="ko-KR" b="1" dirty="0" smtClean="0"/>
          </a:p>
          <a:p>
            <a:r>
              <a:rPr lang="ko-KR" altLang="en-US" b="1" dirty="0" err="1" smtClean="0"/>
              <a:t>리마인더</a:t>
            </a:r>
            <a:r>
              <a:rPr lang="en-US" altLang="ko-KR" b="1" dirty="0" smtClean="0"/>
              <a:t>&amp;</a:t>
            </a:r>
            <a:r>
              <a:rPr lang="ko-KR" altLang="en-US" b="1" dirty="0" smtClean="0"/>
              <a:t>동기부여 </a:t>
            </a:r>
            <a:r>
              <a:rPr lang="ko-KR" altLang="en-US" b="1" dirty="0" err="1" smtClean="0"/>
              <a:t>메세지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08185" y="4937760"/>
            <a:ext cx="32191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1. MVP </a:t>
            </a:r>
            <a:r>
              <a:rPr lang="ko-KR" altLang="en-US" b="1" dirty="0" smtClean="0"/>
              <a:t>디자인 후 사용 테스트 </a:t>
            </a:r>
            <a:endParaRPr lang="en-US" altLang="ko-KR" b="1" dirty="0" smtClean="0"/>
          </a:p>
          <a:p>
            <a:r>
              <a:rPr lang="en-US" altLang="ko-KR" b="1" dirty="0" smtClean="0"/>
              <a:t>2. </a:t>
            </a:r>
            <a:r>
              <a:rPr lang="ko-KR" altLang="en-US" b="1" dirty="0" smtClean="0"/>
              <a:t>정성 인터뷰</a:t>
            </a:r>
            <a:endParaRPr lang="en-US" altLang="ko-KR" b="1" dirty="0" smtClean="0"/>
          </a:p>
          <a:p>
            <a:r>
              <a:rPr lang="en-US" altLang="ko-KR" b="1" dirty="0" smtClean="0"/>
              <a:t>3. </a:t>
            </a:r>
            <a:r>
              <a:rPr lang="ko-KR" altLang="en-US" b="1" dirty="0" smtClean="0"/>
              <a:t>설문조사 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385538" y="4951828"/>
            <a:ext cx="55803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“</a:t>
            </a:r>
            <a:r>
              <a:rPr lang="ko-KR" altLang="en-US" b="1" dirty="0" smtClean="0"/>
              <a:t>이런 서비스가 필요하다고 느끼는가</a:t>
            </a:r>
            <a:r>
              <a:rPr lang="en-US" altLang="ko-KR" b="1" dirty="0" smtClean="0"/>
              <a:t>?” </a:t>
            </a:r>
          </a:p>
          <a:p>
            <a:r>
              <a:rPr lang="ko-KR" altLang="en-US" b="1" dirty="0" smtClean="0"/>
              <a:t>추천 식단 보기에서 장보기 리스트까지 완료하는 비율</a:t>
            </a:r>
            <a:endParaRPr lang="en-US" altLang="ko-KR" b="1" dirty="0" smtClean="0"/>
          </a:p>
          <a:p>
            <a:r>
              <a:rPr lang="en-US" altLang="ko-KR" b="1" dirty="0" smtClean="0"/>
              <a:t>“</a:t>
            </a:r>
            <a:r>
              <a:rPr lang="ko-KR" altLang="en-US" b="1" dirty="0" smtClean="0"/>
              <a:t>유료로 사용할 의향이 있는가</a:t>
            </a:r>
            <a:r>
              <a:rPr lang="en-US" altLang="ko-KR" b="1" dirty="0" smtClean="0"/>
              <a:t>?”</a:t>
            </a:r>
          </a:p>
          <a:p>
            <a:endParaRPr lang="ko-KR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3786339" y="2735941"/>
            <a:ext cx="39645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혼자 거주하는 </a:t>
            </a:r>
            <a:r>
              <a:rPr lang="ko-KR" altLang="en-US" b="1" dirty="0" err="1" smtClean="0"/>
              <a:t>만성질환자</a:t>
            </a:r>
            <a:endParaRPr lang="en-US" altLang="ko-KR" b="1" dirty="0" smtClean="0"/>
          </a:p>
          <a:p>
            <a:r>
              <a:rPr lang="ko-KR" altLang="en-US" b="1" dirty="0" err="1" smtClean="0"/>
              <a:t>가구내</a:t>
            </a:r>
            <a:r>
              <a:rPr lang="ko-KR" altLang="en-US" b="1" dirty="0" smtClean="0"/>
              <a:t> 혼자만 다른 식단을 해야 하는 </a:t>
            </a:r>
            <a:endParaRPr lang="en-US" altLang="ko-KR" b="1" dirty="0" smtClean="0"/>
          </a:p>
          <a:p>
            <a:r>
              <a:rPr lang="ko-KR" altLang="en-US" b="1" dirty="0" err="1" smtClean="0"/>
              <a:t>만성질환자</a:t>
            </a:r>
            <a:r>
              <a:rPr lang="ko-KR" altLang="en-US" b="1" dirty="0" smtClean="0"/>
              <a:t> </a:t>
            </a:r>
            <a:endParaRPr lang="ko-KR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3903569" y="574631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인터넷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74</Words>
  <Application>Microsoft Office PowerPoint</Application>
  <PresentationFormat>사용자 지정</PresentationFormat>
  <Paragraphs>18</Paragraphs>
  <Slides>3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홍창범</cp:lastModifiedBy>
  <cp:revision>3</cp:revision>
  <dcterms:created xsi:type="dcterms:W3CDTF">2025-05-11T07:23:20Z</dcterms:created>
  <dcterms:modified xsi:type="dcterms:W3CDTF">2025-05-17T05:50:55Z</dcterms:modified>
</cp:coreProperties>
</file>
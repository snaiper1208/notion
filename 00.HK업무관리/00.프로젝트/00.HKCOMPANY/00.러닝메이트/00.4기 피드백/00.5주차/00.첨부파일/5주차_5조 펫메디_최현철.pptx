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0418A1-F7F5-4B6E-AAA1-ECC6F5E3B55E}" v="158" dt="2025-05-17T12:27:16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철 최" userId="2a8a583e4027ffe0" providerId="LiveId" clId="{5A0418A1-F7F5-4B6E-AAA1-ECC6F5E3B55E}"/>
    <pc:docChg chg="undo custSel delSld modSld">
      <pc:chgData name="현철 최" userId="2a8a583e4027ffe0" providerId="LiveId" clId="{5A0418A1-F7F5-4B6E-AAA1-ECC6F5E3B55E}" dt="2025-05-17T12:27:16.088" v="1662" actId="20577"/>
      <pc:docMkLst>
        <pc:docMk/>
      </pc:docMkLst>
      <pc:sldChg chg="del">
        <pc:chgData name="현철 최" userId="2a8a583e4027ffe0" providerId="LiveId" clId="{5A0418A1-F7F5-4B6E-AAA1-ECC6F5E3B55E}" dt="2025-05-17T12:12:59.351" v="0" actId="47"/>
        <pc:sldMkLst>
          <pc:docMk/>
          <pc:sldMk cId="0" sldId="257"/>
        </pc:sldMkLst>
      </pc:sldChg>
      <pc:sldChg chg="addSp modSp del mod">
        <pc:chgData name="현철 최" userId="2a8a583e4027ffe0" providerId="LiveId" clId="{5A0418A1-F7F5-4B6E-AAA1-ECC6F5E3B55E}" dt="2025-05-17T12:26:44.577" v="1627" actId="47"/>
        <pc:sldMkLst>
          <pc:docMk/>
          <pc:sldMk cId="0" sldId="258"/>
        </pc:sldMkLst>
        <pc:spChg chg="add mod">
          <ac:chgData name="현철 최" userId="2a8a583e4027ffe0" providerId="LiveId" clId="{5A0418A1-F7F5-4B6E-AAA1-ECC6F5E3B55E}" dt="2025-05-17T12:15:19.137" v="202"/>
          <ac:spMkLst>
            <pc:docMk/>
            <pc:sldMk cId="0" sldId="258"/>
            <ac:spMk id="3" creationId="{02AC36CF-BE42-C508-9341-986AE1D43441}"/>
          </ac:spMkLst>
        </pc:spChg>
        <pc:spChg chg="add mod">
          <ac:chgData name="현철 최" userId="2a8a583e4027ffe0" providerId="LiveId" clId="{5A0418A1-F7F5-4B6E-AAA1-ECC6F5E3B55E}" dt="2025-05-17T12:16:41.897" v="375"/>
          <ac:spMkLst>
            <pc:docMk/>
            <pc:sldMk cId="0" sldId="258"/>
            <ac:spMk id="4" creationId="{D6124045-312D-13A7-C38A-3C025C3F4C4D}"/>
          </ac:spMkLst>
        </pc:spChg>
        <pc:spChg chg="add mod">
          <ac:chgData name="현철 최" userId="2a8a583e4027ffe0" providerId="LiveId" clId="{5A0418A1-F7F5-4B6E-AAA1-ECC6F5E3B55E}" dt="2025-05-17T12:23:52.819" v="1355"/>
          <ac:spMkLst>
            <pc:docMk/>
            <pc:sldMk cId="0" sldId="258"/>
            <ac:spMk id="5" creationId="{7BA797BF-1A3E-AA1C-95F1-2BBCCBACBF5B}"/>
          </ac:spMkLst>
        </pc:spChg>
        <pc:spChg chg="add mod">
          <ac:chgData name="현철 최" userId="2a8a583e4027ffe0" providerId="LiveId" clId="{5A0418A1-F7F5-4B6E-AAA1-ECC6F5E3B55E}" dt="2025-05-17T12:20:50.080" v="922" actId="571"/>
          <ac:spMkLst>
            <pc:docMk/>
            <pc:sldMk cId="0" sldId="258"/>
            <ac:spMk id="7" creationId="{C2C5C5FA-8363-842B-C06D-6BD22FA1FB5F}"/>
          </ac:spMkLst>
        </pc:spChg>
        <pc:spChg chg="add mod">
          <ac:chgData name="현철 최" userId="2a8a583e4027ffe0" providerId="LiveId" clId="{5A0418A1-F7F5-4B6E-AAA1-ECC6F5E3B55E}" dt="2025-05-17T12:20:59.796" v="927" actId="1076"/>
          <ac:spMkLst>
            <pc:docMk/>
            <pc:sldMk cId="0" sldId="258"/>
            <ac:spMk id="9" creationId="{C95EF06C-E0E3-9648-73AB-7B83CAF99028}"/>
          </ac:spMkLst>
        </pc:spChg>
        <pc:spChg chg="add mod">
          <ac:chgData name="현철 최" userId="2a8a583e4027ffe0" providerId="LiveId" clId="{5A0418A1-F7F5-4B6E-AAA1-ECC6F5E3B55E}" dt="2025-05-17T12:21:20.726" v="935"/>
          <ac:spMkLst>
            <pc:docMk/>
            <pc:sldMk cId="0" sldId="258"/>
            <ac:spMk id="11" creationId="{C5153A8C-2A02-81B5-03E6-87C00D6EDE8C}"/>
          </ac:spMkLst>
        </pc:spChg>
        <pc:spChg chg="add mod">
          <ac:chgData name="현철 최" userId="2a8a583e4027ffe0" providerId="LiveId" clId="{5A0418A1-F7F5-4B6E-AAA1-ECC6F5E3B55E}" dt="2025-05-17T12:23:24.678" v="1322" actId="20577"/>
          <ac:spMkLst>
            <pc:docMk/>
            <pc:sldMk cId="0" sldId="258"/>
            <ac:spMk id="12" creationId="{FB9FBBE9-DDBA-F4FA-8A89-509AF6BD5F9C}"/>
          </ac:spMkLst>
        </pc:spChg>
        <pc:spChg chg="add mod">
          <ac:chgData name="현철 최" userId="2a8a583e4027ffe0" providerId="LiveId" clId="{5A0418A1-F7F5-4B6E-AAA1-ECC6F5E3B55E}" dt="2025-05-17T12:24:16.485" v="1363" actId="1076"/>
          <ac:spMkLst>
            <pc:docMk/>
            <pc:sldMk cId="0" sldId="258"/>
            <ac:spMk id="13" creationId="{8C77F5C0-2DFA-768A-AC33-CFF84C616F0E}"/>
          </ac:spMkLst>
        </pc:spChg>
        <pc:picChg chg="mod">
          <ac:chgData name="현철 최" userId="2a8a583e4027ffe0" providerId="LiveId" clId="{5A0418A1-F7F5-4B6E-AAA1-ECC6F5E3B55E}" dt="2025-05-17T12:21:12.908" v="934" actId="1076"/>
          <ac:picMkLst>
            <pc:docMk/>
            <pc:sldMk cId="0" sldId="258"/>
            <ac:picMk id="2" creationId="{00000000-0000-0000-0000-000000000000}"/>
          </ac:picMkLst>
        </pc:picChg>
        <pc:picChg chg="add mod">
          <ac:chgData name="현철 최" userId="2a8a583e4027ffe0" providerId="LiveId" clId="{5A0418A1-F7F5-4B6E-AAA1-ECC6F5E3B55E}" dt="2025-05-17T12:20:50.080" v="922" actId="571"/>
          <ac:picMkLst>
            <pc:docMk/>
            <pc:sldMk cId="0" sldId="258"/>
            <ac:picMk id="6" creationId="{0DB7DAF5-338D-791A-8793-8D4B225695D6}"/>
          </ac:picMkLst>
        </pc:picChg>
        <pc:picChg chg="add mod">
          <ac:chgData name="현철 최" userId="2a8a583e4027ffe0" providerId="LiveId" clId="{5A0418A1-F7F5-4B6E-AAA1-ECC6F5E3B55E}" dt="2025-05-17T12:20:59.796" v="927" actId="1076"/>
          <ac:picMkLst>
            <pc:docMk/>
            <pc:sldMk cId="0" sldId="258"/>
            <ac:picMk id="8" creationId="{B6D6AC3A-9D9E-03E7-5222-71E0B1F70FD9}"/>
          </ac:picMkLst>
        </pc:picChg>
        <pc:picChg chg="add mod">
          <ac:chgData name="현철 최" userId="2a8a583e4027ffe0" providerId="LiveId" clId="{5A0418A1-F7F5-4B6E-AAA1-ECC6F5E3B55E}" dt="2025-05-17T12:21:20.726" v="935"/>
          <ac:picMkLst>
            <pc:docMk/>
            <pc:sldMk cId="0" sldId="258"/>
            <ac:picMk id="10" creationId="{95B9DCC1-0023-3ED6-EA69-FE8559F1962A}"/>
          </ac:picMkLst>
        </pc:picChg>
      </pc:sldChg>
      <pc:sldChg chg="addSp modSp mod">
        <pc:chgData name="현철 최" userId="2a8a583e4027ffe0" providerId="LiveId" clId="{5A0418A1-F7F5-4B6E-AAA1-ECC6F5E3B55E}" dt="2025-05-17T12:27:16.088" v="1662" actId="20577"/>
        <pc:sldMkLst>
          <pc:docMk/>
          <pc:sldMk cId="0" sldId="259"/>
        </pc:sldMkLst>
        <pc:spChg chg="add mod">
          <ac:chgData name="현철 최" userId="2a8a583e4027ffe0" providerId="LiveId" clId="{5A0418A1-F7F5-4B6E-AAA1-ECC6F5E3B55E}" dt="2025-05-17T12:24:23.583" v="1365" actId="1076"/>
          <ac:spMkLst>
            <pc:docMk/>
            <pc:sldMk cId="0" sldId="259"/>
            <ac:spMk id="3" creationId="{8477A347-CA97-B7A0-9111-DB7525F3C40B}"/>
          </ac:spMkLst>
        </pc:spChg>
        <pc:spChg chg="add mod">
          <ac:chgData name="현철 최" userId="2a8a583e4027ffe0" providerId="LiveId" clId="{5A0418A1-F7F5-4B6E-AAA1-ECC6F5E3B55E}" dt="2025-05-17T12:24:27.156" v="1366" actId="1076"/>
          <ac:spMkLst>
            <pc:docMk/>
            <pc:sldMk cId="0" sldId="259"/>
            <ac:spMk id="4" creationId="{E733D554-38B2-DF89-E4AB-43E92C3D9383}"/>
          </ac:spMkLst>
        </pc:spChg>
        <pc:spChg chg="add mod">
          <ac:chgData name="현철 최" userId="2a8a583e4027ffe0" providerId="LiveId" clId="{5A0418A1-F7F5-4B6E-AAA1-ECC6F5E3B55E}" dt="2025-05-17T12:24:37.713" v="1369" actId="1076"/>
          <ac:spMkLst>
            <pc:docMk/>
            <pc:sldMk cId="0" sldId="259"/>
            <ac:spMk id="5" creationId="{FFE0FA4D-A213-A744-44AF-2F288C103CB1}"/>
          </ac:spMkLst>
        </pc:spChg>
        <pc:spChg chg="add mod">
          <ac:chgData name="현철 최" userId="2a8a583e4027ffe0" providerId="LiveId" clId="{5A0418A1-F7F5-4B6E-AAA1-ECC6F5E3B55E}" dt="2025-05-17T12:24:34.956" v="1368" actId="1076"/>
          <ac:spMkLst>
            <pc:docMk/>
            <pc:sldMk cId="0" sldId="259"/>
            <ac:spMk id="6" creationId="{4392F50A-2DCA-0E60-ACAE-516A7FF220EA}"/>
          </ac:spMkLst>
        </pc:spChg>
        <pc:spChg chg="add mod">
          <ac:chgData name="현철 최" userId="2a8a583e4027ffe0" providerId="LiveId" clId="{5A0418A1-F7F5-4B6E-AAA1-ECC6F5E3B55E}" dt="2025-05-17T12:27:16.088" v="1662" actId="20577"/>
          <ac:spMkLst>
            <pc:docMk/>
            <pc:sldMk cId="0" sldId="259"/>
            <ac:spMk id="7" creationId="{0B8A971E-8A4B-0500-9E4A-D288CF1F9C81}"/>
          </ac:spMkLst>
        </pc:spChg>
        <pc:spChg chg="add mod">
          <ac:chgData name="현철 최" userId="2a8a583e4027ffe0" providerId="LiveId" clId="{5A0418A1-F7F5-4B6E-AAA1-ECC6F5E3B55E}" dt="2025-05-17T12:25:03.340" v="1396" actId="1076"/>
          <ac:spMkLst>
            <pc:docMk/>
            <pc:sldMk cId="0" sldId="259"/>
            <ac:spMk id="8" creationId="{5BAEB084-9A1A-1CBB-CF71-959CAB5D8B18}"/>
          </ac:spMkLst>
        </pc:spChg>
        <pc:spChg chg="add mod">
          <ac:chgData name="현철 최" userId="2a8a583e4027ffe0" providerId="LiveId" clId="{5A0418A1-F7F5-4B6E-AAA1-ECC6F5E3B55E}" dt="2025-05-17T12:26:24.848" v="1570" actId="20577"/>
          <ac:spMkLst>
            <pc:docMk/>
            <pc:sldMk cId="0" sldId="259"/>
            <ac:spMk id="9" creationId="{31662791-5DFE-B8BA-9822-6B232AF810DE}"/>
          </ac:spMkLst>
        </pc:spChg>
        <pc:spChg chg="add mod">
          <ac:chgData name="현철 최" userId="2a8a583e4027ffe0" providerId="LiveId" clId="{5A0418A1-F7F5-4B6E-AAA1-ECC6F5E3B55E}" dt="2025-05-17T12:26:42.141" v="1626"/>
          <ac:spMkLst>
            <pc:docMk/>
            <pc:sldMk cId="0" sldId="259"/>
            <ac:spMk id="10" creationId="{194F0DE4-2E84-36D9-6750-D70B86DE7A6E}"/>
          </ac:spMkLst>
        </pc:spChg>
        <pc:picChg chg="mod">
          <ac:chgData name="현철 최" userId="2a8a583e4027ffe0" providerId="LiveId" clId="{5A0418A1-F7F5-4B6E-AAA1-ECC6F5E3B55E}" dt="2025-05-17T12:24:59.378" v="1394" actId="1076"/>
          <ac:picMkLst>
            <pc:docMk/>
            <pc:sldMk cId="0" sldId="259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74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77A347-CA97-B7A0-9111-DB7525F3C40B}"/>
              </a:ext>
            </a:extLst>
          </p:cNvPr>
          <p:cNvSpPr txBox="1"/>
          <p:nvPr/>
        </p:nvSpPr>
        <p:spPr>
          <a:xfrm>
            <a:off x="736979" y="2352132"/>
            <a:ext cx="5581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사료 급식과 함께 영양제</a:t>
            </a:r>
            <a:r>
              <a:rPr lang="en-US" altLang="ko-KR" dirty="0"/>
              <a:t>,</a:t>
            </a:r>
            <a:r>
              <a:rPr lang="ko-KR" altLang="en-US" dirty="0"/>
              <a:t>처방약을 자동 급여하여 </a:t>
            </a:r>
            <a:r>
              <a:rPr lang="ko-KR" altLang="en-US" dirty="0" err="1"/>
              <a:t>반려견</a:t>
            </a:r>
            <a:r>
              <a:rPr lang="ko-KR" altLang="en-US" dirty="0"/>
              <a:t> 건강 관리를 편하게 할 수 있는 제품 제공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33D554-38B2-DF89-E4AB-43E92C3D9383}"/>
              </a:ext>
            </a:extLst>
          </p:cNvPr>
          <p:cNvSpPr txBox="1"/>
          <p:nvPr/>
        </p:nvSpPr>
        <p:spPr>
          <a:xfrm>
            <a:off x="7328847" y="2352132"/>
            <a:ext cx="5581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사료 급식 </a:t>
            </a:r>
            <a:r>
              <a:rPr lang="en-US" altLang="ko-KR" dirty="0"/>
              <a:t>+ </a:t>
            </a:r>
            <a:r>
              <a:rPr lang="ko-KR" altLang="en-US" dirty="0"/>
              <a:t>영양제</a:t>
            </a:r>
            <a:r>
              <a:rPr lang="en-US" altLang="ko-KR" dirty="0"/>
              <a:t> + </a:t>
            </a:r>
            <a:r>
              <a:rPr lang="ko-KR" altLang="en-US" dirty="0"/>
              <a:t>처방약을 자동 급여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반려견의 급여 상태 자동 정리</a:t>
            </a:r>
            <a:r>
              <a:rPr lang="en-US" altLang="ko-KR" dirty="0"/>
              <a:t>, </a:t>
            </a:r>
            <a:r>
              <a:rPr lang="ko-KR" altLang="en-US" dirty="0"/>
              <a:t>미 </a:t>
            </a:r>
            <a:r>
              <a:rPr lang="ko-KR" altLang="en-US" dirty="0" err="1"/>
              <a:t>급여시</a:t>
            </a:r>
            <a:r>
              <a:rPr lang="ko-KR" altLang="en-US" dirty="0"/>
              <a:t> 알림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건강 상태 자동 기록으로 사전 관리 </a:t>
            </a:r>
            <a:r>
              <a:rPr lang="ko-KR" altLang="en-US" dirty="0" err="1"/>
              <a:t>토록</a:t>
            </a:r>
            <a:r>
              <a:rPr lang="ko-KR" altLang="en-US" dirty="0"/>
              <a:t> 제공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0FA4D-A213-A744-44AF-2F288C103CB1}"/>
              </a:ext>
            </a:extLst>
          </p:cNvPr>
          <p:cNvSpPr txBox="1"/>
          <p:nvPr/>
        </p:nvSpPr>
        <p:spPr>
          <a:xfrm>
            <a:off x="873457" y="5072308"/>
            <a:ext cx="5581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목표 </a:t>
            </a:r>
            <a:r>
              <a:rPr lang="ko-KR" altLang="en-US" dirty="0" err="1"/>
              <a:t>타켓</a:t>
            </a:r>
            <a:r>
              <a:rPr lang="ko-KR" altLang="en-US" dirty="0"/>
              <a:t> </a:t>
            </a:r>
            <a:r>
              <a:rPr lang="ko-KR" altLang="en-US" dirty="0" err="1"/>
              <a:t>모객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수동 조작으로 사료</a:t>
            </a:r>
            <a:r>
              <a:rPr lang="en-US" altLang="ko-KR" dirty="0"/>
              <a:t>+</a:t>
            </a:r>
            <a:r>
              <a:rPr lang="ko-KR" altLang="en-US" dirty="0"/>
              <a:t>영양제</a:t>
            </a:r>
            <a:r>
              <a:rPr lang="en-US" altLang="ko-KR" dirty="0"/>
              <a:t>, </a:t>
            </a:r>
            <a:r>
              <a:rPr lang="ko-KR" altLang="en-US" dirty="0"/>
              <a:t>처방약 섞어주는 동작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영상 제작 및 이미지 사진 작업하여 홈페이지 노출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유저 피드백 수집 및 인터뷰 진행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2F50A-2DCA-0E60-ACAE-516A7FF220EA}"/>
              </a:ext>
            </a:extLst>
          </p:cNvPr>
          <p:cNvSpPr txBox="1"/>
          <p:nvPr/>
        </p:nvSpPr>
        <p:spPr>
          <a:xfrm>
            <a:off x="7328847" y="5109094"/>
            <a:ext cx="5581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사용자가 정말 필요한 기능으로 인식하는가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자동 관리 수준을 </a:t>
            </a:r>
            <a:r>
              <a:rPr lang="ko-KR" altLang="en-US" dirty="0" err="1"/>
              <a:t>어디까지로</a:t>
            </a:r>
            <a:r>
              <a:rPr lang="ko-KR" altLang="en-US" dirty="0"/>
              <a:t> 생각하는가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투여가 안된 경우 얼마나 심각하다고 판단하는가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종합적으로 기기의 활용도와 구매 의욕은 </a:t>
            </a:r>
            <a:r>
              <a:rPr lang="ko-KR" altLang="en-US" dirty="0" err="1"/>
              <a:t>어떠한가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A971E-8A4B-0500-9E4A-D288CF1F9C81}"/>
              </a:ext>
            </a:extLst>
          </p:cNvPr>
          <p:cNvSpPr txBox="1"/>
          <p:nvPr/>
        </p:nvSpPr>
        <p:spPr>
          <a:xfrm>
            <a:off x="13647760" y="2795261"/>
            <a:ext cx="5581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 만성 질환 반려견의 보호자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 err="1"/>
              <a:t>반려견</a:t>
            </a:r>
            <a:r>
              <a:rPr lang="ko-KR" altLang="en-US" dirty="0"/>
              <a:t> 영양 관리 중인 보호자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EB084-9A1A-1CBB-CF71-959CAB5D8B18}"/>
              </a:ext>
            </a:extLst>
          </p:cNvPr>
          <p:cNvSpPr txBox="1"/>
          <p:nvPr/>
        </p:nvSpPr>
        <p:spPr>
          <a:xfrm>
            <a:off x="13893421" y="4457375"/>
            <a:ext cx="472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2026.06 ~ 2026.07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662791-5DFE-B8BA-9822-6B232AF810DE}"/>
              </a:ext>
            </a:extLst>
          </p:cNvPr>
          <p:cNvSpPr txBox="1"/>
          <p:nvPr/>
        </p:nvSpPr>
        <p:spPr>
          <a:xfrm>
            <a:off x="13893421" y="5938805"/>
            <a:ext cx="47221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OffLine</a:t>
            </a:r>
            <a:r>
              <a:rPr lang="en-US" altLang="ko-KR" dirty="0"/>
              <a:t> : </a:t>
            </a:r>
            <a:r>
              <a:rPr lang="ko-KR" altLang="en-US" dirty="0"/>
              <a:t>동물 병원 방문 루트내 길목</a:t>
            </a:r>
            <a:endParaRPr lang="en-US" altLang="ko-KR" dirty="0"/>
          </a:p>
          <a:p>
            <a:r>
              <a:rPr lang="en-US" altLang="ko-KR" dirty="0" err="1"/>
              <a:t>OnLine</a:t>
            </a:r>
            <a:r>
              <a:rPr lang="en-US" altLang="ko-KR" dirty="0"/>
              <a:t> : </a:t>
            </a:r>
            <a:r>
              <a:rPr lang="ko-KR" altLang="en-US" dirty="0"/>
              <a:t>인스타그램</a:t>
            </a:r>
            <a:r>
              <a:rPr lang="en-US" altLang="ko-KR" dirty="0"/>
              <a:t>,</a:t>
            </a:r>
            <a:r>
              <a:rPr lang="ko-KR" altLang="en-US" dirty="0"/>
              <a:t>네이버 카페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F0DE4-2E84-36D9-6750-D70B86DE7A6E}"/>
              </a:ext>
            </a:extLst>
          </p:cNvPr>
          <p:cNvSpPr txBox="1"/>
          <p:nvPr/>
        </p:nvSpPr>
        <p:spPr>
          <a:xfrm>
            <a:off x="13893421" y="7255166"/>
            <a:ext cx="4722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현장 설문 진행</a:t>
            </a:r>
            <a:endParaRPr lang="en-US" altLang="ko-KR" dirty="0"/>
          </a:p>
          <a:p>
            <a:r>
              <a:rPr lang="ko-KR" altLang="en-US" dirty="0"/>
              <a:t>온라인 설문 진행</a:t>
            </a:r>
            <a:endParaRPr lang="en-US" altLang="ko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154</Words>
  <Application>Microsoft Office PowerPoint</Application>
  <PresentationFormat>사용자 지정</PresentationFormat>
  <Paragraphs>22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현철 최</cp:lastModifiedBy>
  <cp:revision>1</cp:revision>
  <dcterms:created xsi:type="dcterms:W3CDTF">2025-05-11T07:23:20Z</dcterms:created>
  <dcterms:modified xsi:type="dcterms:W3CDTF">2025-05-17T12:27:26Z</dcterms:modified>
</cp:coreProperties>
</file>
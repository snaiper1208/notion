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13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0968" y="2622884"/>
            <a:ext cx="480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다양한 </a:t>
            </a:r>
            <a:r>
              <a:rPr lang="en-US" altLang="ko-KR" dirty="0" smtClean="0"/>
              <a:t>SaaS</a:t>
            </a:r>
            <a:r>
              <a:rPr lang="ko-KR" altLang="en-US" dirty="0" smtClean="0"/>
              <a:t>툴에 대해 인지하고 </a:t>
            </a:r>
            <a:r>
              <a:rPr lang="ko-KR" altLang="en-US" dirty="0" err="1" smtClean="0"/>
              <a:t>사용할수</a:t>
            </a:r>
            <a:r>
              <a:rPr lang="ko-KR" altLang="en-US" dirty="0" smtClean="0"/>
              <a:t> 있음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67863" y="2622884"/>
            <a:ext cx="3084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컨텐츠를 통해 </a:t>
            </a:r>
            <a:r>
              <a:rPr lang="en-US" altLang="ko-KR" dirty="0" smtClean="0"/>
              <a:t>SaaS</a:t>
            </a:r>
            <a:r>
              <a:rPr lang="ko-KR" altLang="en-US" dirty="0" smtClean="0"/>
              <a:t>를 소개함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5505" y="5390147"/>
            <a:ext cx="506581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사내강의</a:t>
            </a:r>
            <a:r>
              <a:rPr lang="ko-KR" altLang="en-US" dirty="0" smtClean="0"/>
              <a:t> 및 강의를 </a:t>
            </a:r>
            <a:r>
              <a:rPr lang="ko-KR" altLang="en-US" dirty="0" err="1" smtClean="0"/>
              <a:t>진행했었음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이미 신뢰도가 있는 상태에서 </a:t>
            </a:r>
            <a:r>
              <a:rPr lang="ko-KR" altLang="en-US" dirty="0" err="1" smtClean="0"/>
              <a:t>진행할것인지</a:t>
            </a:r>
            <a:endParaRPr lang="en-US" altLang="ko-KR" dirty="0" smtClean="0"/>
          </a:p>
          <a:p>
            <a:r>
              <a:rPr lang="ko-KR" altLang="en-US" dirty="0" smtClean="0"/>
              <a:t>모르는 고객을 유치하는 과정에서는 상황이 다름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외부채널에</a:t>
            </a:r>
            <a:r>
              <a:rPr lang="ko-KR" altLang="en-US" dirty="0" smtClean="0"/>
              <a:t> 컨텐츠를 소개하는 방식으로</a:t>
            </a:r>
            <a:endParaRPr lang="en-US" altLang="ko-KR" dirty="0" smtClean="0"/>
          </a:p>
          <a:p>
            <a:r>
              <a:rPr lang="ko-KR" altLang="en-US" dirty="0" smtClean="0"/>
              <a:t>신규 </a:t>
            </a:r>
            <a:r>
              <a:rPr lang="ko-KR" altLang="en-US" dirty="0" err="1" smtClean="0"/>
              <a:t>유입자에</a:t>
            </a:r>
            <a:r>
              <a:rPr lang="ko-KR" altLang="en-US" dirty="0" smtClean="0"/>
              <a:t> 대한 가설검증</a:t>
            </a: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206916" y="4812632"/>
            <a:ext cx="57029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소개까지는 진행되더라도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결제의사까지는 이어지지 못함</a:t>
            </a:r>
            <a:endParaRPr lang="en-US" altLang="ko-KR" dirty="0" smtClean="0"/>
          </a:p>
          <a:p>
            <a:r>
              <a:rPr lang="ko-KR" altLang="en-US" dirty="0" smtClean="0"/>
              <a:t>소개 이후 일부유저들의 경우 검색을 통해 다른 컨텐츠를 소비함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또한 다양한</a:t>
            </a:r>
            <a:r>
              <a:rPr lang="en-US" altLang="ko-KR" dirty="0" smtClean="0"/>
              <a:t>SaaS</a:t>
            </a:r>
            <a:r>
              <a:rPr lang="ko-KR" altLang="en-US" dirty="0" smtClean="0"/>
              <a:t>툴에 대해 </a:t>
            </a:r>
            <a:r>
              <a:rPr lang="ko-KR" altLang="en-US" dirty="0" err="1" smtClean="0"/>
              <a:t>진행시에는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타겟고객이</a:t>
            </a:r>
            <a:r>
              <a:rPr lang="ko-KR" altLang="en-US" dirty="0" smtClean="0"/>
              <a:t> 너무 넓어짐</a:t>
            </a:r>
            <a:endParaRPr lang="en-US" altLang="ko-KR" dirty="0" smtClean="0"/>
          </a:p>
          <a:p>
            <a:r>
              <a:rPr lang="ko-KR" altLang="en-US" dirty="0" smtClean="0"/>
              <a:t>따라서 </a:t>
            </a:r>
            <a:r>
              <a:rPr lang="ko-KR" altLang="en-US" dirty="0" err="1" smtClean="0"/>
              <a:t>니치한타겟을</a:t>
            </a:r>
            <a:r>
              <a:rPr lang="ko-KR" altLang="en-US" dirty="0" smtClean="0"/>
              <a:t> 넓게 펼쳐나가는 것이 중요할 것 같음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흥미로운 결과로는 </a:t>
            </a:r>
            <a:r>
              <a:rPr lang="ko-KR" altLang="en-US" dirty="0" err="1" smtClean="0"/>
              <a:t>챗</a:t>
            </a:r>
            <a:r>
              <a:rPr lang="en-US" altLang="ko-KR" dirty="0" smtClean="0"/>
              <a:t>GPT</a:t>
            </a:r>
            <a:r>
              <a:rPr lang="ko-KR" altLang="en-US" dirty="0" smtClean="0"/>
              <a:t>등을 통해 </a:t>
            </a:r>
            <a:r>
              <a:rPr lang="ko-KR" altLang="en-US" dirty="0" err="1" smtClean="0"/>
              <a:t>추천받는</a:t>
            </a:r>
            <a:r>
              <a:rPr lang="ko-KR" altLang="en-US" dirty="0" smtClean="0"/>
              <a:t> 경우가 있었는데</a:t>
            </a:r>
            <a:endParaRPr lang="en-US" altLang="ko-KR" dirty="0" smtClean="0"/>
          </a:p>
          <a:p>
            <a:r>
              <a:rPr lang="ko-KR" altLang="en-US" dirty="0" smtClean="0"/>
              <a:t>실제 결제까지 이루어진 사람의 경우</a:t>
            </a:r>
            <a:endParaRPr lang="en-US" altLang="ko-KR" dirty="0" smtClean="0"/>
          </a:p>
          <a:p>
            <a:r>
              <a:rPr lang="ko-KR" altLang="en-US" dirty="0" smtClean="0"/>
              <a:t>만족도가 크게 떨어지는 것으로 확인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040853" y="2899611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2040 MF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040853" y="4716379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2025.01~05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4245389" y="6168554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외부 채널 트래픽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149137" y="773630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컨텐츠 제공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95</Words>
  <Application>Microsoft Office PowerPoint</Application>
  <PresentationFormat>사용자 지정</PresentationFormat>
  <Paragraphs>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qrj</cp:lastModifiedBy>
  <cp:revision>2</cp:revision>
  <dcterms:created xsi:type="dcterms:W3CDTF">2025-05-11T07:23:20Z</dcterms:created>
  <dcterms:modified xsi:type="dcterms:W3CDTF">2025-05-18T12:35:23Z</dcterms:modified>
</cp:coreProperties>
</file>
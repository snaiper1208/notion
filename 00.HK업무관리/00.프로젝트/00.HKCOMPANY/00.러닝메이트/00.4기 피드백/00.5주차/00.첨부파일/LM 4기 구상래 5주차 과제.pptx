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3109"/>
        <p:guide pos="55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5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588183" y="2130771"/>
            <a:ext cx="6220113" cy="63909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클로그의 </a:t>
            </a:r>
            <a:r>
              <a:rPr lang="en-US" altLang="ko-KR"/>
              <a:t>2WAY(</a:t>
            </a:r>
            <a:r>
              <a:rPr lang="ko-KR" altLang="en-US"/>
              <a:t>슬리퍼</a:t>
            </a:r>
            <a:r>
              <a:rPr lang="en-US" altLang="ko-KR"/>
              <a:t>,</a:t>
            </a:r>
            <a:r>
              <a:rPr lang="ko-KR" altLang="en-US"/>
              <a:t>샌들</a:t>
            </a:r>
            <a:r>
              <a:rPr lang="en-US" altLang="ko-KR"/>
              <a:t>)</a:t>
            </a:r>
            <a:r>
              <a:rPr lang="ko-KR" altLang="en-US"/>
              <a:t> 착용을 실용성 있게 만들어 안정된 착화감과 착용 편리성을 동시에 추구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068069" y="2130771"/>
            <a:ext cx="6176818" cy="63909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다이얼의 간편한 조작으로 길이가 조절되는 다이얼밴드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 지비츠로 조금 더 고급스럽고 깔끔한 신발 꾸미기 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588183" y="4829522"/>
            <a:ext cx="6220113" cy="117884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목표 타겟 모객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클로그에서 기존 발목 밴드를 제거하고 다이얼밴드 장착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실제 착용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인터뷰 진행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7068068" y="4829522"/>
            <a:ext cx="6176820" cy="90262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다이얼밴드의 길이 조절 기능</a:t>
            </a:r>
            <a:r>
              <a:rPr lang="en-US" altLang="ko-KR"/>
              <a:t>(</a:t>
            </a:r>
            <a:r>
              <a:rPr lang="ko-KR" altLang="en-US"/>
              <a:t>착화감</a:t>
            </a:r>
            <a:r>
              <a:rPr lang="en-US" altLang="ko-KR"/>
              <a:t>,</a:t>
            </a:r>
            <a:r>
              <a:rPr lang="ko-KR" altLang="en-US"/>
              <a:t> 조작 편의성</a:t>
            </a:r>
            <a:r>
              <a:rPr lang="en-US" altLang="ko-KR"/>
              <a:t>)</a:t>
            </a:r>
            <a:r>
              <a:rPr lang="ko-KR" altLang="en-US"/>
              <a:t>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만족하는가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 지비츠로 신발 꾸미기 하는것을  어떻게 생각하는가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8" name="가로 글상자 7"/>
          <p:cNvSpPr txBox="1"/>
          <p:nvPr/>
        </p:nvSpPr>
        <p:spPr>
          <a:xfrm>
            <a:off x="14428296" y="2450320"/>
            <a:ext cx="2381248" cy="36717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40</a:t>
            </a:r>
            <a:r>
              <a:rPr lang="ko-KR" altLang="en-US"/>
              <a:t>대 남성 </a:t>
            </a:r>
            <a:r>
              <a:rPr lang="en-US" altLang="ko-KR"/>
              <a:t>2</a:t>
            </a:r>
            <a:r>
              <a:rPr lang="ko-KR" altLang="en-US"/>
              <a:t>명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14428296" y="3949180"/>
            <a:ext cx="2381248" cy="6399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2025.05.16</a:t>
            </a:r>
            <a:r>
              <a:rPr lang="ko-KR" altLang="en-US"/>
              <a:t> </a:t>
            </a:r>
            <a:r>
              <a:rPr lang="en-US" altLang="ko-KR"/>
              <a:t>10:00</a:t>
            </a:r>
            <a:r>
              <a:rPr lang="ko-KR" altLang="en-US"/>
              <a:t> </a:t>
            </a:r>
            <a:r>
              <a:rPr lang="en-US" altLang="ko-KR"/>
              <a:t>~</a:t>
            </a:r>
            <a:r>
              <a:rPr lang="ko-KR" altLang="en-US"/>
              <a:t> </a:t>
            </a:r>
            <a:r>
              <a:rPr lang="en-US" altLang="ko-KR"/>
              <a:t>11:00</a:t>
            </a:r>
            <a:endParaRPr lang="en-US" altLang="ko-KR"/>
          </a:p>
        </p:txBody>
      </p:sp>
      <p:sp>
        <p:nvSpPr>
          <p:cNvPr id="10" name="가로 글상자 9"/>
          <p:cNvSpPr txBox="1"/>
          <p:nvPr/>
        </p:nvSpPr>
        <p:spPr>
          <a:xfrm>
            <a:off x="14428296" y="5418946"/>
            <a:ext cx="2063751" cy="36082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사무실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14428296" y="6965430"/>
            <a:ext cx="2063751" cy="64314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실제 착용 후 인터뷰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75</ep:Words>
  <ep:PresentationFormat>On-screen Show (16:9)</ep:PresentationFormat>
  <ep:Paragraphs>14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2025-05-11T07:23:20.000</dcterms:created>
  <dc:creator>mangoboard.net_48059005</dc:creator>
  <cp:lastModifiedBy>A</cp:lastModifiedBy>
  <dcterms:modified xsi:type="dcterms:W3CDTF">2025-05-17T12:17:19.339</dcterms:modified>
  <cp:revision>9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
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87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154DBD-1779-DE88-AB63-AB35F32DE81C}"/>
              </a:ext>
            </a:extLst>
          </p:cNvPr>
          <p:cNvSpPr txBox="1"/>
          <p:nvPr/>
        </p:nvSpPr>
        <p:spPr>
          <a:xfrm>
            <a:off x="1009650" y="2476500"/>
            <a:ext cx="5410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소비 분석과 맞춤형 금융 피드백을 통해</a:t>
            </a:r>
            <a:r>
              <a:rPr lang="en-US" altLang="ko-KR" sz="1500" dirty="0">
                <a:latin typeface="+mn-ea"/>
              </a:rPr>
              <a:t>, MZ</a:t>
            </a:r>
            <a:r>
              <a:rPr lang="ko-KR" altLang="en-US" sz="1500" dirty="0">
                <a:latin typeface="+mn-ea"/>
              </a:rPr>
              <a:t>세대가</a:t>
            </a:r>
            <a:br>
              <a:rPr lang="ko-KR" altLang="en-US" sz="1500" dirty="0">
                <a:latin typeface="+mn-ea"/>
              </a:rPr>
            </a:br>
            <a:r>
              <a:rPr lang="ko-KR" altLang="en-US" sz="1500" b="1" dirty="0">
                <a:latin typeface="+mn-ea"/>
              </a:rPr>
              <a:t>자신의 소비 문제를 인식하고</a:t>
            </a:r>
            <a:r>
              <a:rPr lang="en-US" altLang="ko-KR" sz="1500" b="1" dirty="0">
                <a:latin typeface="+mn-ea"/>
              </a:rPr>
              <a:t>, </a:t>
            </a:r>
            <a:r>
              <a:rPr lang="ko-KR" altLang="en-US" sz="1500" b="1" dirty="0">
                <a:latin typeface="+mn-ea"/>
              </a:rPr>
              <a:t>금융 행동을 변화</a:t>
            </a:r>
            <a:r>
              <a:rPr lang="ko-KR" altLang="en-US" sz="1500" dirty="0">
                <a:latin typeface="+mn-ea"/>
              </a:rPr>
              <a:t>시키도록 돕는 솔루션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624C4-E8D4-2090-D5C0-64843FE6A6CC}"/>
              </a:ext>
            </a:extLst>
          </p:cNvPr>
          <p:cNvSpPr txBox="1"/>
          <p:nvPr/>
        </p:nvSpPr>
        <p:spPr>
          <a:xfrm>
            <a:off x="1009650" y="5105400"/>
            <a:ext cx="5410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카카오톡 채널 추가 유도 </a:t>
            </a:r>
            <a:r>
              <a:rPr lang="en-US" altLang="ko-KR" sz="1500" dirty="0">
                <a:latin typeface="+mn-ea"/>
              </a:rPr>
              <a:t>(SNS </a:t>
            </a:r>
            <a:r>
              <a:rPr lang="ko-KR" altLang="en-US" sz="1500" dirty="0">
                <a:latin typeface="+mn-ea"/>
              </a:rPr>
              <a:t>등에서 모집</a:t>
            </a:r>
            <a:r>
              <a:rPr lang="en-US" altLang="ko-KR" sz="1500" dirty="0">
                <a:latin typeface="+mn-ea"/>
              </a:rPr>
              <a:t>)</a:t>
            </a:r>
          </a:p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외부 폼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 err="1">
                <a:latin typeface="+mn-ea"/>
              </a:rPr>
              <a:t>구글폼</a:t>
            </a:r>
            <a:r>
              <a:rPr lang="ko-KR" altLang="en-US" sz="1500" dirty="0">
                <a:latin typeface="+mn-ea"/>
              </a:rPr>
              <a:t> 등</a:t>
            </a:r>
            <a:r>
              <a:rPr lang="en-US" altLang="ko-KR" sz="1500" dirty="0">
                <a:latin typeface="+mn-ea"/>
              </a:rPr>
              <a:t>)</a:t>
            </a:r>
            <a:r>
              <a:rPr lang="ko-KR" altLang="en-US" sz="1500" dirty="0">
                <a:latin typeface="+mn-ea"/>
              </a:rPr>
              <a:t>으로 소비 내역 수집</a:t>
            </a:r>
          </a:p>
          <a:p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직접 입력 형식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월 소득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지출 카테고리별 사용 금액 등</a:t>
            </a:r>
            <a:r>
              <a:rPr lang="en-US" altLang="ko-KR" sz="1500" dirty="0">
                <a:latin typeface="+mn-ea"/>
              </a:rPr>
              <a:t>)</a:t>
            </a:r>
          </a:p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데이터 분석 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개인 맞춤형 리포트 제작 </a:t>
            </a:r>
            <a:r>
              <a:rPr lang="en-US" altLang="ko-KR" sz="1500" dirty="0">
                <a:latin typeface="+mn-ea"/>
              </a:rPr>
              <a:t>(PDF/</a:t>
            </a:r>
            <a:r>
              <a:rPr lang="ko-KR" altLang="en-US" sz="1500" dirty="0">
                <a:latin typeface="+mn-ea"/>
              </a:rPr>
              <a:t>이미지</a:t>
            </a:r>
            <a:r>
              <a:rPr lang="en-US" altLang="ko-KR" sz="1500" dirty="0">
                <a:latin typeface="+mn-ea"/>
              </a:rPr>
              <a:t>)</a:t>
            </a:r>
          </a:p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카카오톡으로 리포트 전달 </a:t>
            </a:r>
            <a:r>
              <a:rPr lang="en-US" altLang="ko-KR" sz="1500" dirty="0">
                <a:latin typeface="+mn-ea"/>
              </a:rPr>
              <a:t>+ </a:t>
            </a:r>
            <a:r>
              <a:rPr lang="ko-KR" altLang="en-US" sz="1500" dirty="0" err="1">
                <a:latin typeface="+mn-ea"/>
              </a:rPr>
              <a:t>숏폼</a:t>
            </a:r>
            <a:r>
              <a:rPr lang="ko-KR" altLang="en-US" sz="1500" dirty="0">
                <a:latin typeface="+mn-ea"/>
              </a:rPr>
              <a:t> 콘텐츠 큐레이션 제공</a:t>
            </a:r>
          </a:p>
          <a:p>
            <a:endParaRPr lang="ko-KR" altLang="en-US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후속 질문 및 인터뷰 진행 → 피드백 수집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F20B0-CBF9-DD38-5B70-C736F4B9CCD6}"/>
              </a:ext>
            </a:extLst>
          </p:cNvPr>
          <p:cNvSpPr txBox="1"/>
          <p:nvPr/>
        </p:nvSpPr>
        <p:spPr>
          <a:xfrm>
            <a:off x="7429500" y="5105400"/>
            <a:ext cx="541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사용자가 자신의 소비 문제를 정확히 인식했는가</a:t>
            </a:r>
            <a:r>
              <a:rPr lang="en-US" altLang="ko-KR" sz="1500" dirty="0">
                <a:latin typeface="+mn-ea"/>
              </a:rPr>
              <a:t>?</a:t>
            </a:r>
          </a:p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리포트와 콘텐츠가 공감과 이해를 유도했는가</a:t>
            </a:r>
            <a:r>
              <a:rPr lang="en-US" altLang="ko-KR" sz="1500" dirty="0">
                <a:latin typeface="+mn-ea"/>
              </a:rPr>
              <a:t>?</a:t>
            </a:r>
          </a:p>
          <a:p>
            <a:endParaRPr lang="ko-KR" altLang="en-US" sz="15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BE034-9BA4-6F9E-1491-86485C837C63}"/>
              </a:ext>
            </a:extLst>
          </p:cNvPr>
          <p:cNvSpPr txBox="1"/>
          <p:nvPr/>
        </p:nvSpPr>
        <p:spPr>
          <a:xfrm>
            <a:off x="7127631" y="2150745"/>
            <a:ext cx="67217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기반 소비 패턴 분석</a:t>
            </a:r>
          </a:p>
          <a:p>
            <a:endParaRPr lang="ko-KR" altLang="en-US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사용자의 소비 내역을 항목별로 분류</a:t>
            </a:r>
            <a:r>
              <a:rPr lang="en-US" altLang="ko-KR" sz="1500" dirty="0">
                <a:latin typeface="+mn-ea"/>
              </a:rPr>
              <a:t>·</a:t>
            </a:r>
            <a:r>
              <a:rPr lang="ko-KR" altLang="en-US" sz="1500" dirty="0">
                <a:latin typeface="+mn-ea"/>
              </a:rPr>
              <a:t>가시화하여 문제 습관 진단</a:t>
            </a:r>
          </a:p>
          <a:p>
            <a:endParaRPr lang="ko-KR" altLang="en-US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개인화 피드백 리포트 생성</a:t>
            </a:r>
          </a:p>
          <a:p>
            <a:endParaRPr lang="ko-KR" altLang="en-US" sz="15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4499A-FC23-55AB-678C-890099D3F3DF}"/>
              </a:ext>
            </a:extLst>
          </p:cNvPr>
          <p:cNvSpPr txBox="1"/>
          <p:nvPr/>
        </p:nvSpPr>
        <p:spPr>
          <a:xfrm>
            <a:off x="14668500" y="2150745"/>
            <a:ext cx="165735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사회초년생</a:t>
            </a:r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25.06</a:t>
            </a:r>
            <a:r>
              <a:rPr lang="ko-KR" altLang="en-US" sz="1500" dirty="0">
                <a:latin typeface="+mn-ea"/>
              </a:rPr>
              <a:t>월 진행 예정</a:t>
            </a:r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카카오톡 채널을 통한 참가자 모집</a:t>
            </a:r>
            <a:endParaRPr lang="en-US" altLang="ko-KR" sz="1500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1500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1500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1500" dirty="0"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  <a:p>
            <a:r>
              <a:rPr lang="ko-KR" altLang="en-US" sz="1500" dirty="0">
                <a:latin typeface="+mn-ea"/>
              </a:rPr>
              <a:t>인터뷰</a:t>
            </a:r>
            <a:r>
              <a:rPr lang="en-US" altLang="ko-KR" sz="1500" dirty="0">
                <a:latin typeface="+mn-ea"/>
              </a:rPr>
              <a:t>/</a:t>
            </a:r>
            <a:r>
              <a:rPr lang="ko-KR" altLang="en-US" sz="1500" dirty="0">
                <a:latin typeface="+mn-ea"/>
              </a:rPr>
              <a:t>설문 통한 후속 피드백 수집</a:t>
            </a:r>
            <a:endParaRPr lang="en-US" altLang="ko-KR" sz="1500" dirty="0">
              <a:latin typeface="+mn-ea"/>
            </a:endParaRPr>
          </a:p>
          <a:p>
            <a:endParaRPr lang="en-US" altLang="ko-KR" sz="15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132</Words>
  <Application>Microsoft Office PowerPoint</Application>
  <PresentationFormat>사용자 지정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대산 오</cp:lastModifiedBy>
  <cp:revision>3</cp:revision>
  <dcterms:created xsi:type="dcterms:W3CDTF">2025-05-11T07:23:20Z</dcterms:created>
  <dcterms:modified xsi:type="dcterms:W3CDTF">2025-05-17T04:07:01Z</dcterms:modified>
</cp:coreProperties>
</file>
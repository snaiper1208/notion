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496" y="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586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CEC3C4-C416-9C0D-B702-8DED74CFD451}"/>
              </a:ext>
            </a:extLst>
          </p:cNvPr>
          <p:cNvSpPr txBox="1"/>
          <p:nvPr/>
        </p:nvSpPr>
        <p:spPr>
          <a:xfrm>
            <a:off x="645952" y="2139193"/>
            <a:ext cx="6140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AI </a:t>
            </a:r>
            <a:r>
              <a:rPr lang="ko-KR" altLang="en-US" dirty="0"/>
              <a:t>기반으로 언어</a:t>
            </a:r>
            <a:r>
              <a:rPr lang="en-US" altLang="ko-KR" dirty="0"/>
              <a:t>·</a:t>
            </a:r>
            <a:r>
              <a:rPr lang="ko-KR" altLang="en-US" dirty="0"/>
              <a:t>주문</a:t>
            </a:r>
            <a:r>
              <a:rPr lang="en-US" altLang="ko-KR" dirty="0"/>
              <a:t>·</a:t>
            </a:r>
            <a:r>
              <a:rPr lang="ko-KR" altLang="en-US" dirty="0"/>
              <a:t>통관의 복잡한 해외 렌즈 발주 과정을 </a:t>
            </a:r>
            <a:r>
              <a:rPr lang="ko-KR" altLang="en-US" dirty="0" err="1"/>
              <a:t>간편화하여</a:t>
            </a:r>
            <a:r>
              <a:rPr lang="en-US" altLang="ko-KR" dirty="0"/>
              <a:t>, </a:t>
            </a:r>
            <a:r>
              <a:rPr lang="ko-KR" altLang="en-US" dirty="0"/>
              <a:t>해외 안경점이 신뢰할 수 있는 한국 렌즈를 빠르고 저렴하게 주문할 수 있는 솔루션 제공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00B76-E6E7-27AA-6D36-F3ECAB3C493D}"/>
              </a:ext>
            </a:extLst>
          </p:cNvPr>
          <p:cNvSpPr txBox="1"/>
          <p:nvPr/>
        </p:nvSpPr>
        <p:spPr>
          <a:xfrm>
            <a:off x="7091494" y="2139193"/>
            <a:ext cx="6140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챗봇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기능 및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기반 전문용어 다국어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자동 번역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주문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 주문서 자동 생성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수출입 통관 정보 및 배송 추적 연동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특송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선호도 조사 및 주문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이력 기반 최적 공급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업체 매칭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C7B6DB3-6B9A-819E-9483-4CEEA0EAB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52" y="4937760"/>
            <a:ext cx="5964106" cy="2949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베타 테스트 참여 해외 안경점 </a:t>
            </a:r>
            <a:r>
              <a:rPr lang="ko-KR" altLang="en-US" dirty="0">
                <a:latin typeface="Arial" panose="020B0604020202020204" pitchFamily="34" charset="0"/>
              </a:rPr>
              <a:t>확보</a:t>
            </a:r>
            <a:endParaRPr lang="en-US" altLang="ko-KR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Arial" panose="020B0604020202020204" pitchFamily="34" charset="0"/>
              </a:rPr>
              <a:t>구글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온라인 폼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카카오톡 기반 주문서 입력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dirty="0">
                <a:latin typeface="Arial" panose="020B0604020202020204" pitchFamily="34" charset="0"/>
              </a:rPr>
              <a:t>관리자가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수동으로 주문서 자동 변환 → 공급사 전달 →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특송사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발송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이메일 또는 오픈채팅 통해 실시간 진행 상황 전달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주문 성공률, 사용자 만족도, 기능 유용성 인터뷰 및 피드백 수집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4A68099-A43D-D153-3929-16566003D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5690" y="5124183"/>
            <a:ext cx="5964105" cy="2118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사용자가 번역 없이 주문 내용을 신뢰할 수 있는지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주문이 문제없이 완료되었는지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 방식(이메일/전화 주문)과 비교해 편리성을 느꼈는지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향후 자동화 서비스 사용 의향 및 유료 결제 수요 확인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A96DFE61-8952-81E0-ADA1-13F497B4F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28701" y="2600857"/>
            <a:ext cx="33654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미국 및 호주 내 소규모 안경점 (한인 및 로컬 혼합)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해외 렌즈 수입 경험이 있거나 희망하는 B2B 고객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57CCA0-13CF-3C93-CA0C-6EF3470FABCA}"/>
              </a:ext>
            </a:extLst>
          </p:cNvPr>
          <p:cNvSpPr txBox="1"/>
          <p:nvPr/>
        </p:nvSpPr>
        <p:spPr>
          <a:xfrm>
            <a:off x="13874750" y="4222234"/>
            <a:ext cx="2686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2025.07.15 ~ 2025.08.31 (</a:t>
            </a:r>
            <a:r>
              <a:rPr lang="ko-KR" altLang="en-US" dirty="0"/>
              <a:t>약 </a:t>
            </a:r>
            <a:r>
              <a:rPr lang="en-US" altLang="ko-KR" dirty="0"/>
              <a:t>6</a:t>
            </a:r>
            <a:r>
              <a:rPr lang="ko-KR" altLang="en-US" dirty="0"/>
              <a:t>주간 베타 운영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2F05E6E7-FF43-C44A-982C-974C685A4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28701" y="7235227"/>
            <a:ext cx="33654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파일 업로드 또는 입력폼 기반 주문서 수집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수동 매칭 → 공급사 대응 → 실시간 피드백 → 최종 설문조사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9C86B-E4E5-8A63-B430-886BF8C00351}"/>
              </a:ext>
            </a:extLst>
          </p:cNvPr>
          <p:cNvSpPr txBox="1"/>
          <p:nvPr/>
        </p:nvSpPr>
        <p:spPr>
          <a:xfrm>
            <a:off x="13786858" y="5865414"/>
            <a:ext cx="2686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온라인 미팅 및 카카오톡 또는 </a:t>
            </a:r>
            <a:r>
              <a:rPr lang="ko-KR" altLang="en-US" dirty="0" err="1"/>
              <a:t>왓츠앱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197</Words>
  <Application>Microsoft Office PowerPoint</Application>
  <PresentationFormat>사용자 지정</PresentationFormat>
  <Paragraphs>21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Office Theme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CHANGIL KO</cp:lastModifiedBy>
  <cp:revision>2</cp:revision>
  <dcterms:created xsi:type="dcterms:W3CDTF">2025-05-11T07:23:20Z</dcterms:created>
  <dcterms:modified xsi:type="dcterms:W3CDTF">2025-05-17T12:29:26Z</dcterms:modified>
</cp:coreProperties>
</file>
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9875500" cx="17556475"/>
  <p:notesSz cx="9875500" cy="175564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/>
        </p:nvSpPr>
        <p:spPr>
          <a:xfrm>
            <a:off x="880000" y="2322200"/>
            <a:ext cx="586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사용자 중심의 간편성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개인화된 맞춤 서비스 제공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데이터 기반 정확한 재무 분석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/>
        </p:nvSpPr>
        <p:spPr>
          <a:xfrm>
            <a:off x="880000" y="4990275"/>
            <a:ext cx="5695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사용자 피드백 설문 및 사용성 점수 평가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고객별 추천 만족도 설문 및 서비스 재사용률 측정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실제 재무 상태 대비 분석 정확도 평가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" name="Google Shape;31;p5"/>
          <p:cNvSpPr txBox="1"/>
          <p:nvPr/>
        </p:nvSpPr>
        <p:spPr>
          <a:xfrm>
            <a:off x="7259950" y="2214500"/>
            <a:ext cx="1048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재무 데이터 자동 수집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개인화된 보험 추천 서비스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AI 기반 재무 분석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실시간 설계사 매칭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" name="Google Shape;32;p5"/>
          <p:cNvSpPr txBox="1"/>
          <p:nvPr/>
        </p:nvSpPr>
        <p:spPr>
          <a:xfrm>
            <a:off x="7480000" y="5223838"/>
            <a:ext cx="9753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금융기관 연동 시 수집 속도 및 오류율 점검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고객이 추천 받은 보험 상품의 만족도 평가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분석 결과의 정확도 및 고객 이해도 설문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설계사 매칭 요청 후 실제 매칭까지 소요 시간 측정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5"/>
          <p:cNvSpPr txBox="1"/>
          <p:nvPr/>
        </p:nvSpPr>
        <p:spPr>
          <a:xfrm>
            <a:off x="13811050" y="2753300"/>
            <a:ext cx="3397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25~45세 직장인 및 자영업자 50명 (2강 고객 인터뷰 참고하여 선정)</a:t>
            </a:r>
            <a:endParaRPr sz="1600"/>
          </a:p>
        </p:txBody>
      </p:sp>
      <p:sp>
        <p:nvSpPr>
          <p:cNvPr id="34" name="Google Shape;34;p5"/>
          <p:cNvSpPr txBox="1"/>
          <p:nvPr/>
        </p:nvSpPr>
        <p:spPr>
          <a:xfrm>
            <a:off x="13811050" y="4217025"/>
            <a:ext cx="393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2025년 5월 10일 ~ 2025년 5월 16일 (1주일 간)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" name="Google Shape;35;p5"/>
          <p:cNvSpPr txBox="1"/>
          <p:nvPr/>
        </p:nvSpPr>
        <p:spPr>
          <a:xfrm>
            <a:off x="13786600" y="5805975"/>
            <a:ext cx="344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인톡 플랫폼 온라인 서비스 환경 (웹 및 모바일 앱)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" name="Google Shape;36;p5"/>
          <p:cNvSpPr txBox="1"/>
          <p:nvPr/>
        </p:nvSpPr>
        <p:spPr>
          <a:xfrm>
            <a:off x="10914550" y="7184950"/>
            <a:ext cx="6294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- 사용자는 플랫폼 가입 후 금융기관 데이터를 연동하여 자동으로 재무 데이터를 제공받습니다. - 사용자에게 개인화된 보험 추천을 제공하고 이에 대한 만족도 설문을 진행합니다. - AI 기반 재무 분석 결과를 제공하고 분석 이해도 및 정확성에 대한 피드백을 수집합니다. - 사용자가 설계사 매칭을 요청했을 때 실제 매칭까지의 소요 시간을 기록하여 서비스의 효율성을 검증합니다. - 테스트 기간 동안 주 단위로 사용자 그룹 미팅 및 1:1 인터뷰를 진행하여 질적 데이터도 수집합니다.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" name="Google Shape;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
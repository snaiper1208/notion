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5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2842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24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B8E50C-70E5-053C-6281-95215392C703}"/>
              </a:ext>
            </a:extLst>
          </p:cNvPr>
          <p:cNvSpPr txBox="1"/>
          <p:nvPr/>
        </p:nvSpPr>
        <p:spPr>
          <a:xfrm>
            <a:off x="1334530" y="2434281"/>
            <a:ext cx="5926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/>
              <a:t>노쇼</a:t>
            </a:r>
            <a:r>
              <a:rPr lang="ko-KR" altLang="en-US" dirty="0"/>
              <a:t> 진행을 막고 </a:t>
            </a:r>
            <a:r>
              <a:rPr lang="ko-KR" altLang="en-US" dirty="0" err="1"/>
              <a:t>노쇼</a:t>
            </a:r>
            <a:r>
              <a:rPr lang="ko-KR" altLang="en-US" dirty="0"/>
              <a:t> 이후에도 소상공인들에게</a:t>
            </a:r>
            <a:br>
              <a:rPr lang="en-US" altLang="ko-KR" dirty="0"/>
            </a:br>
            <a:r>
              <a:rPr lang="ko-KR" altLang="en-US" dirty="0"/>
              <a:t>매출 피해가 없도록 진행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매출 상세분석으로 추후 고객 유치 세일즈로 연결되어</a:t>
            </a:r>
            <a:br>
              <a:rPr lang="en-US" altLang="ko-KR" dirty="0"/>
            </a:br>
            <a:r>
              <a:rPr lang="ko-KR" altLang="en-US" dirty="0"/>
              <a:t>매출 상승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2AFC10-C48B-43A9-A651-1B0D2D9AF819}"/>
              </a:ext>
            </a:extLst>
          </p:cNvPr>
          <p:cNvSpPr txBox="1"/>
          <p:nvPr/>
        </p:nvSpPr>
        <p:spPr>
          <a:xfrm>
            <a:off x="7767227" y="2434281"/>
            <a:ext cx="20217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/>
              <a:t>노쇼방지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매출 상세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489F8-07AD-7A90-5DD1-318108C0A857}"/>
              </a:ext>
            </a:extLst>
          </p:cNvPr>
          <p:cNvSpPr txBox="1"/>
          <p:nvPr/>
        </p:nvSpPr>
        <p:spPr>
          <a:xfrm>
            <a:off x="696098" y="4818478"/>
            <a:ext cx="592662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타겟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모객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노쇼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피해 경험이 있는 소상공인 10곳을 모집하여 MVP 시범 도입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카카오톡/문자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리마인더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예약금 기능, 대체 고객 알림 등 기본 기능 제공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매출/예약 현황 입력 CSV 양식 제공 →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데이터 확보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매장 일일 예약 현황 및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방문률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시간대별 매출 데이터를 표준 양식으로 수집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노쇼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발생 시 대체 고객이 유입되었는지 여부도 체크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상세 매출 분석 리포트 제공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각 매장의 고객 유형, 시간대 매출 추이,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노쇼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패턴 분석 제공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챗봇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또는 대시보드 방식으로 매장 맞춤형 운영 제안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"이 시간대에 할인 쿠폰 발송 추천", "재방문 유도 타이밍" 등 자동 제안 기능 포함</a:t>
            </a:r>
          </a:p>
          <a:p>
            <a:pPr marL="342900" indent="-342900">
              <a:buAutoNum type="arabicPeriod"/>
            </a:pP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6B0A4-7141-231B-9BA2-D3F37113DD69}"/>
              </a:ext>
            </a:extLst>
          </p:cNvPr>
          <p:cNvSpPr txBox="1"/>
          <p:nvPr/>
        </p:nvSpPr>
        <p:spPr>
          <a:xfrm>
            <a:off x="7318818" y="4818478"/>
            <a:ext cx="5926622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소상공인이 실제 예약/매출 데이터를 넣을 정도로 신뢰를 보이는가?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 양식 또는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챗봇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입력을 통해 하루 예약 및 매출 데이터를 지속 입력하는 비율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챗봇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또는 대시보드 사용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유지율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노쇼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방지 기능이 기존 방식(전화 확인, 직접 연락 등)보다 더 효율적이라 느끼는가?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 후 설문 및 인터뷰로 기존 대비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노쇼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감소 체감 정도 확인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노쇼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발생 이후 대체 고객 유입 등으로 매출 회복 효과를 체감하는가?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대체 고객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유입률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노쇼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발생 후 시간대 매출 회복률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제공된 매출 분석 리포트가 실제로 매장 운영에 도움이 된다고 느끼는가?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"재방문 유도, 시간대 할인 적용 등" 실제 액션으로 이어졌는지 여부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이후 매출 증가나 고객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재방문률로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이어졌는지 데이터 확인</a:t>
            </a:r>
          </a:p>
          <a:p>
            <a:pPr marL="342900" indent="-342900">
              <a:buAutoNum type="arabicPeriod"/>
            </a:pP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B58ADD-ED94-BCA7-2A10-DEFB99B5F7FB}"/>
              </a:ext>
            </a:extLst>
          </p:cNvPr>
          <p:cNvSpPr txBox="1"/>
          <p:nvPr/>
        </p:nvSpPr>
        <p:spPr>
          <a:xfrm>
            <a:off x="14431638" y="2355163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/>
              <a:t>미용실 점주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3326A4-EF62-3B9C-8A17-883FC5CEB992}"/>
              </a:ext>
            </a:extLst>
          </p:cNvPr>
          <p:cNvSpPr txBox="1"/>
          <p:nvPr/>
        </p:nvSpPr>
        <p:spPr>
          <a:xfrm>
            <a:off x="14431638" y="4027444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2025.06.01~2025.06.30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7E08E5-A80A-E6B6-00D1-AC01A62D161A}"/>
              </a:ext>
            </a:extLst>
          </p:cNvPr>
          <p:cNvSpPr txBox="1"/>
          <p:nvPr/>
        </p:nvSpPr>
        <p:spPr>
          <a:xfrm>
            <a:off x="14584038" y="5515059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카페</a:t>
            </a:r>
            <a:r>
              <a:rPr lang="en-US" altLang="ko-KR" dirty="0"/>
              <a:t>, </a:t>
            </a:r>
            <a:r>
              <a:rPr lang="ko-KR" altLang="en-US" dirty="0"/>
              <a:t>미용실 </a:t>
            </a:r>
            <a:r>
              <a:rPr lang="ko-KR" altLang="en-US" dirty="0" err="1"/>
              <a:t>오픈카톡방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282</Words>
  <Application>Microsoft Office PowerPoint</Application>
  <PresentationFormat>사용자 지정</PresentationFormat>
  <Paragraphs>32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승환 현</cp:lastModifiedBy>
  <cp:revision>3</cp:revision>
  <dcterms:created xsi:type="dcterms:W3CDTF">2025-05-11T07:23:20Z</dcterms:created>
  <dcterms:modified xsi:type="dcterms:W3CDTF">2025-05-16T03:35:48Z</dcterms:modified>
</cp:coreProperties>
</file>
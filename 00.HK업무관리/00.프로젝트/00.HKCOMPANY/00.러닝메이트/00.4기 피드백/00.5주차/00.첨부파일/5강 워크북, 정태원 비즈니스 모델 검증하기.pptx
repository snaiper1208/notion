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D1FF57-274D-E631-A111-E9D73BAB149C}" v="83" dt="2025-05-17T14:16:04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00" cy="879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4350" y="0"/>
            <a:ext cx="4279900" cy="879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CA5AA-3092-49F7-B101-8CABAB23B09B}" type="datetimeFigureOut">
              <a:t>2025-05-17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28613" y="2193925"/>
            <a:ext cx="10533063" cy="5926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5" y="8448675"/>
            <a:ext cx="7900988" cy="69135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6676688"/>
            <a:ext cx="4279900" cy="879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4350" y="16676688"/>
            <a:ext cx="4279900" cy="879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F430D-08C2-43F9-8818-003542C6C1F0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55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360C17-656E-86F6-F3F8-7D9D548F4BBA}"/>
              </a:ext>
            </a:extLst>
          </p:cNvPr>
          <p:cNvSpPr txBox="1"/>
          <p:nvPr/>
        </p:nvSpPr>
        <p:spPr>
          <a:xfrm>
            <a:off x="1073174" y="2252340"/>
            <a:ext cx="455767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b="1" dirty="0">
                <a:ea typeface="+mn-lt"/>
                <a:cs typeface="+mn-lt"/>
              </a:rPr>
              <a:t>신뢰 기반 </a:t>
            </a:r>
            <a:r>
              <a:rPr lang="ko-KR" b="1" dirty="0" err="1">
                <a:ea typeface="+mn-lt"/>
                <a:cs typeface="+mn-lt"/>
              </a:rPr>
              <a:t>반려견</a:t>
            </a:r>
            <a:r>
              <a:rPr lang="ko-KR" b="1" dirty="0">
                <a:ea typeface="+mn-lt"/>
                <a:cs typeface="+mn-lt"/>
              </a:rPr>
              <a:t> 산책 대행 플랫폼</a:t>
            </a:r>
            <a:br>
              <a:rPr lang="ko-KR" b="1" dirty="0">
                <a:ea typeface="+mn-lt"/>
                <a:cs typeface="+mn-lt"/>
              </a:rPr>
            </a:br>
            <a:r>
              <a:rPr lang="ko-KR" b="1" dirty="0">
                <a:ea typeface="+mn-lt"/>
                <a:cs typeface="+mn-lt"/>
              </a:rPr>
              <a:t> 바쁜 보호자도 안심하고 강아지를 맡길 수 있도록,</a:t>
            </a:r>
            <a:br>
              <a:rPr lang="ko-KR" b="1" dirty="0">
                <a:ea typeface="+mn-lt"/>
                <a:cs typeface="+mn-lt"/>
              </a:rPr>
            </a:br>
            <a:r>
              <a:rPr lang="ko-KR" b="1" dirty="0">
                <a:ea typeface="+mn-lt"/>
                <a:cs typeface="+mn-lt"/>
              </a:rPr>
              <a:t> 실시간 인증 기능과 검증된 산책자를 매칭해주는 맞춤형 솔루션 제공</a:t>
            </a:r>
            <a:endParaRPr lang="ko-KR" dirty="0"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E3EF99-C4EF-E068-7804-9F3165A27E94}"/>
              </a:ext>
            </a:extLst>
          </p:cNvPr>
          <p:cNvSpPr txBox="1"/>
          <p:nvPr/>
        </p:nvSpPr>
        <p:spPr>
          <a:xfrm>
            <a:off x="7631458" y="2133098"/>
            <a:ext cx="519363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b="1" dirty="0" err="1">
                <a:ea typeface="+mn-lt"/>
                <a:cs typeface="+mn-lt"/>
              </a:rPr>
              <a:t>산책자</a:t>
            </a:r>
            <a:r>
              <a:rPr lang="ko-KR" b="1" dirty="0">
                <a:ea typeface="+mn-lt"/>
                <a:cs typeface="+mn-lt"/>
              </a:rPr>
              <a:t> 신원 인증 및 후기 기반 수동 매칭 시스템</a:t>
            </a:r>
            <a:endParaRPr lang="ko-K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b="1" dirty="0">
                <a:ea typeface="+mn-lt"/>
                <a:cs typeface="+mn-lt"/>
              </a:rPr>
              <a:t>실시간 인증샷/위치 공유 기능 (수동 촬영 및 전송)</a:t>
            </a:r>
            <a:endParaRPr lang="ko-K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산책 후 </a:t>
            </a:r>
            <a:r>
              <a:rPr lang="ko-KR" b="1" dirty="0">
                <a:ea typeface="+mn-lt"/>
                <a:cs typeface="+mn-lt"/>
              </a:rPr>
              <a:t>간단한 리포트 자동 템플릿 제공</a:t>
            </a:r>
            <a:endParaRPr lang="ko-KR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보호자 피드백 수집 및 반복 이용 의향 체크</a:t>
            </a:r>
            <a:endParaRPr lang="ko-KR">
              <a:ea typeface="+mn-lt"/>
              <a:cs typeface="+mn-lt"/>
            </a:endParaRPr>
          </a:p>
          <a:p>
            <a:pPr algn="l"/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17E04-7ED1-9D85-7041-4C8708221DD8}"/>
              </a:ext>
            </a:extLst>
          </p:cNvPr>
          <p:cNvSpPr txBox="1"/>
          <p:nvPr/>
        </p:nvSpPr>
        <p:spPr>
          <a:xfrm>
            <a:off x="14494472" y="2135774"/>
            <a:ext cx="292267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ko-KR" sz="1100" dirty="0">
                <a:ea typeface="+mn-lt"/>
                <a:cs typeface="+mn-lt"/>
              </a:rPr>
              <a:t>평일 야근이 잦거나 외출이 많은 20~30대 1인 가구 반려견 보호자</a:t>
            </a:r>
          </a:p>
          <a:p>
            <a:pPr marL="285750" indent="-285750">
              <a:buFont typeface="Arial"/>
              <a:buChar char="•"/>
            </a:pPr>
            <a:r>
              <a:rPr lang="ko-KR" sz="1100" err="1">
                <a:ea typeface="+mn-lt"/>
                <a:cs typeface="+mn-lt"/>
              </a:rPr>
              <a:t>반려견</a:t>
            </a:r>
            <a:r>
              <a:rPr lang="ko-KR" sz="1100" dirty="0">
                <a:ea typeface="+mn-lt"/>
                <a:cs typeface="+mn-lt"/>
              </a:rPr>
              <a:t> 산책을 혼자 책임지기 어려운 직장인</a:t>
            </a:r>
          </a:p>
          <a:p>
            <a:pPr marL="285750" indent="-285750">
              <a:buFont typeface="Arial"/>
              <a:buChar char="•"/>
            </a:pPr>
            <a:r>
              <a:rPr lang="ko-KR" sz="1100" dirty="0">
                <a:ea typeface="+mn-lt"/>
                <a:cs typeface="+mn-lt"/>
              </a:rPr>
              <a:t>산책 대행에 대한 </a:t>
            </a:r>
            <a:r>
              <a:rPr lang="ko-KR" sz="1100" b="1" dirty="0">
                <a:ea typeface="+mn-lt"/>
                <a:cs typeface="+mn-lt"/>
              </a:rPr>
              <a:t>관심은 있으나, 실제 이용 경험은 적은 초보 보호자</a:t>
            </a:r>
            <a:endParaRPr lang="ko-KR" sz="1100">
              <a:ea typeface="+mn-lt"/>
              <a:cs typeface="+mn-lt"/>
            </a:endParaRPr>
          </a:p>
          <a:p>
            <a:pPr algn="l"/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8129E-96E3-A876-EBFD-5099F1369D82}"/>
              </a:ext>
            </a:extLst>
          </p:cNvPr>
          <p:cNvSpPr txBox="1"/>
          <p:nvPr/>
        </p:nvSpPr>
        <p:spPr>
          <a:xfrm>
            <a:off x="14637560" y="3730935"/>
            <a:ext cx="35374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/>
              <a:t>2025.06.01 ~ 2025.06.10</a:t>
            </a:r>
            <a:endParaRPr lang="ko-KR"/>
          </a:p>
          <a:p>
            <a:pPr algn="l"/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37395-061C-E957-CCA7-4917130329A3}"/>
              </a:ext>
            </a:extLst>
          </p:cNvPr>
          <p:cNvSpPr txBox="1"/>
          <p:nvPr/>
        </p:nvSpPr>
        <p:spPr>
          <a:xfrm>
            <a:off x="14573965" y="5061140"/>
            <a:ext cx="336526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>
                <a:ea typeface="+mn-lt"/>
                <a:cs typeface="+mn-lt"/>
              </a:rPr>
              <a:t>반려동물 커뮤니티, 오픈채팅방, 인스타 펫 계정 대상 SNS </a:t>
            </a:r>
            <a:r>
              <a:rPr lang="ko-KR" dirty="0" err="1">
                <a:ea typeface="+mn-lt"/>
                <a:cs typeface="+mn-lt"/>
              </a:rPr>
              <a:t>리크루팅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22AD3-428E-BD65-0571-0D9DDA3FCDCB}"/>
              </a:ext>
            </a:extLst>
          </p:cNvPr>
          <p:cNvSpPr txBox="1"/>
          <p:nvPr/>
        </p:nvSpPr>
        <p:spPr>
          <a:xfrm>
            <a:off x="14838947" y="6558284"/>
            <a:ext cx="261006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dirty="0"/>
              <a:t>수동 매칭 기반 MVP 프로토타입 운영 + 오픈채팅 피드백 + 후속 인터뷰</a:t>
            </a:r>
          </a:p>
          <a:p>
            <a:pPr algn="l"/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272D63-84D8-2F2F-BD84-DDF3594F68A0}"/>
              </a:ext>
            </a:extLst>
          </p:cNvPr>
          <p:cNvSpPr txBox="1"/>
          <p:nvPr/>
        </p:nvSpPr>
        <p:spPr>
          <a:xfrm>
            <a:off x="1192415" y="5008145"/>
            <a:ext cx="532612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b="1" dirty="0">
                <a:ea typeface="+mn-lt"/>
                <a:cs typeface="+mn-lt"/>
              </a:rPr>
              <a:t>낮은 수준의 MVP (오즈의 마법사 방식 + 수동 프로토타입 활용)</a:t>
            </a:r>
            <a:endParaRPr lang="ko-K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목표 타겟 보호자 모집 (SNS, 오픈 카페, 펫 커뮤니티)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사전 입력폼으로 </a:t>
            </a:r>
            <a:r>
              <a:rPr lang="ko-KR" dirty="0" err="1">
                <a:ea typeface="+mn-lt"/>
                <a:cs typeface="+mn-lt"/>
              </a:rPr>
              <a:t>반려견</a:t>
            </a:r>
            <a:r>
              <a:rPr lang="ko-KR" dirty="0">
                <a:ea typeface="+mn-lt"/>
                <a:cs typeface="+mn-lt"/>
              </a:rPr>
              <a:t> 정보 및 산책 요청 시간 수집</a:t>
            </a:r>
          </a:p>
          <a:p>
            <a:pPr marL="285750" indent="-285750">
              <a:buFont typeface="Arial"/>
              <a:buChar char="•"/>
            </a:pPr>
            <a:r>
              <a:rPr lang="ko-KR" b="1" dirty="0">
                <a:ea typeface="+mn-lt"/>
                <a:cs typeface="+mn-lt"/>
              </a:rPr>
              <a:t>수동 매칭된 산책자</a:t>
            </a:r>
            <a:r>
              <a:rPr lang="ko-KR" dirty="0">
                <a:ea typeface="+mn-lt"/>
                <a:cs typeface="+mn-lt"/>
              </a:rPr>
              <a:t>가 실제로 산책 수행 (사람이 수동으로 관리)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산책 후 </a:t>
            </a:r>
            <a:r>
              <a:rPr lang="ko-KR" b="1" dirty="0">
                <a:ea typeface="+mn-lt"/>
                <a:cs typeface="+mn-lt"/>
              </a:rPr>
              <a:t>실시간 </a:t>
            </a:r>
            <a:r>
              <a:rPr lang="ko-KR" b="1" dirty="0" err="1">
                <a:ea typeface="+mn-lt"/>
                <a:cs typeface="+mn-lt"/>
              </a:rPr>
              <a:t>사진·위치·후기</a:t>
            </a:r>
            <a:r>
              <a:rPr lang="ko-KR" b="1" dirty="0">
                <a:ea typeface="+mn-lt"/>
                <a:cs typeface="+mn-lt"/>
              </a:rPr>
              <a:t> 등 인증 정보</a:t>
            </a:r>
            <a:r>
              <a:rPr lang="ko-KR" dirty="0">
                <a:ea typeface="+mn-lt"/>
                <a:cs typeface="+mn-lt"/>
              </a:rPr>
              <a:t>를 보호자에게 전달</a:t>
            </a:r>
          </a:p>
          <a:p>
            <a:pPr marL="285750" indent="-285750">
              <a:buFont typeface="Arial"/>
              <a:buChar char="•"/>
            </a:pPr>
            <a:r>
              <a:rPr lang="ko-KR" dirty="0">
                <a:ea typeface="+mn-lt"/>
                <a:cs typeface="+mn-lt"/>
              </a:rPr>
              <a:t>보호자와 후속 인터뷰 진행 → 서비스 신뢰도, 반복 의향 확인</a:t>
            </a:r>
          </a:p>
          <a:p>
            <a:pPr algn="l"/>
            <a:endParaRPr lang="ko-KR" altLang="en-US" dirty="0">
              <a:ea typeface="맑은 고딕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81275-74B7-69BA-FB06-BB0B755A7446}"/>
              </a:ext>
            </a:extLst>
          </p:cNvPr>
          <p:cNvSpPr txBox="1"/>
          <p:nvPr/>
        </p:nvSpPr>
        <p:spPr>
          <a:xfrm>
            <a:off x="7366477" y="4902152"/>
            <a:ext cx="5683846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600" dirty="0">
                <a:ea typeface="맑은 고딕"/>
              </a:rPr>
              <a:t>보호자가 반려견을 제3자에게 맡길 만큼 신뢰를 보이는가</a:t>
            </a:r>
            <a:r>
              <a:rPr lang="en-US" altLang="ko-KR" sz="1600" dirty="0">
                <a:ea typeface="맑은 고딕"/>
              </a:rPr>
              <a:t>?</a:t>
            </a:r>
            <a:endParaRPr lang="ko-KR" altLang="en-US" sz="1600">
              <a:ea typeface="맑은 고딕"/>
              <a:cs typeface="Calibri"/>
            </a:endParaRPr>
          </a:p>
          <a:p>
            <a:r>
              <a:rPr lang="ko-KR" sz="1600" dirty="0">
                <a:ea typeface="맑은 고딕"/>
              </a:rPr>
              <a:t>산책자에게 맡기고 인증 자료를 신뢰하는지 확인</a:t>
            </a:r>
            <a:endParaRPr lang="ko-KR" sz="1600">
              <a:ea typeface="맑은 고딕"/>
              <a:cs typeface="Calibri"/>
            </a:endParaRPr>
          </a:p>
          <a:p>
            <a:r>
              <a:rPr lang="ko-KR" sz="1600" dirty="0">
                <a:ea typeface="맑은 고딕"/>
              </a:rPr>
              <a:t>실시간 인증 정보가 안심감을 주는가?</a:t>
            </a:r>
            <a:endParaRPr lang="ko-KR" sz="1600" dirty="0">
              <a:ea typeface="맑은 고딕"/>
              <a:cs typeface="Calibri"/>
            </a:endParaRPr>
          </a:p>
          <a:p>
            <a:r>
              <a:rPr lang="ko-KR" sz="1600" dirty="0">
                <a:ea typeface="맑은 고딕"/>
              </a:rPr>
              <a:t>위치/사진 인증이 신뢰로 연결되는지</a:t>
            </a:r>
            <a:endParaRPr lang="ko-KR" sz="1600" dirty="0">
              <a:ea typeface="맑은 고딕"/>
              <a:cs typeface="Calibri"/>
            </a:endParaRPr>
          </a:p>
          <a:p>
            <a:r>
              <a:rPr lang="ko-KR" sz="1600" dirty="0">
                <a:ea typeface="맑은 고딕"/>
              </a:rPr>
              <a:t>산책 후 후기/재요청이 발생하는가?</a:t>
            </a:r>
            <a:endParaRPr lang="ko-KR" sz="1600" dirty="0">
              <a:ea typeface="맑은 고딕"/>
              <a:cs typeface="Calibri"/>
            </a:endParaRPr>
          </a:p>
          <a:p>
            <a:r>
              <a:rPr lang="ko-KR" sz="1600" dirty="0">
                <a:ea typeface="맑은 고딕"/>
              </a:rPr>
              <a:t>반복 이용 의사 확인</a:t>
            </a:r>
            <a:endParaRPr lang="ko-KR" sz="1600">
              <a:ea typeface="맑은 고딕"/>
              <a:cs typeface="Calibri"/>
            </a:endParaRPr>
          </a:p>
          <a:p>
            <a:r>
              <a:rPr lang="ko-KR" sz="1600" dirty="0">
                <a:ea typeface="맑은 고딕"/>
              </a:rPr>
              <a:t>유료 버전 출시 시 가격 수용성은 어떤가?</a:t>
            </a:r>
            <a:endParaRPr lang="ko-KR" sz="1600" dirty="0">
              <a:ea typeface="맑은 고딕"/>
              <a:cs typeface="Calibri"/>
            </a:endParaRPr>
          </a:p>
          <a:p>
            <a:r>
              <a:rPr lang="ko-KR" sz="1600" dirty="0">
                <a:ea typeface="맑은 고딕"/>
              </a:rPr>
              <a:t>월 </a:t>
            </a:r>
            <a:r>
              <a:rPr lang="ko-KR" sz="1600" err="1">
                <a:ea typeface="맑은 고딕"/>
              </a:rPr>
              <a:t>구독제</a:t>
            </a:r>
            <a:r>
              <a:rPr lang="ko-KR" sz="1600" dirty="0">
                <a:ea typeface="맑은 고딕"/>
              </a:rPr>
              <a:t> 또는 건당 과금 모델에 대한 피드백</a:t>
            </a:r>
            <a:endParaRPr lang="ko-KR" sz="1600">
              <a:ea typeface="맑은 고딕"/>
              <a:cs typeface="Calibri"/>
            </a:endParaRPr>
          </a:p>
          <a:p>
            <a:r>
              <a:rPr lang="ko-KR" sz="1600" err="1">
                <a:ea typeface="맑은 고딕"/>
              </a:rPr>
              <a:t>웨이팅리스트</a:t>
            </a:r>
            <a:r>
              <a:rPr lang="ko-KR" sz="1600" dirty="0">
                <a:ea typeface="맑은 고딕"/>
              </a:rPr>
              <a:t> 등록 의향이 있는가?</a:t>
            </a:r>
            <a:endParaRPr lang="ko-KR" sz="1600">
              <a:ea typeface="맑은 고딕"/>
              <a:cs typeface="Calibri"/>
            </a:endParaRPr>
          </a:p>
          <a:p>
            <a:r>
              <a:rPr lang="ko-KR" sz="1600" dirty="0">
                <a:ea typeface="맑은 고딕"/>
              </a:rPr>
              <a:t>사전 예약 또는 알림 신청 유도 실험</a:t>
            </a:r>
            <a:endParaRPr lang="ko-KR" sz="1600" dirty="0">
              <a:ea typeface="맑은 고딕"/>
              <a:cs typeface="Calibri"/>
            </a:endParaRPr>
          </a:p>
          <a:p>
            <a:pPr algn="l"/>
            <a:endParaRPr lang="ko-KR" altLang="en-US" dirty="0"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5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mangoboard.net_48059005</cp:lastModifiedBy>
  <cp:revision>23</cp:revision>
  <dcterms:created xsi:type="dcterms:W3CDTF">2025-05-11T07:23:20Z</dcterms:created>
  <dcterms:modified xsi:type="dcterms:W3CDTF">2025-05-17T14:16:19Z</dcterms:modified>
</cp:coreProperties>
</file>
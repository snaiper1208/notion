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37DE2-D68F-4D06-90D0-67576E02B893}" v="8" dt="2025-05-17T14:55:09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25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-188686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2305A8-1E2B-1379-C2E4-94815FFF634F}"/>
              </a:ext>
            </a:extLst>
          </p:cNvPr>
          <p:cNvSpPr txBox="1"/>
          <p:nvPr/>
        </p:nvSpPr>
        <p:spPr>
          <a:xfrm>
            <a:off x="841829" y="2365829"/>
            <a:ext cx="5631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타겟 마케팅을 활용하여 대학생 대상으로 기업이 효과적이고 간편한 광고를 할 수 있도록 하며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기업과 대학생 단체 간 관계 형성에 도움을 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AACB2-96BC-BE63-2F3B-34ABE7C63B3C}"/>
              </a:ext>
            </a:extLst>
          </p:cNvPr>
          <p:cNvSpPr txBox="1"/>
          <p:nvPr/>
        </p:nvSpPr>
        <p:spPr>
          <a:xfrm>
            <a:off x="841829" y="5094514"/>
            <a:ext cx="56315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타겟 마케팅을 활용한 샘플링 플랫폼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기말고사 간식사업이 필요한 신촌 </a:t>
            </a:r>
            <a:r>
              <a:rPr lang="en-US" altLang="ko-KR" dirty="0"/>
              <a:t>4</a:t>
            </a:r>
            <a:r>
              <a:rPr lang="ko-KR" altLang="en-US" dirty="0"/>
              <a:t>개 대학 학생회 단체를 모아 많은 대학생 확보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/>
              <a:t>f&amp;b</a:t>
            </a:r>
            <a:r>
              <a:rPr lang="en-US" altLang="ko-KR" dirty="0"/>
              <a:t> </a:t>
            </a:r>
            <a:r>
              <a:rPr lang="ko-KR" altLang="en-US" dirty="0"/>
              <a:t>기업 </a:t>
            </a:r>
            <a:r>
              <a:rPr lang="ko-KR" altLang="en-US" dirty="0" err="1"/>
              <a:t>컨택</a:t>
            </a:r>
            <a:r>
              <a:rPr lang="ko-KR" altLang="en-US" dirty="0"/>
              <a:t> 후 학생회와 연결해주어 샘플링 진행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사후처리까지 </a:t>
            </a:r>
            <a:r>
              <a:rPr lang="ko-KR" altLang="en-US" dirty="0" err="1"/>
              <a:t>유니커넥트가</a:t>
            </a:r>
            <a:r>
              <a:rPr lang="ko-KR" altLang="en-US" dirty="0"/>
              <a:t> 확실하게 체크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대학생</a:t>
            </a:r>
            <a:r>
              <a:rPr lang="en-US" altLang="ko-KR" dirty="0"/>
              <a:t>-</a:t>
            </a:r>
            <a:r>
              <a:rPr lang="ko-KR" altLang="en-US" dirty="0"/>
              <a:t>기업 간 소통 채널 개설 및 모니터링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12FBA-5632-D983-4FFB-F3096D0589AF}"/>
              </a:ext>
            </a:extLst>
          </p:cNvPr>
          <p:cNvSpPr txBox="1"/>
          <p:nvPr/>
        </p:nvSpPr>
        <p:spPr>
          <a:xfrm>
            <a:off x="7191829" y="2206172"/>
            <a:ext cx="5631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복잡한 </a:t>
            </a:r>
            <a:r>
              <a:rPr lang="ko-KR" altLang="en-US" sz="1600" dirty="0" err="1"/>
              <a:t>리스트업없이</a:t>
            </a:r>
            <a:r>
              <a:rPr lang="ko-KR" altLang="en-US" sz="1600" dirty="0"/>
              <a:t> </a:t>
            </a:r>
            <a:r>
              <a:rPr lang="en-US" altLang="ko-KR" sz="1600" dirty="0" err="1"/>
              <a:t>f&amp;b</a:t>
            </a:r>
            <a:r>
              <a:rPr lang="ko-KR" altLang="en-US" sz="1600" dirty="0"/>
              <a:t>기업 리스트 제공 </a:t>
            </a:r>
            <a:r>
              <a:rPr lang="en-US" altLang="ko-KR" sz="1600" dirty="0"/>
              <a:t>(to </a:t>
            </a:r>
            <a:r>
              <a:rPr lang="ko-KR" altLang="en-US" sz="1600" dirty="0"/>
              <a:t>학생</a:t>
            </a:r>
            <a:r>
              <a:rPr lang="en-US" altLang="ko-KR" sz="16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600" dirty="0"/>
              <a:t>계약서</a:t>
            </a:r>
            <a:r>
              <a:rPr lang="en-US" altLang="ko-KR" sz="1600" dirty="0"/>
              <a:t>/</a:t>
            </a:r>
            <a:r>
              <a:rPr lang="ko-KR" altLang="en-US" sz="1600" dirty="0"/>
              <a:t>협약서 작성을 통해 행사 변수 최소화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사후처리 체크를 통한 업무 편의성 강화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기업이 제시한 타겟 마케팅 가이드라인에 따른 기업 맞춤 샘플링 제공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646AB-A75D-09A1-3D27-EC0F315C920F}"/>
              </a:ext>
            </a:extLst>
          </p:cNvPr>
          <p:cNvSpPr txBox="1"/>
          <p:nvPr/>
        </p:nvSpPr>
        <p:spPr>
          <a:xfrm>
            <a:off x="7344229" y="4937760"/>
            <a:ext cx="56315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기업이 대학생 대상 샘플림을 위해 본 플랫폼을 필요로 하는가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제공하는 대학생 </a:t>
            </a:r>
            <a:r>
              <a:rPr lang="en-US" altLang="ko-KR" dirty="0"/>
              <a:t>– </a:t>
            </a:r>
            <a:r>
              <a:rPr lang="ko-KR" altLang="en-US" dirty="0"/>
              <a:t>기업 간 소통 채널 모니터링을 하며 </a:t>
            </a:r>
            <a:r>
              <a:rPr lang="ko-KR" altLang="en-US" dirty="0" err="1"/>
              <a:t>알게된</a:t>
            </a:r>
            <a:r>
              <a:rPr lang="ko-KR" altLang="en-US" dirty="0"/>
              <a:t> 원만한 소통을 위해 반드시 필요한 소통채널 기능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어떤 분야의 기업을 학생들이 필요로 하는가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기업이 어느 정도의 수수료를 지불하는 것이 적당한가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9699A-6216-B13A-7D51-430E3799AF0E}"/>
              </a:ext>
            </a:extLst>
          </p:cNvPr>
          <p:cNvSpPr txBox="1"/>
          <p:nvPr/>
        </p:nvSpPr>
        <p:spPr>
          <a:xfrm>
            <a:off x="14078857" y="2620796"/>
            <a:ext cx="288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신촌 </a:t>
            </a:r>
            <a:r>
              <a:rPr lang="en-US" altLang="ko-KR" dirty="0"/>
              <a:t>4</a:t>
            </a:r>
            <a:r>
              <a:rPr lang="ko-KR" altLang="en-US" dirty="0"/>
              <a:t>개 대학 학생회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44057-7173-18F7-DF24-A535494222B5}"/>
              </a:ext>
            </a:extLst>
          </p:cNvPr>
          <p:cNvSpPr txBox="1"/>
          <p:nvPr/>
        </p:nvSpPr>
        <p:spPr>
          <a:xfrm>
            <a:off x="14078857" y="4224625"/>
            <a:ext cx="288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~6</a:t>
            </a:r>
            <a:r>
              <a:rPr lang="ko-KR" altLang="en-US" dirty="0"/>
              <a:t>월 </a:t>
            </a:r>
            <a:r>
              <a:rPr lang="ko-KR" altLang="en-US" dirty="0" err="1"/>
              <a:t>둘째주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398F9-1DF6-3C42-29C3-7412C890A321}"/>
              </a:ext>
            </a:extLst>
          </p:cNvPr>
          <p:cNvSpPr txBox="1"/>
          <p:nvPr/>
        </p:nvSpPr>
        <p:spPr>
          <a:xfrm>
            <a:off x="14078857" y="5816842"/>
            <a:ext cx="288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신촌 </a:t>
            </a:r>
            <a:r>
              <a:rPr lang="en-US" altLang="ko-KR" dirty="0"/>
              <a:t>4</a:t>
            </a:r>
            <a:r>
              <a:rPr lang="ko-KR" altLang="en-US" dirty="0"/>
              <a:t>개 대학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D2266-BE1C-3F63-27C9-12D30B71F935}"/>
              </a:ext>
            </a:extLst>
          </p:cNvPr>
          <p:cNvSpPr txBox="1"/>
          <p:nvPr/>
        </p:nvSpPr>
        <p:spPr>
          <a:xfrm>
            <a:off x="14078857" y="7224393"/>
            <a:ext cx="2881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신촌 </a:t>
            </a:r>
            <a:r>
              <a:rPr lang="en-US" altLang="ko-KR" dirty="0"/>
              <a:t>4</a:t>
            </a:r>
            <a:r>
              <a:rPr lang="ko-KR" altLang="en-US" dirty="0"/>
              <a:t>개 대학 학생회 직접 </a:t>
            </a:r>
            <a:r>
              <a:rPr lang="ko-KR" altLang="en-US" dirty="0" err="1"/>
              <a:t>컨택</a:t>
            </a:r>
            <a:r>
              <a:rPr lang="ko-KR" altLang="en-US" dirty="0"/>
              <a:t> 및 </a:t>
            </a:r>
            <a:r>
              <a:rPr lang="en-US" altLang="ko-KR" dirty="0" err="1"/>
              <a:t>f&amp;b</a:t>
            </a:r>
            <a:r>
              <a:rPr lang="en-US" altLang="ko-KR" dirty="0"/>
              <a:t> </a:t>
            </a:r>
            <a:r>
              <a:rPr lang="ko-KR" altLang="en-US" dirty="0"/>
              <a:t>기업 </a:t>
            </a:r>
            <a:r>
              <a:rPr lang="ko-KR" altLang="en-US" dirty="0" err="1"/>
              <a:t>컨택</a:t>
            </a:r>
            <a:r>
              <a:rPr lang="en-US" altLang="ko-KR" dirty="0"/>
              <a:t>+</a:t>
            </a:r>
            <a:r>
              <a:rPr lang="ko-KR" altLang="en-US" dirty="0"/>
              <a:t>입점 </a:t>
            </a:r>
            <a:r>
              <a:rPr lang="en-US" altLang="ko-KR" dirty="0"/>
              <a:t>-&gt; </a:t>
            </a:r>
            <a:r>
              <a:rPr lang="ko-KR" altLang="en-US" dirty="0"/>
              <a:t>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173</Words>
  <Application>Microsoft Office PowerPoint</Application>
  <PresentationFormat>사용자 지정</PresentationFormat>
  <Paragraphs>24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지원 신</cp:lastModifiedBy>
  <cp:revision>2</cp:revision>
  <dcterms:created xsi:type="dcterms:W3CDTF">2025-05-11T07:23:20Z</dcterms:created>
  <dcterms:modified xsi:type="dcterms:W3CDTF">2025-05-17T14:57:44Z</dcterms:modified>
</cp:coreProperties>
</file>
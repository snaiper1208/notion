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35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955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FB4F5D-B821-0D9D-2B97-F61BA0CAF827}"/>
              </a:ext>
            </a:extLst>
          </p:cNvPr>
          <p:cNvSpPr txBox="1"/>
          <p:nvPr/>
        </p:nvSpPr>
        <p:spPr>
          <a:xfrm>
            <a:off x="928688" y="2414588"/>
            <a:ext cx="5500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AI</a:t>
            </a:r>
            <a:r>
              <a:rPr kumimoji="1" lang="ko-KR" altLang="en-US" dirty="0"/>
              <a:t>로 복잡한 출장 프로세스를 한 번의 입력을 통해 항공</a:t>
            </a:r>
            <a:r>
              <a:rPr kumimoji="1" lang="en-US" altLang="ko-KR" dirty="0"/>
              <a:t>,</a:t>
            </a:r>
            <a:r>
              <a:rPr kumimoji="1" lang="ko-KR" altLang="en-US" dirty="0"/>
              <a:t> 숙소 예약 및 기업 내 워크스페이스에 등록해주는 솔루션 제공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B46619-904E-B18E-12C6-D530798DBA05}"/>
              </a:ext>
            </a:extLst>
          </p:cNvPr>
          <p:cNvSpPr txBox="1"/>
          <p:nvPr/>
        </p:nvSpPr>
        <p:spPr>
          <a:xfrm>
            <a:off x="7300913" y="2271713"/>
            <a:ext cx="57578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ko-KR" altLang="en-US" dirty="0"/>
              <a:t>항공 및 숙소 자동 예약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기업 내 워크스페이스에 일정 자동 등록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영수증  기업 내 워크스페이스에 자동 등록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72241-06B2-EA7A-DB38-407144332EFD}"/>
              </a:ext>
            </a:extLst>
          </p:cNvPr>
          <p:cNvSpPr txBox="1"/>
          <p:nvPr/>
        </p:nvSpPr>
        <p:spPr>
          <a:xfrm>
            <a:off x="928688" y="6157913"/>
            <a:ext cx="5629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kumimoji="1" lang="ko-KR" altLang="en-US" dirty="0"/>
              <a:t>출장이 빈번한 스타트업 기업 확보</a:t>
            </a:r>
            <a:endParaRPr kumimoji="1" lang="en-US" altLang="ko-KR" dirty="0"/>
          </a:p>
          <a:p>
            <a:pPr marL="342900" indent="-342900">
              <a:buAutoNum type="arabicParenR"/>
            </a:pPr>
            <a:r>
              <a:rPr kumimoji="1" lang="ko-KR" altLang="en-US" dirty="0"/>
              <a:t>출장 자동화 서비스 제공</a:t>
            </a:r>
            <a:endParaRPr kumimoji="1" lang="en-US" altLang="ko-KR" dirty="0"/>
          </a:p>
          <a:p>
            <a:pPr marL="342900" indent="-342900">
              <a:buAutoNum type="arabicParenR"/>
            </a:pPr>
            <a:r>
              <a:rPr kumimoji="1" lang="ko-KR" altLang="en-US" dirty="0"/>
              <a:t>회계팀 승인 및 회계팀 인터뷰</a:t>
            </a:r>
            <a:endParaRPr kumimoji="1" lang="en-US" altLang="ko-KR" dirty="0"/>
          </a:p>
          <a:p>
            <a:pPr marL="342900" indent="-342900">
              <a:buAutoNum type="arabicParenR"/>
            </a:pPr>
            <a:r>
              <a:rPr kumimoji="1" lang="ko-KR" altLang="en-US" dirty="0"/>
              <a:t>실제 출장 인원 인터뷰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3681BE-B194-0537-C7BF-3CB8E309B0F7}"/>
              </a:ext>
            </a:extLst>
          </p:cNvPr>
          <p:cNvSpPr txBox="1"/>
          <p:nvPr/>
        </p:nvSpPr>
        <p:spPr>
          <a:xfrm>
            <a:off x="1171575" y="4937919"/>
            <a:ext cx="3529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낮은 수준의 </a:t>
            </a:r>
            <a:r>
              <a:rPr kumimoji="1" lang="en-US" altLang="ko-KR" dirty="0"/>
              <a:t>MVP</a:t>
            </a:r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E6B908-0124-B351-B82F-11A9EA3CABFF}"/>
              </a:ext>
            </a:extLst>
          </p:cNvPr>
          <p:cNvSpPr txBox="1"/>
          <p:nvPr/>
        </p:nvSpPr>
        <p:spPr>
          <a:xfrm>
            <a:off x="7486651" y="5942132"/>
            <a:ext cx="56149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ko-KR" altLang="en-US" dirty="0"/>
              <a:t>출장 시간 준비 시간이 줄었는가</a:t>
            </a:r>
            <a:r>
              <a:rPr kumimoji="1"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kumimoji="1" lang="ko-KR" altLang="en-US" dirty="0"/>
              <a:t>회계팀에 일이 줄었는가</a:t>
            </a:r>
            <a:r>
              <a:rPr kumimoji="1"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kumimoji="1" lang="ko-KR" altLang="en-US" dirty="0"/>
              <a:t>줄었으면 얼만큼 줄었는가</a:t>
            </a:r>
            <a:r>
              <a:rPr kumimoji="1"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kumimoji="1" lang="ko-KR" altLang="en-US" dirty="0"/>
              <a:t>어느 정도의 값어치가 있는가</a:t>
            </a:r>
            <a:r>
              <a:rPr kumimoji="1" lang="en-US" altLang="ko-KR" dirty="0"/>
              <a:t>?</a:t>
            </a:r>
          </a:p>
          <a:p>
            <a:pPr marL="342900" indent="-342900">
              <a:buAutoNum type="arabicPeriod"/>
            </a:pPr>
            <a:endParaRPr kumimoji="1"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73ADA1-D2D2-4E9E-30CF-422BAA720193}"/>
              </a:ext>
            </a:extLst>
          </p:cNvPr>
          <p:cNvSpPr txBox="1"/>
          <p:nvPr/>
        </p:nvSpPr>
        <p:spPr>
          <a:xfrm>
            <a:off x="14470062" y="2414588"/>
            <a:ext cx="2157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출장이 빈번한 초기 스타트업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B7FE0A-9505-4CA3-2C8D-0507C731CC1E}"/>
              </a:ext>
            </a:extLst>
          </p:cNvPr>
          <p:cNvSpPr txBox="1"/>
          <p:nvPr/>
        </p:nvSpPr>
        <p:spPr>
          <a:xfrm>
            <a:off x="14470062" y="4267200"/>
            <a:ext cx="215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25.08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25.10</a:t>
            </a:r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D91305-8E8E-93D0-38EC-34BBC75CA401}"/>
              </a:ext>
            </a:extLst>
          </p:cNvPr>
          <p:cNvSpPr txBox="1"/>
          <p:nvPr/>
        </p:nvSpPr>
        <p:spPr>
          <a:xfrm>
            <a:off x="14470061" y="5842813"/>
            <a:ext cx="215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온라인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147773-5F96-B437-8C2D-0CAFFC5D55FC}"/>
              </a:ext>
            </a:extLst>
          </p:cNvPr>
          <p:cNvSpPr txBox="1"/>
          <p:nvPr/>
        </p:nvSpPr>
        <p:spPr>
          <a:xfrm>
            <a:off x="14470060" y="7461250"/>
            <a:ext cx="21574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테스트 서버 배포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스타트업에서</a:t>
            </a:r>
            <a:r>
              <a:rPr kumimoji="1" lang="ko-KR" altLang="en-US" dirty="0"/>
              <a:t> 사용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설문지 작성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99</Words>
  <Application>Microsoft Macintosh PowerPoint</Application>
  <PresentationFormat>사용자 지정</PresentationFormat>
  <Paragraphs>22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최명재</cp:lastModifiedBy>
  <cp:revision>3</cp:revision>
  <dcterms:created xsi:type="dcterms:W3CDTF">2025-05-11T07:23:20Z</dcterms:created>
  <dcterms:modified xsi:type="dcterms:W3CDTF">2025-05-17T07:54:44Z</dcterms:modified>
</cp:coreProperties>
</file>
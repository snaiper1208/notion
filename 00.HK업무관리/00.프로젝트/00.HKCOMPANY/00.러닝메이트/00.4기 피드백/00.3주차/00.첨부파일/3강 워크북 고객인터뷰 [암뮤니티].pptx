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1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232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266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9CF027-9BE2-3C00-2413-576A750FD216}"/>
              </a:ext>
            </a:extLst>
          </p:cNvPr>
          <p:cNvSpPr txBox="1"/>
          <p:nvPr/>
        </p:nvSpPr>
        <p:spPr>
          <a:xfrm>
            <a:off x="3797300" y="2565400"/>
            <a:ext cx="1010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암환자 서비스를 제공하는 </a:t>
            </a:r>
            <a:r>
              <a:rPr lang="en-US" altLang="ko-KR" dirty="0"/>
              <a:t>5</a:t>
            </a:r>
            <a:r>
              <a:rPr lang="ko-KR" altLang="en-US" dirty="0"/>
              <a:t>인 미만 기업의 암환자 </a:t>
            </a:r>
            <a:r>
              <a:rPr lang="ko-KR" altLang="en-US" dirty="0" err="1"/>
              <a:t>긱워커</a:t>
            </a:r>
            <a:r>
              <a:rPr lang="ko-KR" altLang="en-US" dirty="0"/>
              <a:t> 채용 니즈 파악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4FA49C-CE7E-1B1B-3B59-A6F9BC35F238}"/>
              </a:ext>
            </a:extLst>
          </p:cNvPr>
          <p:cNvSpPr txBox="1"/>
          <p:nvPr/>
        </p:nvSpPr>
        <p:spPr>
          <a:xfrm>
            <a:off x="3797300" y="3645098"/>
            <a:ext cx="11406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 암환자 전용 제품 및 서비스를 판매하는 기업이 일반인 대비  암 경험자 채용을 선호하는지 파악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인 미안 암환자 전용 제품 및 서비스 판매 기업은 </a:t>
            </a:r>
            <a:r>
              <a:rPr lang="ko-KR" altLang="en-US" dirty="0" err="1"/>
              <a:t>긱워커</a:t>
            </a:r>
            <a:r>
              <a:rPr lang="ko-KR" altLang="en-US" dirty="0"/>
              <a:t> 채용에 적극적인지</a:t>
            </a:r>
            <a:r>
              <a:rPr lang="en-US" altLang="ko-KR" dirty="0"/>
              <a:t>.</a:t>
            </a:r>
            <a:r>
              <a:rPr lang="ko-KR" altLang="en-US" dirty="0"/>
              <a:t> 파악</a:t>
            </a:r>
            <a:endParaRPr lang="en-GB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ko-KR" altLang="en-US" dirty="0" err="1"/>
              <a:t>우리서비스에</a:t>
            </a:r>
            <a:r>
              <a:rPr lang="ko-KR" altLang="en-US" dirty="0"/>
              <a:t> 기대하는 점 파악</a:t>
            </a:r>
            <a:endParaRPr lang="en-GB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E6E63F-9358-F6BC-D81D-7FD3562B47DD}"/>
              </a:ext>
            </a:extLst>
          </p:cNvPr>
          <p:cNvSpPr txBox="1"/>
          <p:nvPr/>
        </p:nvSpPr>
        <p:spPr>
          <a:xfrm>
            <a:off x="3797300" y="5500132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암환자 대상 서비스 및 제품을 판매하는 </a:t>
            </a:r>
            <a:r>
              <a:rPr lang="en-US" altLang="ko-KR" dirty="0"/>
              <a:t>5</a:t>
            </a:r>
            <a:r>
              <a:rPr lang="ko-KR" altLang="en-US" dirty="0"/>
              <a:t>인 미만 기업</a:t>
            </a:r>
            <a:endParaRPr lang="en-GB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179F07-94CF-4035-1072-43948D668B5C}"/>
              </a:ext>
            </a:extLst>
          </p:cNvPr>
          <p:cNvSpPr txBox="1"/>
          <p:nvPr/>
        </p:nvSpPr>
        <p:spPr>
          <a:xfrm>
            <a:off x="3797300" y="7503160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2025.05.01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20:00</a:t>
            </a:r>
            <a:r>
              <a:rPr lang="ko-KR" altLang="en-US" dirty="0"/>
              <a:t>시</a:t>
            </a:r>
            <a:r>
              <a:rPr lang="en-US" altLang="ko-KR" dirty="0"/>
              <a:t>/</a:t>
            </a:r>
            <a:r>
              <a:rPr lang="ko-KR" altLang="en-US" dirty="0"/>
              <a:t> 고객 대면 인터뷰</a:t>
            </a:r>
            <a:endParaRPr lang="en-GB" altLang="ko-K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7D8AF5-5791-D8A4-88D6-DF5DD79D04F6}"/>
              </a:ext>
            </a:extLst>
          </p:cNvPr>
          <p:cNvSpPr txBox="1"/>
          <p:nvPr/>
        </p:nvSpPr>
        <p:spPr>
          <a:xfrm>
            <a:off x="3949700" y="2882900"/>
            <a:ext cx="1010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나이</a:t>
            </a:r>
            <a:r>
              <a:rPr lang="en-US" altLang="ko-KR" dirty="0"/>
              <a:t>:</a:t>
            </a:r>
            <a:r>
              <a:rPr lang="ko-KR" altLang="en-US" dirty="0"/>
              <a:t> 만 </a:t>
            </a:r>
            <a:r>
              <a:rPr lang="en-US" altLang="ko-KR" dirty="0"/>
              <a:t>35</a:t>
            </a:r>
            <a:r>
              <a:rPr lang="ko-KR" altLang="en-US" dirty="0"/>
              <a:t>세 </a:t>
            </a:r>
            <a:endParaRPr lang="en-GB" altLang="ko-KR" dirty="0"/>
          </a:p>
          <a:p>
            <a:r>
              <a:rPr lang="ko-KR" altLang="en-US" dirty="0"/>
              <a:t>성별</a:t>
            </a:r>
            <a:r>
              <a:rPr lang="en-US" altLang="ko-KR" dirty="0"/>
              <a:t>:</a:t>
            </a:r>
            <a:r>
              <a:rPr lang="ko-KR" altLang="en-US" dirty="0"/>
              <a:t> 남</a:t>
            </a:r>
            <a:endParaRPr lang="en-GB" altLang="ko-KR" dirty="0"/>
          </a:p>
          <a:p>
            <a:r>
              <a:rPr lang="ko-KR" altLang="en-US" dirty="0"/>
              <a:t>소개</a:t>
            </a:r>
            <a:r>
              <a:rPr lang="en-US" altLang="ko-KR" dirty="0"/>
              <a:t>:</a:t>
            </a:r>
            <a:r>
              <a:rPr lang="ko-KR" altLang="en-US" dirty="0"/>
              <a:t> 암환자 및 중증질환자 대상 </a:t>
            </a:r>
            <a:r>
              <a:rPr lang="en-US" altLang="ko-KR" dirty="0"/>
              <a:t>AI</a:t>
            </a:r>
            <a:r>
              <a:rPr lang="ko-KR" altLang="en-US" dirty="0"/>
              <a:t> 환자 컨설팅 스타트업 대표</a:t>
            </a:r>
            <a:endParaRPr lang="en-GB" altLang="ko-KR" dirty="0"/>
          </a:p>
          <a:p>
            <a:r>
              <a:rPr lang="ko-KR" altLang="en-US" dirty="0" err="1"/>
              <a:t>창업팀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인</a:t>
            </a:r>
            <a:endParaRPr lang="en-GB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3C6A4-3453-9ADF-0722-6D22891F04F7}"/>
              </a:ext>
            </a:extLst>
          </p:cNvPr>
          <p:cNvSpPr txBox="1"/>
          <p:nvPr/>
        </p:nvSpPr>
        <p:spPr>
          <a:xfrm>
            <a:off x="3949700" y="5218623"/>
            <a:ext cx="10109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암 </a:t>
            </a:r>
            <a:r>
              <a:rPr lang="en-US" altLang="ko-KR" dirty="0"/>
              <a:t>/</a:t>
            </a:r>
            <a:r>
              <a:rPr lang="ko-KR" altLang="en-US" dirty="0"/>
              <a:t> 중증질환 경험자 </a:t>
            </a:r>
            <a:r>
              <a:rPr lang="en-US" altLang="ko-KR" dirty="0"/>
              <a:t>(</a:t>
            </a:r>
            <a:r>
              <a:rPr lang="ko-KR" altLang="en-US" dirty="0"/>
              <a:t>이하 경험자</a:t>
            </a:r>
            <a:r>
              <a:rPr lang="en-US" altLang="ko-KR" dirty="0"/>
              <a:t>)</a:t>
            </a:r>
            <a:r>
              <a:rPr lang="ko-KR" altLang="en-US" dirty="0"/>
              <a:t> 채용을 시도해 본 적이 </a:t>
            </a:r>
            <a:r>
              <a:rPr lang="ko-KR" altLang="en-US" dirty="0" err="1"/>
              <a:t>있으신가요</a:t>
            </a:r>
            <a:r>
              <a:rPr lang="en-US" altLang="ko-KR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왜 경험자 채용을 시도하셨나요</a:t>
            </a:r>
            <a:r>
              <a:rPr lang="en-US" altLang="ko-KR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endParaRPr lang="en-GB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경험자 채용을 </a:t>
            </a:r>
            <a:r>
              <a:rPr lang="ko-KR" altLang="en-US" dirty="0" err="1"/>
              <a:t>몇번</a:t>
            </a:r>
            <a:r>
              <a:rPr lang="ko-KR" altLang="en-US" dirty="0"/>
              <a:t> 시도하셨나요</a:t>
            </a:r>
            <a:r>
              <a:rPr lang="en-US" altLang="ko-KR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endParaRPr lang="en-GB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해당 채용 과정 중 비용은 얼마나 지불하셨나요</a:t>
            </a:r>
            <a:r>
              <a:rPr lang="en-US" altLang="ko-KR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endParaRPr lang="en-GB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동종업계의 분들도 경험자 채용을 하고 있나요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GB" altLang="ko-KR" dirty="0"/>
          </a:p>
          <a:p>
            <a:pPr>
              <a:buFont typeface="Arial" panose="020B0604020202020204" pitchFamily="34" charset="0"/>
              <a:buChar char="•"/>
            </a:pPr>
            <a:endParaRPr lang="en-GB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 경험자 채용과정 중 가장 어려웠던 점은 무엇인가요</a:t>
            </a:r>
            <a:r>
              <a:rPr lang="en-US" altLang="ko-KR" dirty="0"/>
              <a:t>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158865-5EF5-C12B-F066-3D626348A5CB}"/>
              </a:ext>
            </a:extLst>
          </p:cNvPr>
          <p:cNvSpPr txBox="1"/>
          <p:nvPr/>
        </p:nvSpPr>
        <p:spPr>
          <a:xfrm>
            <a:off x="3657815" y="1517894"/>
            <a:ext cx="812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2025.05.01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20:00</a:t>
            </a:r>
            <a:r>
              <a:rPr lang="ko-KR" altLang="en-US" dirty="0"/>
              <a:t>시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명 대면 인터뷰</a:t>
            </a:r>
            <a:endParaRPr lang="en-GB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A5314-3E8E-3755-760A-1FF413A55F07}"/>
              </a:ext>
            </a:extLst>
          </p:cNvPr>
          <p:cNvSpPr txBox="1"/>
          <p:nvPr/>
        </p:nvSpPr>
        <p:spPr>
          <a:xfrm>
            <a:off x="3657815" y="2461348"/>
            <a:ext cx="9717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암 환자 기업은 암 경험자 시간제 근로자를 채용하고 시급의 </a:t>
            </a:r>
            <a:r>
              <a:rPr lang="en-US" altLang="ko-KR" dirty="0"/>
              <a:t>10%</a:t>
            </a:r>
            <a:r>
              <a:rPr lang="ko-KR" altLang="en-US" dirty="0" err="1"/>
              <a:t>를</a:t>
            </a:r>
            <a:r>
              <a:rPr lang="ko-KR" altLang="en-US" dirty="0"/>
              <a:t> 수수료로 지급할 것이다</a:t>
            </a:r>
            <a:r>
              <a:rPr lang="en-US" altLang="ko-KR" dirty="0"/>
              <a:t>.</a:t>
            </a:r>
            <a:endParaRPr lang="en-GB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377798-0054-D17E-9EFD-345A3189CB83}"/>
              </a:ext>
            </a:extLst>
          </p:cNvPr>
          <p:cNvSpPr txBox="1"/>
          <p:nvPr/>
        </p:nvSpPr>
        <p:spPr>
          <a:xfrm>
            <a:off x="3657815" y="3839985"/>
            <a:ext cx="119179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 암환자 기업은 암 경험자를 시간제 근로자로 채용하고 시급의 </a:t>
            </a:r>
            <a:r>
              <a:rPr lang="en-US" altLang="ko-KR" dirty="0"/>
              <a:t>10%</a:t>
            </a:r>
            <a:r>
              <a:rPr lang="ko-KR" altLang="en-US" dirty="0" err="1"/>
              <a:t>를</a:t>
            </a:r>
            <a:r>
              <a:rPr lang="ko-KR" altLang="en-US" dirty="0"/>
              <a:t> 수수료로 제급할 것이다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(O)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암환자 사무보조업이 </a:t>
            </a:r>
            <a:r>
              <a:rPr lang="ko-KR" altLang="en-US" dirty="0" err="1"/>
              <a:t>필요할것이다</a:t>
            </a:r>
            <a:r>
              <a:rPr lang="ko-KR" altLang="en-US" dirty="0"/>
              <a:t> </a:t>
            </a:r>
            <a:r>
              <a:rPr lang="en-US" altLang="ko-KR" dirty="0"/>
              <a:t>(X) -&gt; </a:t>
            </a:r>
            <a:r>
              <a:rPr lang="ko-KR" altLang="en-US" dirty="0"/>
              <a:t>전문성 있는 환우 선호</a:t>
            </a: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향후 정규직 전환이 가능할 것이다 </a:t>
            </a:r>
            <a:r>
              <a:rPr lang="en-US" altLang="ko-KR" dirty="0"/>
              <a:t>(O)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662AB-2FC9-54FC-B90D-32EDA808297F}"/>
              </a:ext>
            </a:extLst>
          </p:cNvPr>
          <p:cNvSpPr txBox="1"/>
          <p:nvPr/>
        </p:nvSpPr>
        <p:spPr>
          <a:xfrm>
            <a:off x="3874576" y="5966847"/>
            <a:ext cx="621516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암 환자 채용에 관심이 있고 수요는 존재하나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br>
              <a:rPr lang="en-GB" altLang="ko-KR" dirty="0"/>
            </a:br>
            <a:r>
              <a:rPr lang="ko-KR" altLang="en-US" dirty="0"/>
              <a:t>현재 암 환자를 채용하기에 적합한 시스템이 없음으로</a:t>
            </a:r>
            <a:br>
              <a:rPr lang="en-GB" altLang="ko-KR" dirty="0"/>
            </a:br>
            <a:r>
              <a:rPr lang="ko-KR" altLang="en-US" dirty="0"/>
              <a:t>채용 시도를 안 해봄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br>
              <a:rPr lang="en-GB" altLang="ko-KR" dirty="0"/>
            </a:br>
            <a:r>
              <a:rPr lang="ko-KR" altLang="en-US" dirty="0"/>
              <a:t>하지만 채용 기회가 주어진다면 </a:t>
            </a:r>
            <a:r>
              <a:rPr lang="ko-KR" altLang="en-US" dirty="0" err="1"/>
              <a:t>의사있음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사무보조업 같은 단순 업무보다 디자이너</a:t>
            </a:r>
            <a:r>
              <a:rPr lang="en-US" altLang="ko-KR" dirty="0"/>
              <a:t>,</a:t>
            </a:r>
            <a:r>
              <a:rPr lang="ko-KR" altLang="en-US" dirty="0"/>
              <a:t> 개발자</a:t>
            </a:r>
            <a:r>
              <a:rPr lang="en-US" altLang="ko-KR" dirty="0"/>
              <a:t>,</a:t>
            </a:r>
            <a:r>
              <a:rPr lang="ko-KR" altLang="en-US" dirty="0"/>
              <a:t> 기획자</a:t>
            </a:r>
            <a:br>
              <a:rPr lang="en-GB" altLang="ko-KR" dirty="0"/>
            </a:br>
            <a:r>
              <a:rPr lang="en-US" altLang="ko-KR" dirty="0"/>
              <a:t>MD, </a:t>
            </a:r>
            <a:r>
              <a:rPr lang="ko-KR" altLang="en-US" dirty="0"/>
              <a:t>마케터 등 전문직 및 경력직 선호</a:t>
            </a:r>
            <a:r>
              <a:rPr lang="en-US" altLang="ko-KR" dirty="0"/>
              <a:t>.</a:t>
            </a:r>
          </a:p>
          <a:p>
            <a:endParaRPr lang="en-GB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19B111-E7DD-C2B0-F709-338532F8DB9E}"/>
              </a:ext>
            </a:extLst>
          </p:cNvPr>
          <p:cNvSpPr txBox="1"/>
          <p:nvPr/>
        </p:nvSpPr>
        <p:spPr>
          <a:xfrm>
            <a:off x="10089739" y="5966846"/>
            <a:ext cx="690285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암환자 직업 매칭 서비스 가입 환자 대부분은 </a:t>
            </a:r>
            <a:br>
              <a:rPr lang="en-GB" altLang="ko-KR" dirty="0"/>
            </a:br>
            <a:r>
              <a:rPr lang="en-US" altLang="ko-KR" dirty="0"/>
              <a:t>Generalist</a:t>
            </a:r>
            <a:r>
              <a:rPr lang="ko-KR" altLang="en-US" dirty="0"/>
              <a:t>이거나 </a:t>
            </a:r>
            <a:r>
              <a:rPr lang="ko-KR" altLang="en-US" dirty="0" err="1"/>
              <a:t>건강적</a:t>
            </a:r>
            <a:r>
              <a:rPr lang="ko-KR" altLang="en-US" dirty="0"/>
              <a:t> 이유로 직업 변경이 필요한 </a:t>
            </a:r>
            <a:br>
              <a:rPr lang="en-GB" altLang="ko-KR" dirty="0"/>
            </a:br>
            <a:r>
              <a:rPr lang="ko-KR" altLang="en-US" dirty="0"/>
              <a:t>환우가 대부분</a:t>
            </a:r>
            <a:r>
              <a:rPr lang="en-US" altLang="ko-KR" dirty="0"/>
              <a:t>.</a:t>
            </a:r>
            <a:r>
              <a:rPr lang="ko-KR" altLang="en-US" dirty="0"/>
              <a:t> 하지만 기업은 전문직 또는 경력직 </a:t>
            </a:r>
            <a:br>
              <a:rPr lang="en-GB" altLang="ko-KR" dirty="0"/>
            </a:b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</a:t>
            </a:r>
            <a:r>
              <a:rPr lang="ko-KR" altLang="en-US" dirty="0"/>
              <a:t> 능력자</a:t>
            </a:r>
            <a:r>
              <a:rPr lang="en-US" altLang="ko-KR" dirty="0"/>
              <a:t>)</a:t>
            </a:r>
            <a:r>
              <a:rPr lang="ko-KR" altLang="en-US" dirty="0"/>
              <a:t> 위주의 질병 경험자 채용을 선호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암환자를 </a:t>
            </a:r>
            <a:r>
              <a:rPr lang="ko-KR" altLang="en-US" dirty="0" err="1"/>
              <a:t>긱워크</a:t>
            </a:r>
            <a:r>
              <a:rPr lang="ko-KR" altLang="en-US" dirty="0"/>
              <a:t> 스타일로 매칭하여 수수료를 받는 모델은 가능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즉</a:t>
            </a:r>
            <a:r>
              <a:rPr lang="en-US" altLang="ko-KR" dirty="0"/>
              <a:t>,</a:t>
            </a:r>
            <a:r>
              <a:rPr lang="ko-KR" altLang="en-US" dirty="0"/>
              <a:t> 전문직 </a:t>
            </a:r>
            <a:r>
              <a:rPr lang="en-US" altLang="ko-KR" dirty="0"/>
              <a:t>/</a:t>
            </a:r>
            <a:r>
              <a:rPr lang="ko-KR" altLang="en-US" dirty="0"/>
              <a:t> 경력직 암환자의 자사 서비스 이용 </a:t>
            </a:r>
            <a:r>
              <a:rPr lang="en-US" altLang="ko-KR" dirty="0"/>
              <a:t>Needs </a:t>
            </a:r>
            <a:r>
              <a:rPr lang="ko-KR" altLang="en-US" dirty="0"/>
              <a:t>파악 필요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322</Words>
  <Application>Microsoft Macintosh PowerPoint</Application>
  <PresentationFormat>Custom</PresentationFormat>
  <Paragraphs>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교육센터 암</cp:lastModifiedBy>
  <cp:revision>5</cp:revision>
  <dcterms:created xsi:type="dcterms:W3CDTF">2025-04-24T06:43:19Z</dcterms:created>
  <dcterms:modified xsi:type="dcterms:W3CDTF">2025-05-03T12:39:21Z</dcterms:modified>
</cp:coreProperties>
</file>
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3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29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A123C3-BE9F-8368-C842-F55175505755}"/>
              </a:ext>
            </a:extLst>
          </p:cNvPr>
          <p:cNvSpPr txBox="1"/>
          <p:nvPr/>
        </p:nvSpPr>
        <p:spPr>
          <a:xfrm>
            <a:off x="3709851" y="2299063"/>
            <a:ext cx="12553406" cy="718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0D0BF-F538-5216-117F-A9A099E2E39F}"/>
              </a:ext>
            </a:extLst>
          </p:cNvPr>
          <p:cNvSpPr txBox="1"/>
          <p:nvPr/>
        </p:nvSpPr>
        <p:spPr>
          <a:xfrm>
            <a:off x="3709851" y="2299063"/>
            <a:ext cx="1233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무인점포는</a:t>
            </a:r>
            <a:r>
              <a:rPr lang="ko-KR" altLang="en-US" dirty="0"/>
              <a:t> 직원이 필요한가와 어떤 형태로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946E2-BF04-71CD-BBA7-DE11A6B1A0F8}"/>
              </a:ext>
            </a:extLst>
          </p:cNvPr>
          <p:cNvSpPr txBox="1"/>
          <p:nvPr/>
        </p:nvSpPr>
        <p:spPr>
          <a:xfrm>
            <a:off x="3709851" y="3540034"/>
            <a:ext cx="12331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무인점포들이</a:t>
            </a:r>
            <a:r>
              <a:rPr lang="ko-KR" altLang="en-US" dirty="0"/>
              <a:t> 실제로 직원이 필요한지와 형태에 대해 알아보려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중년</a:t>
            </a:r>
            <a:r>
              <a:rPr lang="en-US" altLang="ko-KR" dirty="0"/>
              <a:t>(50</a:t>
            </a:r>
            <a:r>
              <a:rPr lang="ko-KR" altLang="en-US" dirty="0"/>
              <a:t>세 이상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err="1"/>
              <a:t>도급직</a:t>
            </a:r>
            <a:r>
              <a:rPr lang="ko-KR" altLang="en-US" dirty="0"/>
              <a:t> 직원을 활용해도 문제가 없다고 보는지 알아보려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 직원을 쓰는 경우 비용이 얼마나 들어가고 있는지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3E206-4A73-CC5B-8A52-520F52E44E51}"/>
              </a:ext>
            </a:extLst>
          </p:cNvPr>
          <p:cNvSpPr txBox="1"/>
          <p:nvPr/>
        </p:nvSpPr>
        <p:spPr>
          <a:xfrm>
            <a:off x="3709851" y="5159828"/>
            <a:ext cx="1233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무인점포를</a:t>
            </a:r>
            <a:r>
              <a:rPr lang="ko-KR" altLang="en-US" dirty="0"/>
              <a:t> 운영하는 사람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무인점포에</a:t>
            </a:r>
            <a:r>
              <a:rPr lang="ko-KR" altLang="en-US" dirty="0"/>
              <a:t> 고용을 하고 있는 사람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39743-D44C-C816-B5D5-30DCA707F607}"/>
              </a:ext>
            </a:extLst>
          </p:cNvPr>
          <p:cNvSpPr txBox="1"/>
          <p:nvPr/>
        </p:nvSpPr>
        <p:spPr>
          <a:xfrm>
            <a:off x="3709851" y="7093130"/>
            <a:ext cx="1233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무인점포에서</a:t>
            </a:r>
            <a:r>
              <a:rPr lang="ko-KR" altLang="en-US" dirty="0"/>
              <a:t> 고용을 하고 있는 사람 </a:t>
            </a:r>
            <a:r>
              <a:rPr lang="en-US" altLang="ko-KR" dirty="0"/>
              <a:t>– 2025. 5. 4. </a:t>
            </a:r>
            <a:r>
              <a:rPr lang="ko-KR" altLang="en-US" dirty="0"/>
              <a:t>일요일 </a:t>
            </a:r>
            <a:endParaRPr lang="en-US" altLang="ko-KR" dirty="0"/>
          </a:p>
          <a:p>
            <a:r>
              <a:rPr lang="ko-KR" altLang="en-US" dirty="0" err="1"/>
              <a:t>무인점포</a:t>
            </a:r>
            <a:r>
              <a:rPr lang="ko-KR" altLang="en-US" dirty="0"/>
              <a:t> 운영자 </a:t>
            </a:r>
            <a:r>
              <a:rPr lang="en-US" altLang="ko-KR" dirty="0"/>
              <a:t>– </a:t>
            </a:r>
            <a:r>
              <a:rPr lang="ko-KR" altLang="en-US" dirty="0"/>
              <a:t>다양하게 필요하여 커뮤니티를 </a:t>
            </a:r>
            <a:r>
              <a:rPr lang="ko-KR" altLang="en-US" dirty="0" err="1"/>
              <a:t>활용하려한다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주인이 자주 있는 </a:t>
            </a:r>
            <a:r>
              <a:rPr lang="ko-KR" altLang="en-US" dirty="0" err="1"/>
              <a:t>무인점포를</a:t>
            </a:r>
            <a:r>
              <a:rPr lang="ko-KR" altLang="en-US" dirty="0"/>
              <a:t> 찾으려 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FD7B27-0EE0-BC14-2947-E1609A5D8D1A}"/>
              </a:ext>
            </a:extLst>
          </p:cNvPr>
          <p:cNvSpPr txBox="1"/>
          <p:nvPr/>
        </p:nvSpPr>
        <p:spPr>
          <a:xfrm>
            <a:off x="3709851" y="2378561"/>
            <a:ext cx="12331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무인점포에서</a:t>
            </a:r>
            <a:r>
              <a:rPr lang="ko-KR" altLang="en-US" dirty="0"/>
              <a:t> 고용을 하고 있는 사람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나이</a:t>
            </a:r>
            <a:r>
              <a:rPr lang="en-US" altLang="ko-KR" dirty="0"/>
              <a:t>: 30</a:t>
            </a:r>
            <a:r>
              <a:rPr lang="ko-KR" altLang="en-US" dirty="0"/>
              <a:t>대 초반 여성</a:t>
            </a:r>
            <a:r>
              <a:rPr lang="en-US" altLang="ko-KR" dirty="0"/>
              <a:t>,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최근 일을 그만두고 프리랜서로 일하는 중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종류</a:t>
            </a:r>
            <a:r>
              <a:rPr lang="en-US" altLang="ko-KR" dirty="0"/>
              <a:t>: </a:t>
            </a:r>
            <a:r>
              <a:rPr lang="ko-KR" altLang="en-US" dirty="0" err="1"/>
              <a:t>파티룸을</a:t>
            </a:r>
            <a:r>
              <a:rPr lang="ko-KR" altLang="en-US" dirty="0"/>
              <a:t> 무인으로 운영 중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 err="1"/>
              <a:t>무인점포를</a:t>
            </a:r>
            <a:r>
              <a:rPr lang="ko-KR" altLang="en-US" dirty="0"/>
              <a:t> 운영하고 있는 사람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나이</a:t>
            </a:r>
            <a:r>
              <a:rPr lang="en-US" altLang="ko-KR" dirty="0"/>
              <a:t>: 30</a:t>
            </a:r>
            <a:r>
              <a:rPr lang="ko-KR" altLang="en-US" dirty="0"/>
              <a:t>대 후반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시험을 준비하며 운영 중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종류</a:t>
            </a:r>
            <a:r>
              <a:rPr lang="en-US" altLang="ko-KR" dirty="0"/>
              <a:t>: </a:t>
            </a:r>
            <a:r>
              <a:rPr lang="ko-KR" altLang="en-US" dirty="0"/>
              <a:t>아이스크림과 카페 를 </a:t>
            </a:r>
            <a:r>
              <a:rPr lang="en-US" altLang="ko-KR" dirty="0"/>
              <a:t>2</a:t>
            </a:r>
            <a:r>
              <a:rPr lang="ko-KR" altLang="en-US" dirty="0"/>
              <a:t>개 매장 운영 중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1B7B5-434F-5855-6CD6-7C06053E65FF}"/>
              </a:ext>
            </a:extLst>
          </p:cNvPr>
          <p:cNvSpPr txBox="1"/>
          <p:nvPr/>
        </p:nvSpPr>
        <p:spPr>
          <a:xfrm>
            <a:off x="3709851" y="5330767"/>
            <a:ext cx="12331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질문 내용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    </a:t>
            </a:r>
            <a:r>
              <a:rPr lang="ko-KR" altLang="en-US" dirty="0"/>
              <a:t>사람을 구할 필요가 있으셨나요</a:t>
            </a:r>
            <a:r>
              <a:rPr lang="en-US" altLang="ko-KR" dirty="0"/>
              <a:t>? </a:t>
            </a:r>
            <a:r>
              <a:rPr lang="ko-KR" altLang="en-US" dirty="0"/>
              <a:t>어떤 이유로 구하신 건가요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구하셨다면 혹은 시도를 하셨다면 어떻게 하셨나요</a:t>
            </a:r>
            <a:r>
              <a:rPr lang="en-US" altLang="ko-KR" dirty="0"/>
              <a:t>? </a:t>
            </a:r>
            <a:r>
              <a:rPr lang="ko-KR" altLang="en-US" dirty="0"/>
              <a:t>어떤 어려움이 있었고 비용은 얼마나 들었나요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다시 구한다면 어느정도 비용과 시간을 생각하고 </a:t>
            </a:r>
            <a:r>
              <a:rPr lang="ko-KR" altLang="en-US" dirty="0" err="1"/>
              <a:t>계신가요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구하는 사람의 스펙 혹은 조건은 </a:t>
            </a:r>
            <a:r>
              <a:rPr lang="ko-KR" altLang="en-US" dirty="0" err="1"/>
              <a:t>어떠신가요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일할 사람에게 쓰실 금액은 </a:t>
            </a:r>
            <a:r>
              <a:rPr lang="ko-KR" altLang="en-US" dirty="0" err="1"/>
              <a:t>어느정도까지</a:t>
            </a:r>
            <a:r>
              <a:rPr lang="ko-KR" altLang="en-US" dirty="0"/>
              <a:t> 생각하고 </a:t>
            </a:r>
            <a:r>
              <a:rPr lang="ko-KR" altLang="en-US" dirty="0" err="1"/>
              <a:t>계신가요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타업체를 이용하신다면 플랫폼과 인력 업체</a:t>
            </a:r>
            <a:r>
              <a:rPr lang="en-US" altLang="ko-KR" dirty="0"/>
              <a:t> </a:t>
            </a:r>
            <a:r>
              <a:rPr lang="ko-KR" altLang="en-US" dirty="0"/>
              <a:t>중 어떤 것이 </a:t>
            </a:r>
            <a:r>
              <a:rPr lang="ko-KR" altLang="en-US" dirty="0" err="1"/>
              <a:t>좋으신가요</a:t>
            </a:r>
            <a:r>
              <a:rPr lang="en-US" altLang="ko-KR" dirty="0"/>
              <a:t>? </a:t>
            </a:r>
            <a:r>
              <a:rPr lang="ko-KR" altLang="en-US" dirty="0"/>
              <a:t>비용은 얼마나 차이나도 하실 </a:t>
            </a:r>
            <a:r>
              <a:rPr lang="ko-KR" altLang="en-US" dirty="0" err="1"/>
              <a:t>생각이신가요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직원에게 요구하실 업무 내용은 어떤 것인가요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</Words>
  <Application>Microsoft Office PowerPoint</Application>
  <PresentationFormat>사용자 지정</PresentationFormat>
  <Paragraphs>30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sanghyun Park</cp:lastModifiedBy>
  <cp:revision>2</cp:revision>
  <dcterms:created xsi:type="dcterms:W3CDTF">2025-04-24T06:43:19Z</dcterms:created>
  <dcterms:modified xsi:type="dcterms:W3CDTF">2025-05-03T17:43:18Z</dcterms:modified>
</cp:coreProperties>
</file>
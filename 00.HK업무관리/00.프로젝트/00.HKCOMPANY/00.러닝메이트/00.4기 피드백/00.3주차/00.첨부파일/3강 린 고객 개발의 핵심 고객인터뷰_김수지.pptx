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1EC162-7EE4-412D-88C8-84EADE47A79D}">
  <a:tblStyle styleId="{9E1EC162-7EE4-412D-88C8-84EADE47A7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f8beeed03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f8beeed0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f8beeed0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f8beeed0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2afb34bf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2afb34bf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2afb34bf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2afb34bf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2afb34bf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2afb34bf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3efa630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3efa630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2afb34b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2afb34b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2afb34bf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2afb34bf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f8beeed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f8beeed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f8beeed0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f8beeed0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f8beeed0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f8beeed0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d8ab336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d8ab336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d8ab336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d8ab336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1277975"/>
            <a:ext cx="8520600" cy="32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과제</a:t>
            </a:r>
            <a:b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2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인터뷰 기획/디자인</a:t>
            </a:r>
            <a:endParaRPr b="1" sz="2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고객인터뷰 기획하기</a:t>
            </a:r>
            <a:endParaRPr sz="1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고객 인터뷰 질의서 작성하기</a:t>
            </a:r>
            <a:endParaRPr sz="5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597275" y="1186275"/>
            <a:ext cx="1180800" cy="3768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제목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902588" y="1186275"/>
            <a:ext cx="6681000" cy="3768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“왜 나는 자꾸 실행하지 못할까?” — 감정과 실행력의 연결고리를 찾아서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77855" l="0" r="0" t="0"/>
          <a:stretch/>
        </p:blipFill>
        <p:spPr>
          <a:xfrm>
            <a:off x="0" y="8"/>
            <a:ext cx="9144000" cy="11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91783"/>
          <a:stretch/>
        </p:blipFill>
        <p:spPr>
          <a:xfrm>
            <a:off x="0" y="4724489"/>
            <a:ext cx="9144000" cy="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97275" y="1659600"/>
            <a:ext cx="11808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목적/ 목표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902600" y="1659600"/>
            <a:ext cx="20187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-반복되는 걱정/감정문제가 실제 실행력 저하로 이어지는지 검증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-REBT 심리 이론 기반 ‘셀프 워크북’의 수용 가능성/신뢰도 파악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69550" y="2652692"/>
            <a:ext cx="1180800" cy="11121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인터뷰이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선정기준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874860" y="2652709"/>
            <a:ext cx="6699600" cy="11121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중 </a:t>
            </a: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2개 이상 해당하는 사람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 (디자이너, 작가, 컨설턴트 등)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콘텐츠(인스타툰, 유튜브, 뉴스레터 등)를 자주 소비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자기계발 욕구가 높음 (계획/목표는 많지만 실행이 어려움)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 기복이 작업 효율에 영향을 주고 있다고 느낀 적 있음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기존에 감정일기, 심리툴킷, 상담 등을 시도해본 경험이 있음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8850" y="3951200"/>
            <a:ext cx="1180800" cy="58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일시/시간/방식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884160" y="3951200"/>
            <a:ext cx="6699600" cy="58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 5월 2일/ 1인당 약 30-40분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줌 또는 구글미트 (녹음 동의 후 진행)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58475" y="1659600"/>
            <a:ext cx="46251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(가설 기반):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-응답자의 60% 이상이 감정문제가 업무 생산성과 실행력 저하에 영향을 미친다고 느낀다.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-60% 이상이 ‘이 문제를 해결하기 위한 구체적인 방법’을 찾고 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-심리콘텐츠를 자주 소비하지만 문제해결에 실질적 도움을 받지 못했다 느낄 수 있다.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584100" y="1186275"/>
            <a:ext cx="1180800" cy="106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대상 프로필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891525" y="1186275"/>
            <a:ext cx="6681000" cy="106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34세 여성, 퇴사 후 프리랜서로 활동중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최근 번아웃 경험, 실행력 저하로 스트레스를 받고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유튜브나 인스타에서 심리, 자기계발과 관련된 콘텐츠를 찾아본 적이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심리상담을 받아봤거나 받아본 적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및 자기계발 관련 앱,제품,서비스(감정일기, 자기관리앱, 명상앱, 심리서적 등)를 이용한 적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자기계발을 위해 다양한 툴킷에 관심 많음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77800" y="2336975"/>
            <a:ext cx="11808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질문단계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77855" l="0" r="0" t="0"/>
          <a:stretch/>
        </p:blipFill>
        <p:spPr>
          <a:xfrm>
            <a:off x="0" y="8"/>
            <a:ext cx="9144000" cy="11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91783"/>
          <a:stretch/>
        </p:blipFill>
        <p:spPr>
          <a:xfrm>
            <a:off x="0" y="4724489"/>
            <a:ext cx="9144000" cy="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1891450" y="2336975"/>
            <a:ext cx="12267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Ice-b</a:t>
            </a: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reaking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문제 탐색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실행력 저하 탐색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시도 경험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솔루션 기대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피드백 유도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151650" y="2336975"/>
            <a:ext cx="54210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자기소개, 현재 하고 있는 일 &amp; 하루 루틴 공유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일에 영향을 주는 순간이 있는지? 자주 반복되는 감정 패턴은?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일을 알고 있어도 손이 안 가는 순간은 어떤 때? 감정 상태와 연결된 느낌이 있었는지?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조절/자기계발을 위해 해본 방법은? (감정일기, 콘텐츠, 상담 등) 효과는?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‘나에게 맞는 도구’는 어떤 방식이었으면 좋겠는가?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"REBT 이론 기반 워크북"이라는 말을 들으면 어떤 느낌이 드는가? 써보고 싶은 이유/꺼려지는 이유는?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인터뷰 중 기억에 남는 질문? 앞으로 바라는 변화 한 가지?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8" name="Google Shape;88;p1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{9E1EC162-7EE4-412D-88C8-84EADE47A79D}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9" name="Google Shape;89;p16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{9E1EC162-7EE4-412D-88C8-84EADE47A79D}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0" name="Google Shape;90;p16"/>
          <p:cNvGraphicFramePr/>
          <p:nvPr/>
        </p:nvGraphicFramePr>
        <p:xfrm>
          <a:off x="609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{9E1EC162-7EE4-412D-88C8-84EADE47A79D}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80"/>
            <a:ext cx="9144001" cy="51183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1832150" y="673600"/>
            <a:ext cx="6799200" cy="427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2025.5.2 / 3명 / 줌 온라인 인터뷰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고객이 ‘감정 문제로 인한 실행력 저하’를 자각하고 있는지, 어떤 해결을 원하는지 알아보는 인터뷰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832150" y="1170575"/>
            <a:ext cx="6799200" cy="427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“고객은 감정문제가 일에 영향을 미친다는 걸 인식하지 못하거나 방치하고 있으며,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문제를 구조화해서 해결할 수 있는 셀프 워크북 형태의 도구에 관심과 기대를 갖게 될 것이다.”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832150" y="1667550"/>
            <a:ext cx="6799200" cy="1005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결과 (3인 진행)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응답자의 60% 이상이 감정문제가 업무 생산성과 실행력 저하에 영향을 미친다고 느낀다.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- 60% 이상이 ‘이 문제를 해결하기 위한 구체적인 방법’을 찾고 있다.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심리콘텐츠를 자주 소비하지만 문제해결에 실질적 도움을 받지 못했다 느낄 수 있다. (O)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832150" y="2797175"/>
            <a:ext cx="3361800" cy="167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 알게된 사실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 모두 ‘완벽주의적 성향’에 대해 이야기 하고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 모두 부정적인 결과도 힘들지만, 결과를 알 수 없는 ‘미정’의 상태에 대해 불편함을 크게 느끼고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응답자가 30세 이상이다보니까, 이미 자신의 문제에 대해 깊이 고민해보거나 해결해보기 위해 다양한 시도를 해본 경험이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감정을 솔직하게 말하기 위해서 ‘비밀보안’ 중요하다고 말함.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장기적으로 쓸 거면 실제 노트보다는 어플리케이션 선호함.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검증된 이론, 과학적인 사실, 실제 리뷰를 통해 신뢰를 가짐.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5269550" y="2797175"/>
            <a:ext cx="3361800" cy="167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도출한 인사이트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- 30대 이상 응답자는 여러 시도를 통해 감정과 실행력이 연결되어있다 인식함. 그러나 아직 해결책을 찾은 것은 아님.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모닝페이지, 감정일기 등을 통해 감정에 대해 적었던 경험에 대해 굉장히 유의미하게 느낌.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실제 이론이 접목된 점에 대해서 호의적이고 궁금해 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진짜 해결이 된다고 하면 써보고 싶다고 함. 그러나 구매를 위해서는 실제 효과에 대한 검증과 정보들이 필요해 보임.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‘걱정,불안’의 감정을 많이 느끼는 대상자들은 대부분 완벽주의 성향을 가지고 있었음.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532325" y="939900"/>
            <a:ext cx="4444200" cy="3790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과제제출을 위해 급하게 인터뷰를 정하다보니,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설정한 페르소나와의 차이가 있었음.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(평소 평균보다 ‘걱정,불안이 많은 30대’ 3인으로 진행)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걱정 불안이 많은 사람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프리랜서/1인 사업가 (x) -&gt; 1명은 프리랜서, 2인은 취준생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20대 후반 (x) -&gt; 3인 30대 초중반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감정 문제로 인한 실행력의 불편함을 느낌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5) 실행력을 높이고자 감정 문제를 해결하려고 노력함 (o)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6) 실행력을 높이고자 감정 문제를 해결하는 것에 절실한 필요성을 느낌 (x) -&gt; 절실하고 급박하진 않음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페르소나에 딱 맞는 사람(29살 프리랜서 or 1인사업가)이 아닌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b="1"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걱정,불안이 많은 30대’ 3인으로 진행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걱정/불안을 가진 사람에 대한 인사이트는 얻었지만,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이들은 </a:t>
            </a:r>
            <a:r>
              <a:rPr b="1"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문제를 간절하게 해결하고자 하는 상태는 아니었던 점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페르소나와 차이가 있었다.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30대 초중반이다보니 여러 컨텐츠와 시도를 통해서 자기 문제에 대해 인식하고 해결책을 찾기 위해 노력해본 사람들이었다.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아직 걱정에 대해 제대로 다룬 사람들이 우리와 더 잘 맞을지, 아니면 아직 자신의 감정문제의 불편함만 느낀 사람이 우리 서비스와 더 잘 맞을지 인터뷰를 통해 검증해봐야 할듯.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68100" y="448200"/>
            <a:ext cx="484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5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유저인터뷰 셀프 피드백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5104800" y="939900"/>
            <a:ext cx="3435600" cy="3790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보완할 사항</a:t>
            </a:r>
            <a:endParaRPr b="1" sz="1300" u="sng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나이대별 그룹으로 인터뷰 진행해볼 것 (20대 중후반 그룹/ 29살/ 30대 초중반 그룹)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페르소나처럼 프리랜서/1인사업을 운영하거나 계획에 있는 사람 대상으로 진행해볼 것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 감정문제 또는 실행력 문제로 불편함을 겪고 있는 사람 대상으로 진행해볼 것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2주차 과제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9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415425" y="1127625"/>
            <a:ext cx="8396100" cy="33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491625" y="11786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*걱정(감정감옥)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업무 생산성 및 실행력에 부정적인 영향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준다.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175800" y="401775"/>
            <a:ext cx="6464100" cy="482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 u="sng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*걱정</a:t>
            </a:r>
            <a: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이란, 비합리적 신념으로 인해 형성된 감정감옥입니다.(브랜드 용어정의)</a:t>
            </a:r>
            <a:b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감정감옥은 ‘불편감정(불안, 회피, 자기비난)’과 ‘불편경험(무기력, 번아웃, 실행력 저하)의 역기능적 심리루프를 만듭니다.</a:t>
            </a:r>
            <a:endParaRPr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7563977" y="11786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98480" y="15831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문제가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 때문이라고 인식하지 못하고 있다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7568414" y="15831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498467" y="19877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걱정으로 인한 역기능적 심리루프로 인해,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자존감과 자기 효능감이 낮아진 상태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7568405" y="19877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98480" y="23922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이미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심리/자기계발 콘텐츠/서비스를 경험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해봤지만, 문제를 해결하는데 도움을 받지 못한다고 느꼈다.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568414" y="23922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95046" y="27968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공감형 콘텐츠,서비스보다는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문제해결에 도움이 되는 방법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찾고 싶어한다.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566191" y="27968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501901" y="32013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말보다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글쓰기를 통해 더 쉽게 자신의 감정 구조를 시각화하고, 문제의 원인을 파악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있다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7570628" y="32013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01900" y="36059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REBT이론을 학습하고 적용해본 고객은, 불편감정이 올라와도 이전보다 빨리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알아차리고 조절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있게 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570619" y="36059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01901" y="40104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REBT이론을 학습하고 적용해본 고객은, 불편행동에서 벗어나, 작고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구체적인 행동을 시도하려는 전환점에 도달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570628" y="40104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80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540300" y="12278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걱정은 고객의 실행력, 업무 효율과 수익에 부정적인 영향을 준다.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540300" y="1708850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고객은 자신의 문제가 걱정 때문이라고 제대로 인식하지 못하고 있다.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540300" y="22554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고객은 걱정으로 작은 실패나 실수에도 과도하게 자책하며, 이는 자기 효능감 저하로 이어진다.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40300" y="27692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걱정으로 실행을 미루거나 시작조차 하지 못하는 경우가 많다.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40300" y="32830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여러 심리/자기계발 콘텐츠는 경험해봤지만, 문제해결에 큰 도움되지 않았고 유지가 어려웠다.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540300" y="37968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심리 상담이나 콘텐츠를 통해 일시적인 위안을 얻지만, 근본적인 문제 해결에는 한계를 느꼈다.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36200" y="1176625"/>
            <a:ext cx="8396100" cy="336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526350" y="12517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응답자의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반복되는 감정 문제의 원인을 ‘성격’이나 ‘의지 부족’으로 인식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7598702" y="12517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33205" y="16563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 중 60%는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감정문제가 생산성 및 실행력 저하에 영향을 미친다고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7603139" y="16563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33192" y="20608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응답자의 60% 이상은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‘위로보다는 지금 내가 뭘 해야 할지 알고 싶다’고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7603130" y="20608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33205" y="24654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 콘텐츠를 자주 소비한다고 답한 사람 중, 실제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해결에 도움을 받았다고 느끼는 비율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40% 미만일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7603139" y="24654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529771" y="28699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 이론이 적용된 워크북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이라는 소개를 들었을 때, 50% 이상은 ‘신뢰가 간다’고 응답할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600916" y="28699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36626" y="32745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55%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'자기비난에 덜 휘둘린다'고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7605353" y="32745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536613" y="36790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‘짧고 명확한 시간 구조가 몰입에 도움이 되었다’고 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7605344" y="36790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536626" y="40836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'지금 할 수 있는 구체적인 한 가지 행동이 떠올랐다'고 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7605353" y="40836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20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350125" y="3269975"/>
            <a:ext cx="599100" cy="1046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이점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902675" y="3269975"/>
            <a:ext cx="7894500" cy="1046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[반복되는 불안과 자책으로 실행력과 자기효능감이 저하된 1인 사업자/프리랜서]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[감정에 따라 업무 실행력과 자기효능감이 저하되는 문제]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해결하기 위해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[비합리적 신념으로 인한 걱정(감정감옥)]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[REBT 심리이론을 스스로 학습하고 적용할 수 있는 워크북]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제공해 해결하며,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[걱정(감정감옥)에서 벗어나, 실행력과 자기효능감 회복의 전환점]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얻을 수 있도록 하겠습니다.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052650" y="1017725"/>
            <a:ext cx="1944900" cy="416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자주 힘들지만,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원인과 해결 방법을 몰라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혼란스럽다.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052650" y="1584125"/>
            <a:ext cx="2041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상태가 흐트러지면,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실행력과 자기효능감이 함께 무너진다.</a:t>
            </a:r>
            <a:endParaRPr b="1"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052650" y="2150525"/>
            <a:ext cx="1944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공감보다, 실제로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문제를 해결하고</a:t>
            </a:r>
            <a:b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성장할 수 있는 방법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원한다.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394950" y="1017725"/>
            <a:ext cx="7224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페르소나1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고객=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문제당사자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=사용자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3093950" y="1017725"/>
            <a:ext cx="2705700" cy="14076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감정일기+심리 콘텐츠(유튜브,인스타툰)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장점) - 접근성이 매우 높고 비용이 거의 들지 않거나 무료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공감/위로를 즉각적으로 제공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한계)  - 구체적인 방법제시가 없고, 혼자 적용하기 어려움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상담 서비스 (심리상담소, 심리코칭 등)</a:t>
            </a:r>
            <a:b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장점) - 깊이 있는 개입 가능 (전문가와 함께 문제를 탐색함)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지속적이면 자기이해·감정관리 능력 향상에 효과적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한계) - 시간, 비용, 심리적 진입장벽이 큼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한 번 받는다고 금방 변화가 일어나지 않음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896050" y="975500"/>
            <a:ext cx="2838900" cy="1591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위로가 아닌, 변화를 돕는 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검증된 REBT 심리이론을 기반으로 설계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감정의 원인과 해결 흐름을 제시하고, 변화로 연결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상담보다 가볍고, 감정일기보다 깊은 셀프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시간·비용·심리적 부담 없이 혼자 사용할 수 있음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- 7만 팔로워 인스타툰 작가의 일러스트로 학습 진입장벽 낮춤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77분 압축형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'학습부터 적용까지' 77분 안에 경험 가능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핵심만 콕 짚은 구성으로 쉽고 부담 없이 완주 가능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3" name="Google Shape;183;p22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{9E1EC162-7EE4-412D-88C8-84EADE47A79D}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과제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669850" y="3026425"/>
            <a:ext cx="28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이름: 박해린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나이: 31세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직업: 프리랜서 및 1인창업 (디자인굿즈 브랜드 운영)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소득: 평균 200만원 정도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(월마다 50만-500만원 사이로 편차큼)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거주지: 서울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거주형태 및 가족 구성: 1인가구/ 자취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846" y="1193425"/>
            <a:ext cx="2857201" cy="12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3965475" y="1104038"/>
            <a:ext cx="461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자아실현, 경제적 자유, 워라벨을 위해 퇴사 후 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자기사업을 하는 1인 창업가/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프리랜서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브랜드와 ‘나’를 동일시 하며, 일과 일상이 분리되어 있지 않음.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회사라는 구조를 벗어나 혼자 일하면서 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감정/시간관리에 어려움을 느끼고 있음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 홍보 및 운영을 위해 SNS 이용시간이 김.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수익 안정화를 위해 마케팅, SNS운영을 위한 강의나 책을 열심히 찾아보고 있음.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영감을 받기 위해서 오프라인 모임이나 원데이 클래스도 많이 참여하는 편.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영감을 주는 사람/브랜드를 좋아함.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025425" y="2984388"/>
            <a:ext cx="461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심리적 번아웃으로 업무효율이 떨어지고, 자존감이 낮아짐.</a:t>
            </a:r>
            <a:endParaRPr b="1"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‘나’와 일이 동일시 되어 있으며, 일의 성공/성취를 통해 자기 가치를 증명하려고 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작은 실패/실수에도 과도하게 자책하고 스스로를 비난함.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기대나 목표를 달성하지 못했다고 느낄 때, 자신 가치와 역량을 의심하며 좌절감을 느낌.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생각이 많고 내적 성찰을 자주 하지만 정리가 잘 되지 않음.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나의 감정을 보여주면 사람들이 무시하거나 실망할 거라고 생각함.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감정기복이 높고, 타인의 평가에 민감하게 반응하는 편.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1058675" y="908500"/>
            <a:ext cx="420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일을 잘해야 한다는 압박이 오히려 일의 집중력이 떨어뜨리고, 업무 효율이 낮아짐.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성과가 나지 않거나, 실수를 할 때마다 과도한 자기비난과 자책을 함.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완벽하게 잘 해야 한다는 생각 때문에 고민만 하다가 행동하지 못할 때가 많음.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체력적/정신적으로도 지쳐있지만, 불안감으로 마음 편히 쉬지 못함.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일에 대한 애정과 자부심이 점점 사라지면서 자신이 없어짐.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자꾸 SNS로 타인과 자신을 비교하며 상대적 박탈감에 시달림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1135425" y="2178700"/>
            <a:ext cx="729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감정에 휘둘리지 않고, ‘지혜롭게 나를 다루는 능력’을 갖는 것.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감정적인 위로보다 실생활에 바로 적용할 수 있는 해결 방법을 배우고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내 심리 문제를 해결하느라 쓰이는 시간과 에너지를 줄이고, 일하는 데에 집중하고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감정관리를 통해 심리문제에 쓰이는 시간과 에너지를 줄이고, 일에 더 집중하며 업무능률을 올리고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나의 주관을 가지고 외부환경과 타인에게 덜 영향을 받는 단단한 사람이 되고 싶음.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1254200" y="3448900"/>
            <a:ext cx="729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구매에 있어서 리뷰와 실제 사용한 사람들의 결과를 중요하게 생각함.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브랜드와 사람, 스토리가 탄탄할수록 제품의 신뢰를 가짐.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혼자서 일하고 있기 때문에 같은 고민을 가지고 나눌 수 있는 동료가 있으면 좋겠다는 생각을 함.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5103425" y="832300"/>
            <a:ext cx="359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(+ 기존에 경험한 방법에서 느낀 불편)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심리적 어려움을 해결하기 위해 심리 콘텐츠(영상,책,앱)를 많이 접하고 시도해봤지만, 일상에 적용이 되지 않는다고 느낌.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상담을 받아봤지만 비용과 시간이 부담되었고, 해결책을 주지 않아서 실망함.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부모님과 지인</a:t>
            </a: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얘기를 할 때도 있지만, 걱정 시키고 싶지 않고 감정쓰레기통으로 만들고 싶지 않다는 생각에 진짜 힘든 건 말하지 않음.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9"/>
            <a:ext cx="9143999" cy="513210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/>
        </p:nvSpPr>
        <p:spPr>
          <a:xfrm>
            <a:off x="1142725" y="1219450"/>
            <a:ext cx="7295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국내에서 1인 창업자와 프리랜서의 수가 급격히 증가하고 있음.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창업자의 심리적 번아웃 경험률은 일반 직장인보다 2배 이상 높음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여성 프리랜서는 자기비판과 불안, 자존감 하락이 함께 일어나는 경향이 있음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심리 상담을 받는 20~30대 여성 중 ‘성과 압박’이 주요 스트레스 요인이라는 응답이 다수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완벽주의 성향은 오히려 실행력을 낮춘다는 연구 결과 존재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1143275" y="2337250"/>
            <a:ext cx="7295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걱정/불안이 자신의 삶에 미치는 영향에 대해 생각해본 적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대상자들이 업무 능률과 자신의 심리적 컨디션과 연결 지어 생각하는지.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경험해본 심리 콘텐츠/상담에서 어떤 점이 실망스러웠는지(구체적으로).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 관련 제품/서비스를 이용했을 때, ‘도움이 되었다’고 만족감을 느끼는 포인트가 무엇인지.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문제를 해결하기 위해서 어느 정도의 비용을 투자할 수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1143275" y="3464275"/>
            <a:ext cx="729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번아웃을 경험하는 구체적인 상황.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문제를 해결해야 한다고 느끼게 되는 계기/시점이 언제였는지.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대상자들이 REBT형 문답 워크북 구조가 ‘복잡한 감정 정리에 실제로 효과적’이라고 느낄 수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사용한 후 업무 집중도나 생산성이 어떻게 변화하는지 체감되는지.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이상적인 사용 후 모습은 어떤가? (ex. 매출 증가? 감정 회복? 루틴 정착?)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습관 만드는 프로그램/콘텐츠의 사용 경험과 성공/실패 경험.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
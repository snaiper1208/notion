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9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61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40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38631-E307-959B-1DDC-C38F29180920}"/>
              </a:ext>
            </a:extLst>
          </p:cNvPr>
          <p:cNvSpPr txBox="1"/>
          <p:nvPr/>
        </p:nvSpPr>
        <p:spPr>
          <a:xfrm>
            <a:off x="4067175" y="2958584"/>
            <a:ext cx="893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"50</a:t>
            </a:r>
            <a:r>
              <a:rPr lang="ko-KR" altLang="en-US" dirty="0"/>
              <a:t>대 여성의 건강한 구강 관리 습관과 치약 선택 기준 탐색 인터뷰</a:t>
            </a:r>
            <a:r>
              <a:rPr lang="en-US" altLang="ko-KR" dirty="0"/>
              <a:t>"</a:t>
            </a:r>
            <a:endParaRPr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705C2-390F-020A-7F77-E7180DBCA462}"/>
              </a:ext>
            </a:extLst>
          </p:cNvPr>
          <p:cNvSpPr txBox="1"/>
          <p:nvPr/>
        </p:nvSpPr>
        <p:spPr>
          <a:xfrm>
            <a:off x="3686174" y="3589834"/>
            <a:ext cx="121253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50</a:t>
            </a:r>
            <a:r>
              <a:rPr lang="ko-KR" altLang="en-US" dirty="0"/>
              <a:t>대 여성의 </a:t>
            </a:r>
            <a:r>
              <a:rPr lang="ko-KR" altLang="en-US" b="1" dirty="0"/>
              <a:t>현재 구강 관리 행태 및 인식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양치 습관</a:t>
            </a:r>
            <a:r>
              <a:rPr lang="en-US" altLang="ko-KR" dirty="0"/>
              <a:t>, </a:t>
            </a:r>
            <a:r>
              <a:rPr lang="ko-KR" altLang="en-US" dirty="0"/>
              <a:t>치과 방문 주기</a:t>
            </a:r>
            <a:r>
              <a:rPr lang="en-US" altLang="ko-KR" dirty="0"/>
              <a:t>, </a:t>
            </a:r>
            <a:r>
              <a:rPr lang="ko-KR" altLang="en-US" dirty="0"/>
              <a:t>구강 건강 관심사 등</a:t>
            </a:r>
            <a:r>
              <a:rPr lang="en-US" altLang="ko-KR" dirty="0"/>
              <a:t>) </a:t>
            </a:r>
            <a:r>
              <a:rPr lang="ko-KR" altLang="en-US" dirty="0"/>
              <a:t>파악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치약 </a:t>
            </a:r>
            <a:r>
              <a:rPr lang="ko-KR" altLang="en-US" b="1" dirty="0"/>
              <a:t>구매 결정 과정 및 주요 고려 요인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구매처</a:t>
            </a:r>
            <a:r>
              <a:rPr lang="en-US" altLang="ko-KR" dirty="0"/>
              <a:t>, </a:t>
            </a:r>
            <a:r>
              <a:rPr lang="ko-KR" altLang="en-US" dirty="0"/>
              <a:t>정보 탐색 채널</a:t>
            </a:r>
            <a:r>
              <a:rPr lang="en-US" altLang="ko-KR" dirty="0"/>
              <a:t>, </a:t>
            </a:r>
            <a:r>
              <a:rPr lang="ko-KR" altLang="en-US" dirty="0"/>
              <a:t>브랜드</a:t>
            </a:r>
            <a:r>
              <a:rPr lang="en-US" altLang="ko-KR" dirty="0"/>
              <a:t>/</a:t>
            </a:r>
            <a:r>
              <a:rPr lang="ko-KR" altLang="en-US" dirty="0"/>
              <a:t>가격</a:t>
            </a:r>
            <a:r>
              <a:rPr lang="en-US" altLang="ko-KR" dirty="0"/>
              <a:t>/</a:t>
            </a:r>
            <a:r>
              <a:rPr lang="ko-KR" altLang="en-US" dirty="0"/>
              <a:t>기능</a:t>
            </a:r>
            <a:r>
              <a:rPr lang="en-US" altLang="ko-KR" dirty="0"/>
              <a:t>/</a:t>
            </a:r>
            <a:r>
              <a:rPr lang="ko-KR" altLang="en-US" dirty="0"/>
              <a:t>성분 등 영향력</a:t>
            </a:r>
            <a:r>
              <a:rPr lang="en-US" altLang="ko-KR" dirty="0"/>
              <a:t>) </a:t>
            </a:r>
            <a:r>
              <a:rPr lang="ko-KR" altLang="en-US" dirty="0"/>
              <a:t>이해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치약 </a:t>
            </a:r>
            <a:r>
              <a:rPr lang="ko-KR" altLang="en-US" b="1" dirty="0"/>
              <a:t>성분에 대한 인식 수준</a:t>
            </a:r>
            <a:r>
              <a:rPr lang="en-US" altLang="ko-KR" b="1" dirty="0"/>
              <a:t>, </a:t>
            </a:r>
            <a:r>
              <a:rPr lang="ko-KR" altLang="en-US" b="1" dirty="0"/>
              <a:t>정보 탐색 경험</a:t>
            </a:r>
            <a:r>
              <a:rPr lang="en-US" altLang="ko-KR" b="1" dirty="0"/>
              <a:t>, </a:t>
            </a:r>
            <a:r>
              <a:rPr lang="ko-KR" altLang="en-US" b="1" dirty="0"/>
              <a:t>어려움</a:t>
            </a:r>
            <a:r>
              <a:rPr lang="en-US" altLang="ko-KR" b="1" dirty="0"/>
              <a:t>(</a:t>
            </a:r>
            <a:r>
              <a:rPr lang="en" altLang="ko-Kore-KR" b="1" dirty="0"/>
              <a:t>Pain Point)</a:t>
            </a:r>
            <a:r>
              <a:rPr lang="en" altLang="ko-Kore-KR" dirty="0"/>
              <a:t> </a:t>
            </a:r>
            <a:r>
              <a:rPr lang="ko-KR" altLang="en-US" dirty="0"/>
              <a:t>심층 분석 </a:t>
            </a:r>
            <a:r>
              <a:rPr lang="en-US" altLang="ko-KR" dirty="0"/>
              <a:t>(</a:t>
            </a:r>
            <a:r>
              <a:rPr lang="ko-KR" altLang="en-US" dirty="0"/>
              <a:t>성분 확인 여부</a:t>
            </a:r>
            <a:r>
              <a:rPr lang="en-US" altLang="ko-KR" dirty="0"/>
              <a:t>, </a:t>
            </a:r>
            <a:r>
              <a:rPr lang="ko-KR" altLang="en-US" dirty="0"/>
              <a:t>정보 신뢰도</a:t>
            </a:r>
            <a:r>
              <a:rPr lang="en-US" altLang="ko-KR" dirty="0"/>
              <a:t>, </a:t>
            </a:r>
            <a:r>
              <a:rPr lang="ko-KR" altLang="en-US" dirty="0"/>
              <a:t>원하는 정보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페르소나</a:t>
            </a:r>
            <a:r>
              <a:rPr lang="en-US" altLang="ko-KR" dirty="0"/>
              <a:t>(</a:t>
            </a:r>
            <a:r>
              <a:rPr lang="ko-KR" altLang="en-US" dirty="0"/>
              <a:t>나</a:t>
            </a:r>
            <a:r>
              <a:rPr lang="en" altLang="ko-Kore-KR" dirty="0"/>
              <a:t>OO)</a:t>
            </a:r>
            <a:r>
              <a:rPr lang="ko-KR" altLang="en-US" dirty="0"/>
              <a:t>가 겪는 불편함</a:t>
            </a:r>
            <a:r>
              <a:rPr lang="en-US" altLang="ko-KR" dirty="0"/>
              <a:t>(</a:t>
            </a:r>
            <a:r>
              <a:rPr lang="ko-KR" altLang="en-US" dirty="0"/>
              <a:t>성분 이해 어려움</a:t>
            </a:r>
            <a:r>
              <a:rPr lang="en-US" altLang="ko-KR" dirty="0"/>
              <a:t>, </a:t>
            </a:r>
            <a:r>
              <a:rPr lang="ko-KR" altLang="en-US" dirty="0"/>
              <a:t>광고성 정보 불신 등</a:t>
            </a:r>
            <a:r>
              <a:rPr lang="en-US" altLang="ko-KR" dirty="0"/>
              <a:t>)</a:t>
            </a:r>
            <a:r>
              <a:rPr lang="ko-KR" altLang="en-US" dirty="0"/>
              <a:t>과 기대</a:t>
            </a:r>
            <a:r>
              <a:rPr lang="en-US" altLang="ko-KR" dirty="0"/>
              <a:t>(</a:t>
            </a:r>
            <a:r>
              <a:rPr lang="ko-KR" altLang="en-US" dirty="0"/>
              <a:t>명확한 성분 정보 요구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실제 타겟 사용자들에게서 검증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잠재 고객의 </a:t>
            </a:r>
            <a:r>
              <a:rPr lang="ko-KR" altLang="en-US" b="1" dirty="0"/>
              <a:t>치약 성분 분석 서비스에 대한 니즈 및 수용 가능성</a:t>
            </a:r>
            <a:r>
              <a:rPr lang="ko-KR" altLang="en-US" dirty="0"/>
              <a:t> 탐색 </a:t>
            </a:r>
            <a:r>
              <a:rPr lang="en-US" altLang="ko-KR" dirty="0"/>
              <a:t>(</a:t>
            </a:r>
            <a:r>
              <a:rPr lang="ko-KR" altLang="en-US" dirty="0"/>
              <a:t>어떤 정보를</a:t>
            </a:r>
            <a:r>
              <a:rPr lang="en-US" altLang="ko-KR" dirty="0"/>
              <a:t>, </a:t>
            </a:r>
            <a:r>
              <a:rPr lang="ko-KR" altLang="en-US" dirty="0"/>
              <a:t>어떤 방식으로 얻고 </a:t>
            </a:r>
            <a:r>
              <a:rPr lang="ko-KR" altLang="en-US" dirty="0" err="1"/>
              <a:t>싶은지</a:t>
            </a:r>
            <a:r>
              <a:rPr lang="en-US" altLang="ko-KR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6C353-9F05-5D27-FC28-826CD9CCB847}"/>
              </a:ext>
            </a:extLst>
          </p:cNvPr>
          <p:cNvSpPr txBox="1"/>
          <p:nvPr/>
        </p:nvSpPr>
        <p:spPr>
          <a:xfrm>
            <a:off x="3686174" y="5397024"/>
            <a:ext cx="128682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성별</a:t>
            </a:r>
            <a:r>
              <a:rPr lang="en-US" altLang="ko-KR" b="1" dirty="0"/>
              <a:t>/</a:t>
            </a:r>
            <a:r>
              <a:rPr lang="ko-KR" altLang="en-US" b="1" dirty="0"/>
              <a:t>연령</a:t>
            </a:r>
            <a:r>
              <a:rPr lang="en-US" altLang="ko-KR" b="1" dirty="0"/>
              <a:t>:</a:t>
            </a:r>
            <a:r>
              <a:rPr lang="ko-KR" altLang="en-US" dirty="0"/>
              <a:t> 만 </a:t>
            </a:r>
            <a:r>
              <a:rPr lang="en-US" altLang="ko-KR" dirty="0"/>
              <a:t>50</a:t>
            </a:r>
            <a:r>
              <a:rPr lang="ko-KR" altLang="en-US" dirty="0"/>
              <a:t>세 </a:t>
            </a:r>
            <a:r>
              <a:rPr lang="en-US" altLang="ko-KR" dirty="0"/>
              <a:t>~ 59</a:t>
            </a:r>
            <a:r>
              <a:rPr lang="ko-KR" altLang="en-US" dirty="0"/>
              <a:t>세 여성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ko-KR" altLang="en-US" b="1" dirty="0"/>
              <a:t>구강 건강 관심도</a:t>
            </a:r>
            <a:r>
              <a:rPr lang="en-US" altLang="ko-KR" b="1" dirty="0"/>
              <a:t>:</a:t>
            </a:r>
            <a:r>
              <a:rPr lang="ko-KR" altLang="en-US" dirty="0"/>
              <a:t> 평소 구강 건강 관리에 신경 쓰며</a:t>
            </a:r>
            <a:r>
              <a:rPr lang="en-US" altLang="ko-KR" dirty="0"/>
              <a:t>, </a:t>
            </a:r>
            <a:r>
              <a:rPr lang="ko-KR" altLang="en-US" dirty="0"/>
              <a:t>본인 또는 가족이 사용할 치약을 직접 구매하는 사람 </a:t>
            </a:r>
            <a:r>
              <a:rPr lang="en-US" altLang="ko-KR" dirty="0"/>
              <a:t>(</a:t>
            </a:r>
            <a:r>
              <a:rPr lang="ko-KR" altLang="en-US" dirty="0"/>
              <a:t>페르소나의 꼼꼼한 관리 및 구매 행태 반영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치약 정보 탐색 경험</a:t>
            </a:r>
            <a:r>
              <a:rPr lang="en-US" altLang="ko-KR" b="1" dirty="0"/>
              <a:t>:</a:t>
            </a:r>
            <a:r>
              <a:rPr lang="ko-KR" altLang="en-US" dirty="0"/>
              <a:t> 치약 구매 시 기능이나 성분 등 관련 정보를 찾아본 경험이 있는 사람 </a:t>
            </a:r>
            <a:r>
              <a:rPr lang="en-US" altLang="ko-KR" dirty="0"/>
              <a:t>(</a:t>
            </a:r>
            <a:r>
              <a:rPr lang="ko-KR" altLang="en-US" dirty="0"/>
              <a:t>페르소나의 정보 탐색 행동 반영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성분 관련 인식</a:t>
            </a:r>
            <a:r>
              <a:rPr lang="en-US" altLang="ko-KR" b="1" dirty="0"/>
              <a:t>:</a:t>
            </a:r>
            <a:r>
              <a:rPr lang="ko-KR" altLang="en-US" dirty="0"/>
              <a:t> 치약 성분에 대해 </a:t>
            </a:r>
            <a:r>
              <a:rPr lang="ko-KR" altLang="en-US" dirty="0" err="1"/>
              <a:t>막연하게나마</a:t>
            </a:r>
            <a:r>
              <a:rPr lang="ko-KR" altLang="en-US" dirty="0"/>
              <a:t> 중요하다고 인식하거나</a:t>
            </a:r>
            <a:r>
              <a:rPr lang="en-US" altLang="ko-KR" dirty="0"/>
              <a:t>, </a:t>
            </a:r>
            <a:r>
              <a:rPr lang="ko-KR" altLang="en-US" dirty="0"/>
              <a:t>특정 성분에 대한 우려</a:t>
            </a:r>
            <a:r>
              <a:rPr lang="en-US" altLang="ko-KR" dirty="0"/>
              <a:t>/</a:t>
            </a:r>
            <a:r>
              <a:rPr lang="ko-KR" altLang="en-US" dirty="0"/>
              <a:t>선호가 있는 사람 </a:t>
            </a:r>
            <a:r>
              <a:rPr lang="en-US" altLang="ko-KR" dirty="0"/>
              <a:t>(</a:t>
            </a:r>
            <a:r>
              <a:rPr lang="ko-KR" altLang="en-US" dirty="0"/>
              <a:t>페르소나의 건강 염려 및 성분 회피 경향 반영</a:t>
            </a:r>
            <a:r>
              <a:rPr lang="en-US" altLang="ko-KR" dirty="0"/>
              <a:t>)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308D1-39A9-6577-D292-E30342CAE354}"/>
              </a:ext>
            </a:extLst>
          </p:cNvPr>
          <p:cNvSpPr txBox="1"/>
          <p:nvPr/>
        </p:nvSpPr>
        <p:spPr>
          <a:xfrm>
            <a:off x="3686174" y="7949208"/>
            <a:ext cx="12868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b="1" dirty="0"/>
              <a:t>zoom</a:t>
            </a:r>
            <a:endParaRPr lang="ko-Kore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2A1D6D-70F6-4595-F319-88E6E2A39444}"/>
              </a:ext>
            </a:extLst>
          </p:cNvPr>
          <p:cNvSpPr txBox="1"/>
          <p:nvPr/>
        </p:nvSpPr>
        <p:spPr>
          <a:xfrm>
            <a:off x="3648074" y="2958624"/>
            <a:ext cx="128682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성별</a:t>
            </a:r>
            <a:r>
              <a:rPr lang="en-US" altLang="ko-KR" b="1" dirty="0"/>
              <a:t>/</a:t>
            </a:r>
            <a:r>
              <a:rPr lang="ko-KR" altLang="en-US" b="1" dirty="0"/>
              <a:t>연령</a:t>
            </a:r>
            <a:r>
              <a:rPr lang="en-US" altLang="ko-KR" b="1" dirty="0"/>
              <a:t>:</a:t>
            </a:r>
            <a:r>
              <a:rPr lang="ko-KR" altLang="en-US" dirty="0"/>
              <a:t> 만 </a:t>
            </a:r>
            <a:r>
              <a:rPr lang="en-US" altLang="ko-KR" dirty="0"/>
              <a:t>50</a:t>
            </a:r>
            <a:r>
              <a:rPr lang="ko-KR" altLang="en-US" dirty="0"/>
              <a:t>세 </a:t>
            </a:r>
            <a:r>
              <a:rPr lang="en-US" altLang="ko-KR" dirty="0"/>
              <a:t>~ 59</a:t>
            </a:r>
            <a:r>
              <a:rPr lang="ko-KR" altLang="en-US" dirty="0"/>
              <a:t>세 여성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ko-KR" altLang="en-US" b="1" dirty="0"/>
              <a:t>구강 건강 관심도</a:t>
            </a:r>
            <a:r>
              <a:rPr lang="en-US" altLang="ko-KR" b="1" dirty="0"/>
              <a:t>:</a:t>
            </a:r>
            <a:r>
              <a:rPr lang="ko-KR" altLang="en-US" dirty="0"/>
              <a:t> 평소 구강 건강 관리에 신경 쓰며</a:t>
            </a:r>
            <a:r>
              <a:rPr lang="en-US" altLang="ko-KR" dirty="0"/>
              <a:t>, </a:t>
            </a:r>
            <a:r>
              <a:rPr lang="ko-KR" altLang="en-US" dirty="0"/>
              <a:t>본인 또는 가족이 사용할 치약을 직접 구매</a:t>
            </a:r>
            <a:endParaRPr lang="en-US" altLang="ko-KR" dirty="0"/>
          </a:p>
          <a:p>
            <a:r>
              <a:rPr lang="ko-KR" altLang="en-US" b="1" dirty="0"/>
              <a:t>치약 정보 탐색 경험</a:t>
            </a:r>
            <a:r>
              <a:rPr lang="en-US" altLang="ko-KR" b="1" dirty="0"/>
              <a:t>:</a:t>
            </a:r>
            <a:r>
              <a:rPr lang="ko-KR" altLang="en-US" dirty="0"/>
              <a:t> 치약 구매는 아니지만 의약품과 관련해서 성분을 찾아본 경험 있음</a:t>
            </a:r>
            <a:endParaRPr lang="en-US" altLang="ko-KR" dirty="0"/>
          </a:p>
          <a:p>
            <a:r>
              <a:rPr lang="ko-KR" altLang="en-US" b="1" dirty="0"/>
              <a:t>성분 관련 인식</a:t>
            </a:r>
            <a:r>
              <a:rPr lang="en-US" altLang="ko-KR" b="1" dirty="0"/>
              <a:t>:</a:t>
            </a:r>
            <a:r>
              <a:rPr lang="ko-KR" altLang="en-US" dirty="0"/>
              <a:t> 치약 성분에 대해 </a:t>
            </a:r>
            <a:r>
              <a:rPr lang="ko-KR" altLang="en-US" dirty="0" err="1"/>
              <a:t>막연하게나마</a:t>
            </a:r>
            <a:r>
              <a:rPr lang="ko-KR" altLang="en-US" dirty="0"/>
              <a:t> 중요하다고 인식하거나</a:t>
            </a:r>
            <a:r>
              <a:rPr lang="en-US" altLang="ko-KR" dirty="0"/>
              <a:t>, </a:t>
            </a:r>
            <a:r>
              <a:rPr lang="ko-KR" altLang="en-US" dirty="0"/>
              <a:t>성분 </a:t>
            </a:r>
            <a:r>
              <a:rPr lang="ko-KR" altLang="en-US" dirty="0" err="1"/>
              <a:t>분석하는것이</a:t>
            </a:r>
            <a:r>
              <a:rPr lang="ko-KR" altLang="en-US" dirty="0"/>
              <a:t> 어려우므로 비싼 제품을 삼</a:t>
            </a:r>
            <a:endParaRPr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D685F-D593-3801-76DF-FBB4FBFEF7A6}"/>
              </a:ext>
            </a:extLst>
          </p:cNvPr>
          <p:cNvSpPr txBox="1"/>
          <p:nvPr/>
        </p:nvSpPr>
        <p:spPr>
          <a:xfrm>
            <a:off x="3648074" y="4728210"/>
            <a:ext cx="125253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b="1" dirty="0"/>
          </a:p>
          <a:p>
            <a:r>
              <a:rPr lang="en-US" altLang="ko-KR" b="1" dirty="0"/>
              <a:t>① </a:t>
            </a:r>
            <a:r>
              <a:rPr lang="ko-KR" altLang="en-US" b="1" dirty="0"/>
              <a:t>평소 구강 관리 습관 및 인식 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하루에 양치질은 보통 몇 번</a:t>
            </a:r>
            <a:r>
              <a:rPr lang="en-US" altLang="ko-KR" dirty="0"/>
              <a:t>, </a:t>
            </a:r>
            <a:r>
              <a:rPr lang="ko-KR" altLang="en-US" dirty="0"/>
              <a:t>언제 하시나요</a:t>
            </a:r>
            <a:r>
              <a:rPr lang="en-US" altLang="ko-KR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양치질 외에 평소 신경 써서 하시는 구강 관리가 </a:t>
            </a:r>
            <a:r>
              <a:rPr lang="ko-KR" altLang="en-US" dirty="0" err="1"/>
              <a:t>있으신가요</a:t>
            </a:r>
            <a:r>
              <a:rPr lang="en-US" altLang="ko-KR" dirty="0"/>
              <a:t>? (</a:t>
            </a:r>
            <a:r>
              <a:rPr lang="ko-KR" altLang="en-US" dirty="0"/>
              <a:t>치실</a:t>
            </a:r>
            <a:r>
              <a:rPr lang="en-US" altLang="ko-KR" dirty="0"/>
              <a:t>, </a:t>
            </a:r>
            <a:r>
              <a:rPr lang="ko-KR" altLang="en-US" dirty="0" err="1"/>
              <a:t>가글</a:t>
            </a:r>
            <a:r>
              <a:rPr lang="ko-KR" altLang="en-US" dirty="0"/>
              <a:t> 등</a:t>
            </a:r>
            <a:r>
              <a:rPr lang="en-US" altLang="ko-KR" dirty="0"/>
              <a:t>)"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정기적으로 치과에 방문하시나요</a:t>
            </a:r>
            <a:r>
              <a:rPr lang="en-US" altLang="ko-KR" dirty="0"/>
              <a:t>? </a:t>
            </a:r>
            <a:r>
              <a:rPr lang="ko-KR" altLang="en-US" dirty="0"/>
              <a:t>주로 어떤 이유로 방문하시는지요</a:t>
            </a:r>
            <a:r>
              <a:rPr lang="en-US" altLang="ko-KR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평소 본인의 구강 건강 상태에 대해 어떻게 생각하시나요</a:t>
            </a:r>
            <a:r>
              <a:rPr lang="en-US" altLang="ko-KR" dirty="0"/>
              <a:t>? </a:t>
            </a:r>
            <a:r>
              <a:rPr lang="ko-KR" altLang="en-US" dirty="0"/>
              <a:t>특별히 신경 쓰이는 부분이 </a:t>
            </a:r>
            <a:r>
              <a:rPr lang="ko-KR" altLang="en-US" dirty="0" err="1"/>
              <a:t>있으신가요</a:t>
            </a:r>
            <a:r>
              <a:rPr lang="en-US" altLang="ko-KR" dirty="0"/>
              <a:t>?" (</a:t>
            </a:r>
            <a:r>
              <a:rPr lang="ko-KR" altLang="en-US" dirty="0"/>
              <a:t>페르소나의 건강 염려 반영</a:t>
            </a:r>
            <a:r>
              <a:rPr lang="en-US" altLang="ko-KR" dirty="0"/>
              <a:t>)</a:t>
            </a:r>
          </a:p>
          <a:p>
            <a:r>
              <a:rPr lang="en-US" altLang="ko-Kore-KR" dirty="0"/>
              <a:t>② </a:t>
            </a:r>
            <a:r>
              <a:rPr lang="ko-KR" altLang="en-US" b="1" dirty="0"/>
              <a:t> 치약 구매 행동 및 정보 탐색 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치약은 주로 어디서 구매하시나요</a:t>
            </a:r>
            <a:r>
              <a:rPr lang="en-US" altLang="ko-KR" dirty="0"/>
              <a:t>? (</a:t>
            </a:r>
            <a:r>
              <a:rPr lang="ko-KR" altLang="en-US" dirty="0"/>
              <a:t>온라인</a:t>
            </a:r>
            <a:r>
              <a:rPr lang="en-US" altLang="ko-KR" dirty="0"/>
              <a:t>/</a:t>
            </a:r>
            <a:r>
              <a:rPr lang="ko-KR" altLang="en-US" dirty="0"/>
              <a:t>오프라인</a:t>
            </a:r>
            <a:r>
              <a:rPr lang="en-US" altLang="ko-KR" dirty="0"/>
              <a:t>, </a:t>
            </a:r>
            <a:r>
              <a:rPr lang="ko-KR" altLang="en-US" dirty="0"/>
              <a:t>구매 주기 등</a:t>
            </a:r>
            <a:r>
              <a:rPr lang="en-US" altLang="ko-KR" dirty="0"/>
              <a:t>)"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치약을 고르실 때 어떤 점들을 가장 중요하게 생각하시나요</a:t>
            </a:r>
            <a:r>
              <a:rPr lang="en-US" altLang="ko-KR" dirty="0"/>
              <a:t>? (</a:t>
            </a:r>
            <a:r>
              <a:rPr lang="ko-KR" altLang="en-US" dirty="0"/>
              <a:t>가격</a:t>
            </a:r>
            <a:r>
              <a:rPr lang="en-US" altLang="ko-KR" dirty="0"/>
              <a:t>, </a:t>
            </a:r>
            <a:r>
              <a:rPr lang="ko-KR" altLang="en-US" dirty="0"/>
              <a:t>브랜드</a:t>
            </a:r>
            <a:r>
              <a:rPr lang="en-US" altLang="ko-KR" dirty="0"/>
              <a:t>, </a:t>
            </a:r>
            <a:r>
              <a:rPr lang="ko-KR" altLang="en-US" dirty="0"/>
              <a:t>기능</a:t>
            </a:r>
            <a:r>
              <a:rPr lang="en-US" altLang="ko-KR" dirty="0"/>
              <a:t>, </a:t>
            </a:r>
            <a:r>
              <a:rPr lang="ko-KR" altLang="en-US" dirty="0"/>
              <a:t>성분</a:t>
            </a:r>
            <a:r>
              <a:rPr lang="en-US" altLang="ko-KR" dirty="0"/>
              <a:t>, </a:t>
            </a:r>
            <a:r>
              <a:rPr lang="ko-KR" altLang="en-US" dirty="0"/>
              <a:t>디자인</a:t>
            </a:r>
            <a:r>
              <a:rPr lang="en-US" altLang="ko-KR" dirty="0"/>
              <a:t>, </a:t>
            </a:r>
            <a:r>
              <a:rPr lang="ko-KR" altLang="en-US" dirty="0"/>
              <a:t>주변 추천 등 순서대로 말씀해주시면 좋습니다</a:t>
            </a:r>
            <a:r>
              <a:rPr lang="en-US" altLang="ko-KR" dirty="0"/>
              <a:t>.)"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새로운 치약을 선택하기 전에 관련 정보를 찾아보시는 편인가요</a:t>
            </a:r>
            <a:r>
              <a:rPr lang="en-US" altLang="ko-KR" dirty="0"/>
              <a:t>? </a:t>
            </a:r>
            <a:r>
              <a:rPr lang="ko-KR" altLang="en-US" dirty="0"/>
              <a:t>주로 어떤 채널</a:t>
            </a:r>
            <a:r>
              <a:rPr lang="en-US" altLang="ko-KR" dirty="0"/>
              <a:t>(</a:t>
            </a:r>
            <a:r>
              <a:rPr lang="ko-KR" altLang="en-US" dirty="0"/>
              <a:t>인터넷 검색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/>
              <a:t>지인 추천</a:t>
            </a:r>
            <a:r>
              <a:rPr lang="en-US" altLang="ko-KR" dirty="0"/>
              <a:t>, </a:t>
            </a:r>
            <a:r>
              <a:rPr lang="ko-KR" altLang="en-US" dirty="0"/>
              <a:t>광고 등</a:t>
            </a:r>
            <a:r>
              <a:rPr lang="en-US" altLang="ko-KR" dirty="0"/>
              <a:t>)</a:t>
            </a:r>
            <a:r>
              <a:rPr lang="ko-KR" altLang="en-US" dirty="0"/>
              <a:t>을 통해 정보를 얻으시나요</a:t>
            </a:r>
            <a:r>
              <a:rPr lang="en-US" altLang="ko-KR" dirty="0"/>
              <a:t>?" (</a:t>
            </a:r>
            <a:r>
              <a:rPr lang="ko-KR" altLang="en-US" dirty="0"/>
              <a:t>페르소나의 정보 탐색 및 지인 추천 영향 반영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최근에 구매하셨거나 만족하며 사용 중인 치약이 있다면</a:t>
            </a:r>
            <a:r>
              <a:rPr lang="en-US" altLang="ko-KR" dirty="0"/>
              <a:t>, </a:t>
            </a:r>
            <a:r>
              <a:rPr lang="ko-KR" altLang="en-US" dirty="0"/>
              <a:t>어떤 점 때문에 선택하셨나요</a:t>
            </a:r>
            <a:r>
              <a:rPr lang="en-US" altLang="ko-KR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혹시 </a:t>
            </a:r>
            <a:r>
              <a:rPr lang="en-US" altLang="ko-KR" dirty="0"/>
              <a:t>'</a:t>
            </a:r>
            <a:r>
              <a:rPr lang="ko-KR" altLang="en-US" dirty="0"/>
              <a:t>이런 치약은 피하고 싶다</a:t>
            </a:r>
            <a:r>
              <a:rPr lang="en-US" altLang="ko-KR" dirty="0"/>
              <a:t>' </a:t>
            </a:r>
            <a:r>
              <a:rPr lang="ko-KR" altLang="en-US" dirty="0"/>
              <a:t>하는 기준이 </a:t>
            </a:r>
            <a:r>
              <a:rPr lang="ko-KR" altLang="en-US" dirty="0" err="1"/>
              <a:t>있으신가요</a:t>
            </a:r>
            <a:r>
              <a:rPr lang="en-US" altLang="ko-KR" dirty="0"/>
              <a:t>?" (</a:t>
            </a:r>
            <a:r>
              <a:rPr lang="ko-KR" altLang="en-US" dirty="0"/>
              <a:t>페르소나의 특정 기능 회피 경향 확인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1A9A96-6C79-0FC7-230D-B5DE898BB96A}"/>
              </a:ext>
            </a:extLst>
          </p:cNvPr>
          <p:cNvSpPr txBox="1"/>
          <p:nvPr/>
        </p:nvSpPr>
        <p:spPr>
          <a:xfrm>
            <a:off x="3762375" y="2296210"/>
            <a:ext cx="8934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치약 성분 정보를 분석해주는 사이트가 있다면</a:t>
            </a:r>
            <a:r>
              <a:rPr lang="en-US" altLang="ko-KR" dirty="0"/>
              <a:t>, </a:t>
            </a:r>
            <a:r>
              <a:rPr lang="ko-KR" altLang="en-US" dirty="0"/>
              <a:t>치약 구매 시 그 사이트를 통하여 구매할 것이다</a:t>
            </a:r>
            <a:r>
              <a:rPr lang="en-US" altLang="ko-KR" dirty="0"/>
              <a:t>.</a:t>
            </a:r>
            <a:endParaRPr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1312D-EDDC-C2F2-D29C-1818BB49D811}"/>
              </a:ext>
            </a:extLst>
          </p:cNvPr>
          <p:cNvSpPr txBox="1"/>
          <p:nvPr/>
        </p:nvSpPr>
        <p:spPr>
          <a:xfrm>
            <a:off x="1704975" y="3846642"/>
            <a:ext cx="7267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검증된 부분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대 여성 타겟은 치약 성분 정보에 대한 니즈가 명확하며</a:t>
            </a:r>
            <a:r>
              <a:rPr lang="en-US" altLang="ko-KR" dirty="0"/>
              <a:t>, </a:t>
            </a:r>
            <a:r>
              <a:rPr lang="ko-KR" altLang="en-US" dirty="0"/>
              <a:t>성분 분석 정보를 제공하는 사이트</a:t>
            </a:r>
            <a:r>
              <a:rPr lang="en-US" altLang="ko-KR" dirty="0"/>
              <a:t>/</a:t>
            </a:r>
            <a:r>
              <a:rPr lang="ko-KR" altLang="en-US" dirty="0"/>
              <a:t>서비스에 대한 </a:t>
            </a:r>
            <a:r>
              <a:rPr lang="ko-KR" altLang="en-US" b="1" dirty="0"/>
              <a:t>사용 의향은 매우 높다</a:t>
            </a:r>
            <a:r>
              <a:rPr lang="en-US" altLang="ko-KR" b="1" dirty="0"/>
              <a:t>.</a:t>
            </a:r>
            <a:r>
              <a:rPr lang="ko-KR" altLang="en-US" dirty="0"/>
              <a:t> 정보의 객관성과 신뢰도</a:t>
            </a:r>
            <a:r>
              <a:rPr lang="en-US" altLang="ko-KR" dirty="0"/>
              <a:t>, </a:t>
            </a:r>
            <a:r>
              <a:rPr lang="ko-KR" altLang="en-US" dirty="0"/>
              <a:t>이해의 용이성이 확보된다면 중요한 정보 채널로 활용될 가능성이 크다</a:t>
            </a:r>
            <a:r>
              <a:rPr lang="en-US" altLang="ko-KR" dirty="0"/>
              <a:t>.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129EF-82C8-9FE0-9BC9-2C24DDD76BE1}"/>
              </a:ext>
            </a:extLst>
          </p:cNvPr>
          <p:cNvSpPr txBox="1"/>
          <p:nvPr/>
        </p:nvSpPr>
        <p:spPr>
          <a:xfrm>
            <a:off x="8835390" y="3259634"/>
            <a:ext cx="89344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수정</a:t>
            </a:r>
            <a:r>
              <a:rPr lang="en-US" altLang="ko-KR" b="1" dirty="0"/>
              <a:t>/</a:t>
            </a:r>
            <a:r>
              <a:rPr lang="ko-KR" altLang="en-US" b="1" dirty="0"/>
              <a:t>보완 필요한 부분</a:t>
            </a:r>
            <a:r>
              <a:rPr lang="en-US" altLang="ko-KR" b="1" dirty="0"/>
              <a:t>:</a:t>
            </a:r>
            <a:r>
              <a:rPr lang="ko-KR" altLang="en-US" dirty="0"/>
              <a:t> 정보 습득 후 해당 사이트에서 </a:t>
            </a:r>
            <a:r>
              <a:rPr lang="en-US" altLang="ko-KR" b="1" dirty="0"/>
              <a:t>'</a:t>
            </a:r>
            <a:r>
              <a:rPr lang="ko-KR" altLang="en-US" b="1" dirty="0"/>
              <a:t>즉시 구매</a:t>
            </a:r>
            <a:r>
              <a:rPr lang="en-US" altLang="ko-KR" b="1" dirty="0"/>
              <a:t>'</a:t>
            </a:r>
            <a:r>
              <a:rPr lang="ko-KR" altLang="en-US" b="1" dirty="0"/>
              <a:t>로 이어질 것이라는 가정은 성급할 수 있다</a:t>
            </a:r>
            <a:r>
              <a:rPr lang="en-US" altLang="ko-KR" b="1" dirty="0"/>
              <a:t>.</a:t>
            </a:r>
            <a:r>
              <a:rPr lang="ko-KR" altLang="en-US" dirty="0"/>
              <a:t> 정보 탐색의 목적과 실제 구매 결정</a:t>
            </a:r>
            <a:r>
              <a:rPr lang="en-US" altLang="ko-KR" dirty="0"/>
              <a:t>/</a:t>
            </a:r>
            <a:r>
              <a:rPr lang="ko-KR" altLang="en-US" dirty="0"/>
              <a:t>채널은 분리될 수 있다</a:t>
            </a:r>
            <a:r>
              <a:rPr lang="en-US" altLang="ko-KR" dirty="0"/>
              <a:t>. </a:t>
            </a:r>
            <a:r>
              <a:rPr lang="ko-KR" altLang="en-US" dirty="0"/>
              <a:t>사용자들은 신뢰할 수 있는 정보를 바탕으로 최적의 제품을 선택한 후</a:t>
            </a:r>
            <a:r>
              <a:rPr lang="en-US" altLang="ko-KR" dirty="0"/>
              <a:t>, </a:t>
            </a:r>
            <a:r>
              <a:rPr lang="ko-KR" altLang="en-US" dirty="0"/>
              <a:t>가격 비교나 익숙한 구매 채널</a:t>
            </a:r>
            <a:r>
              <a:rPr lang="en-US" altLang="ko-KR" dirty="0"/>
              <a:t>(</a:t>
            </a:r>
            <a:r>
              <a:rPr lang="ko-KR" altLang="en-US" dirty="0"/>
              <a:t>기존 사용 쇼핑몰</a:t>
            </a:r>
            <a:r>
              <a:rPr lang="en-US" altLang="ko-KR" dirty="0"/>
              <a:t>, </a:t>
            </a:r>
            <a:r>
              <a:rPr lang="ko-KR" altLang="en-US" dirty="0"/>
              <a:t>오프라인 매장 등</a:t>
            </a:r>
            <a:r>
              <a:rPr lang="en-US" altLang="ko-KR" dirty="0"/>
              <a:t>)</a:t>
            </a:r>
            <a:r>
              <a:rPr lang="ko-KR" altLang="en-US" dirty="0"/>
              <a:t>을 통해 최종 구매를 진행할 가능성도 충분하다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/>
              <a:t>정보 </a:t>
            </a:r>
            <a:r>
              <a:rPr lang="ko-KR" altLang="en-US" b="1" dirty="0" err="1"/>
              <a:t>채널로서의</a:t>
            </a:r>
            <a:r>
              <a:rPr lang="ko-KR" altLang="en-US" b="1" dirty="0"/>
              <a:t> 역할은 명확하나</a:t>
            </a:r>
            <a:r>
              <a:rPr lang="en-US" altLang="ko-KR" b="1" dirty="0"/>
              <a:t>, </a:t>
            </a:r>
            <a:r>
              <a:rPr lang="ko-KR" altLang="en-US" b="1" dirty="0"/>
              <a:t>커머스 </a:t>
            </a:r>
            <a:r>
              <a:rPr lang="ko-KR" altLang="en-US" b="1" dirty="0" err="1"/>
              <a:t>채널로서의</a:t>
            </a:r>
            <a:r>
              <a:rPr lang="ko-KR" altLang="en-US" b="1" dirty="0"/>
              <a:t> 역할은 부가적인 설득</a:t>
            </a:r>
            <a:r>
              <a:rPr lang="en-US" altLang="ko-KR" b="1" dirty="0"/>
              <a:t>/</a:t>
            </a:r>
            <a:r>
              <a:rPr lang="ko-KR" altLang="en-US" b="1" dirty="0"/>
              <a:t>편의성 제공이 필요하다</a:t>
            </a:r>
            <a:r>
              <a:rPr lang="en-US" altLang="ko-KR" b="1" dirty="0"/>
              <a:t>.</a:t>
            </a:r>
            <a:endParaRPr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D53B8-A080-C677-1EA8-753ECA11A4BC}"/>
              </a:ext>
            </a:extLst>
          </p:cNvPr>
          <p:cNvSpPr txBox="1"/>
          <p:nvPr/>
        </p:nvSpPr>
        <p:spPr>
          <a:xfrm>
            <a:off x="10115550" y="6009968"/>
            <a:ext cx="89344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'</a:t>
            </a:r>
            <a:r>
              <a:rPr lang="ko-KR" altLang="en-US" b="1" dirty="0"/>
              <a:t>과하지 않음</a:t>
            </a:r>
            <a:r>
              <a:rPr lang="en-US" altLang="ko-KR" b="1" dirty="0"/>
              <a:t>(</a:t>
            </a:r>
            <a:r>
              <a:rPr lang="en" altLang="ko-Kore-KR" b="1" dirty="0"/>
              <a:t>Gentle &amp; Safe)' </a:t>
            </a:r>
            <a:r>
              <a:rPr lang="ko-KR" altLang="en-US" b="1" dirty="0"/>
              <a:t>키워드 공략</a:t>
            </a:r>
            <a:r>
              <a:rPr lang="en-US" altLang="ko-KR" b="1" dirty="0"/>
              <a:t>:</a:t>
            </a:r>
            <a:r>
              <a:rPr lang="ko-KR" altLang="en-US" dirty="0"/>
              <a:t> 단순히 </a:t>
            </a:r>
            <a:r>
              <a:rPr lang="en-US" altLang="ko-KR" dirty="0"/>
              <a:t>'</a:t>
            </a:r>
            <a:r>
              <a:rPr lang="ko-KR" altLang="en-US" dirty="0"/>
              <a:t>효과 좋은</a:t>
            </a:r>
            <a:r>
              <a:rPr lang="en-US" altLang="ko-KR" dirty="0"/>
              <a:t>' </a:t>
            </a:r>
            <a:r>
              <a:rPr lang="ko-KR" altLang="en-US" dirty="0"/>
              <a:t>치약 </a:t>
            </a:r>
            <a:r>
              <a:rPr lang="ko-KR" altLang="en-US" dirty="0" err="1"/>
              <a:t>정보뿐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페르소나가 우려하는 </a:t>
            </a:r>
            <a:r>
              <a:rPr lang="en-US" altLang="ko-KR" dirty="0"/>
              <a:t>'</a:t>
            </a:r>
            <a:r>
              <a:rPr lang="ko-KR" altLang="en-US" dirty="0"/>
              <a:t>강한 성분</a:t>
            </a:r>
            <a:r>
              <a:rPr lang="en-US" altLang="ko-KR" dirty="0"/>
              <a:t>'</a:t>
            </a:r>
            <a:r>
              <a:rPr lang="ko-KR" altLang="en-US" dirty="0"/>
              <a:t>을 필터링하거나 </a:t>
            </a:r>
            <a:r>
              <a:rPr lang="en-US" altLang="ko-KR" dirty="0"/>
              <a:t>'</a:t>
            </a:r>
            <a:r>
              <a:rPr lang="ko-KR" altLang="en-US" dirty="0"/>
              <a:t>순한 성분</a:t>
            </a:r>
            <a:r>
              <a:rPr lang="en-US" altLang="ko-KR" dirty="0"/>
              <a:t>'</a:t>
            </a:r>
            <a:r>
              <a:rPr lang="ko-KR" altLang="en-US" dirty="0"/>
              <a:t>의 제품을 추천하는 등</a:t>
            </a:r>
            <a:r>
              <a:rPr lang="en-US" altLang="ko-KR" dirty="0"/>
              <a:t>, </a:t>
            </a:r>
            <a:r>
              <a:rPr lang="ko-KR" altLang="en-US" dirty="0"/>
              <a:t>타겟의 </a:t>
            </a:r>
            <a:r>
              <a:rPr lang="en-US" altLang="ko-KR" dirty="0"/>
              <a:t>'</a:t>
            </a:r>
            <a:r>
              <a:rPr lang="ko-KR" altLang="en-US" dirty="0"/>
              <a:t>안전성</a:t>
            </a:r>
            <a:r>
              <a:rPr lang="en-US" altLang="ko-KR" dirty="0"/>
              <a:t>' </a:t>
            </a:r>
            <a:r>
              <a:rPr lang="ko-KR" altLang="en-US" dirty="0"/>
              <a:t>니즈를 충족시키는 정보 </a:t>
            </a:r>
            <a:r>
              <a:rPr lang="ko-KR" altLang="en-US" dirty="0" err="1"/>
              <a:t>큐레이션이</a:t>
            </a:r>
            <a:r>
              <a:rPr lang="ko-KR" altLang="en-US" dirty="0"/>
              <a:t> 필요하다</a:t>
            </a:r>
            <a:r>
              <a:rPr lang="en-US" altLang="ko-KR" dirty="0"/>
              <a:t>.</a:t>
            </a:r>
            <a:endParaRPr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5D8CD-D4D3-E8D8-09D6-E017BAA7D73F}"/>
              </a:ext>
            </a:extLst>
          </p:cNvPr>
          <p:cNvSpPr txBox="1"/>
          <p:nvPr/>
        </p:nvSpPr>
        <p:spPr>
          <a:xfrm>
            <a:off x="3762375" y="6070461"/>
            <a:ext cx="5876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성분표</a:t>
            </a:r>
            <a:r>
              <a:rPr lang="ko-KR" altLang="en-US" dirty="0"/>
              <a:t> 자체의 복잡함 외에도</a:t>
            </a:r>
            <a:r>
              <a:rPr lang="en-US" altLang="ko-KR" dirty="0"/>
              <a:t>, </a:t>
            </a:r>
            <a:r>
              <a:rPr lang="ko-KR" altLang="en-US" dirty="0"/>
              <a:t>온라인 정보 탐색 시 </a:t>
            </a:r>
            <a:r>
              <a:rPr lang="en-US" altLang="ko-KR" dirty="0"/>
              <a:t>'</a:t>
            </a:r>
            <a:r>
              <a:rPr lang="ko-KR" altLang="en-US" dirty="0"/>
              <a:t>광고성</a:t>
            </a:r>
            <a:r>
              <a:rPr lang="en-US" altLang="ko-KR" dirty="0"/>
              <a:t>/</a:t>
            </a:r>
            <a:r>
              <a:rPr lang="ko-KR" altLang="en-US" dirty="0"/>
              <a:t>홍보성 정보</a:t>
            </a:r>
            <a:r>
              <a:rPr lang="en-US" altLang="ko-KR" dirty="0"/>
              <a:t>'</a:t>
            </a:r>
            <a:r>
              <a:rPr lang="ko-KR" altLang="en-US" dirty="0" err="1"/>
              <a:t>를</a:t>
            </a:r>
            <a:r>
              <a:rPr lang="ko-KR" altLang="en-US" dirty="0"/>
              <a:t> 필터링하는 것에 대한 피로도와 불신이 상당하다</a:t>
            </a:r>
            <a:r>
              <a:rPr lang="en-US" altLang="ko-KR" dirty="0"/>
              <a:t>. ('</a:t>
            </a:r>
            <a:r>
              <a:rPr lang="ko-KR" altLang="en-US" dirty="0"/>
              <a:t>객관성</a:t>
            </a:r>
            <a:r>
              <a:rPr lang="en-US" altLang="ko-KR" dirty="0"/>
              <a:t>', '</a:t>
            </a:r>
            <a:r>
              <a:rPr lang="ko-KR" altLang="en-US" dirty="0"/>
              <a:t>신뢰성</a:t>
            </a:r>
            <a:r>
              <a:rPr lang="en-US" altLang="ko-KR" dirty="0"/>
              <a:t>'</a:t>
            </a:r>
            <a:r>
              <a:rPr lang="ko-KR" altLang="en-US" dirty="0"/>
              <a:t>이 핵심 가치</a:t>
            </a:r>
            <a:r>
              <a:rPr lang="en-US" altLang="ko-KR" dirty="0"/>
              <a:t>)</a:t>
            </a:r>
            <a:endParaRPr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F3456-58D3-022C-925D-1F721BB5F70B}"/>
              </a:ext>
            </a:extLst>
          </p:cNvPr>
          <p:cNvSpPr txBox="1"/>
          <p:nvPr/>
        </p:nvSpPr>
        <p:spPr>
          <a:xfrm>
            <a:off x="3762375" y="7214280"/>
            <a:ext cx="5876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단순히 성분 분석 정보를 나열하는 것을 넘어</a:t>
            </a:r>
            <a:r>
              <a:rPr lang="en-US" altLang="ko-KR" dirty="0"/>
              <a:t>, </a:t>
            </a:r>
            <a:r>
              <a:rPr lang="ko-KR" altLang="en-US" dirty="0"/>
              <a:t>여러 제품을 </a:t>
            </a:r>
            <a:r>
              <a:rPr lang="en-US" altLang="ko-KR" dirty="0"/>
              <a:t>'</a:t>
            </a:r>
            <a:r>
              <a:rPr lang="ko-KR" altLang="en-US" dirty="0"/>
              <a:t>비교</a:t>
            </a:r>
            <a:r>
              <a:rPr lang="en-US" altLang="ko-KR" dirty="0"/>
              <a:t>' </a:t>
            </a:r>
            <a:r>
              <a:rPr lang="ko-KR" altLang="en-US" dirty="0"/>
              <a:t>분석해주거나 나의 구강 상태</a:t>
            </a:r>
            <a:r>
              <a:rPr lang="en-US" altLang="ko-KR" dirty="0"/>
              <a:t>/</a:t>
            </a:r>
            <a:r>
              <a:rPr lang="ko-KR" altLang="en-US" dirty="0"/>
              <a:t>선호에 맞는 </a:t>
            </a:r>
            <a:r>
              <a:rPr lang="en-US" altLang="ko-KR" dirty="0"/>
              <a:t>'</a:t>
            </a:r>
            <a:r>
              <a:rPr lang="ko-KR" altLang="en-US" dirty="0"/>
              <a:t>맞춤 추천</a:t>
            </a:r>
            <a:r>
              <a:rPr lang="en-US" altLang="ko-KR" dirty="0"/>
              <a:t>' </a:t>
            </a:r>
            <a:r>
              <a:rPr lang="ko-KR" altLang="en-US" dirty="0"/>
              <a:t>기능에 대한 잠재적 니즈가 존재한다</a:t>
            </a:r>
            <a:r>
              <a:rPr lang="en-US" altLang="ko-KR" dirty="0"/>
              <a:t>.</a:t>
            </a:r>
            <a:endParaRPr lang="ko-Kore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D1D3B3-FD51-326A-A4B7-FCE4F00BD431}"/>
              </a:ext>
            </a:extLst>
          </p:cNvPr>
          <p:cNvSpPr txBox="1"/>
          <p:nvPr/>
        </p:nvSpPr>
        <p:spPr>
          <a:xfrm>
            <a:off x="3568065" y="1583294"/>
            <a:ext cx="726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25.04.30/1</a:t>
            </a:r>
            <a:r>
              <a:rPr lang="ko-KR" altLang="en-US" b="1" dirty="0"/>
              <a:t>명</a:t>
            </a:r>
            <a:r>
              <a:rPr lang="en-US" altLang="ko-KR" b="1" dirty="0"/>
              <a:t>/</a:t>
            </a:r>
            <a:r>
              <a:rPr lang="ko-KR" altLang="en-US" b="1" dirty="0" err="1"/>
              <a:t>비대면</a:t>
            </a:r>
            <a:r>
              <a:rPr lang="en-US" altLang="ko-KR" b="1" dirty="0"/>
              <a:t>(</a:t>
            </a:r>
            <a:r>
              <a:rPr lang="ko-KR" altLang="en-US" b="1" dirty="0"/>
              <a:t>전화</a:t>
            </a:r>
            <a:r>
              <a:rPr lang="en-US" altLang="ko-KR" b="1" dirty="0"/>
              <a:t>)</a:t>
            </a:r>
            <a:endParaRPr lang="ko-Kore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757</Words>
  <Application>Microsoft Macintosh PowerPoint</Application>
  <PresentationFormat>사용자 지정</PresentationFormat>
  <Paragraphs>42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(학부생) 김지안 (컴퓨터공학과)</cp:lastModifiedBy>
  <cp:revision>8</cp:revision>
  <dcterms:created xsi:type="dcterms:W3CDTF">2025-04-24T06:43:19Z</dcterms:created>
  <dcterms:modified xsi:type="dcterms:W3CDTF">2025-05-02T13:41:45Z</dcterms:modified>
</cp:coreProperties>
</file>
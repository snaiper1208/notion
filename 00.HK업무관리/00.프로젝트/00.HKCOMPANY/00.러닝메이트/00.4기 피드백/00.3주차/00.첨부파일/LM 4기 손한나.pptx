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30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0AFF34-5661-034A-9709-4764AFCC8335}"/>
              </a:ext>
            </a:extLst>
          </p:cNvPr>
          <p:cNvSpPr txBox="1"/>
          <p:nvPr/>
        </p:nvSpPr>
        <p:spPr>
          <a:xfrm>
            <a:off x="3671888" y="2471735"/>
            <a:ext cx="12730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ore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중 신체 피로 문제와 독서대 필요성에 대한 사용자 조사</a:t>
            </a:r>
            <a:endParaRPr kumimoji="1" lang="ko-Kore-KR" altLang="en-US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AA8C61-AAB9-A341-949E-89B58CE7CD0E}"/>
              </a:ext>
            </a:extLst>
          </p:cNvPr>
          <p:cNvSpPr txBox="1"/>
          <p:nvPr/>
        </p:nvSpPr>
        <p:spPr>
          <a:xfrm>
            <a:off x="3671888" y="3452812"/>
            <a:ext cx="12730162" cy="1140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고객이 실제로 독서 중 어떤 불편을 느끼고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이를 해결할 제품을 얼마나 원하고 있는지를 수치와 경험으로 확인하기 위한 조사</a:t>
            </a:r>
            <a:endParaRPr kumimoji="1" lang="ko-Kore-KR" altLang="en-US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75402-998E-D141-997F-1266E989CE1F}"/>
              </a:ext>
            </a:extLst>
          </p:cNvPr>
          <p:cNvSpPr txBox="1"/>
          <p:nvPr/>
        </p:nvSpPr>
        <p:spPr>
          <a:xfrm>
            <a:off x="3671888" y="5525858"/>
            <a:ext cx="12730162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ore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평소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독서 생활을 즐기고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독서 문화를 즐기기 위해 도서 구입 외 비용을 지불해본 적 있는 사람</a:t>
            </a:r>
            <a:endParaRPr kumimoji="1" lang="ko-Kore-KR" altLang="en-US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C968DA-F8C9-EA44-8C52-258EFD919422}"/>
              </a:ext>
            </a:extLst>
          </p:cNvPr>
          <p:cNvSpPr txBox="1"/>
          <p:nvPr/>
        </p:nvSpPr>
        <p:spPr>
          <a:xfrm>
            <a:off x="3671888" y="7307935"/>
            <a:ext cx="12730162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2025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년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4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월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29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일 화요일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12:30~13:45,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대면 인터뷰</a:t>
            </a:r>
            <a:endParaRPr kumimoji="1" lang="ko-Kore-KR" altLang="en-US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E0D196-EA6D-AE4A-AFDF-036A7055B659}"/>
              </a:ext>
            </a:extLst>
          </p:cNvPr>
          <p:cNvSpPr txBox="1"/>
          <p:nvPr/>
        </p:nvSpPr>
        <p:spPr>
          <a:xfrm>
            <a:off x="3743325" y="2464473"/>
            <a:ext cx="12730162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나이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: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37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세</a:t>
            </a:r>
            <a:endParaRPr kumimoji="1" lang="en-US" altLang="ko-KR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성별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: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여성</a:t>
            </a:r>
            <a:endParaRPr kumimoji="1" lang="en-US" altLang="ko-KR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독서대와 </a:t>
            </a:r>
            <a:r>
              <a:rPr kumimoji="1" lang="ko-KR" altLang="en-US" sz="2400" dirty="0" err="1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거치대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10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개 이상 보유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ko-KR" altLang="en-US" sz="2400" dirty="0" err="1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독서링까지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사용</a:t>
            </a:r>
            <a:endParaRPr kumimoji="1" lang="en-US" altLang="ko-KR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한달에 책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2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권 이상 구매하고 이동중에도 독서 생활 지속</a:t>
            </a:r>
            <a:endParaRPr kumimoji="1" lang="en-US" altLang="ko-KR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818B3-7656-4E43-ADED-832C2EC5E58F}"/>
              </a:ext>
            </a:extLst>
          </p:cNvPr>
          <p:cNvSpPr txBox="1"/>
          <p:nvPr/>
        </p:nvSpPr>
        <p:spPr>
          <a:xfrm>
            <a:off x="3743325" y="5236762"/>
            <a:ext cx="12730162" cy="3001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현재 주로 독서를 하는 장소는 어디인가요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장시간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(30</a:t>
            </a: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분 이상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)</a:t>
            </a: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독서를 할 때 신체의 불편함을 느낀 적이 있나요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불편함을 느꼈다면 어느 부위에 가장 많이 </a:t>
            </a:r>
            <a:r>
              <a:rPr kumimoji="1" lang="ko-KR" altLang="en-US" sz="1600" dirty="0" err="1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느끼셨나요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 자세를 개선해주는 독서대가 있다면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어느 가격대에서 구매를 고려할 수 있나요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독서대 제품을 선택할 때 가장 중요하게 고려하는 요소는 무엇인가요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독서대 사용 전후로 예상되는 독서 시간 변화는 어떤가요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현재 독서 중 자세 불편을 느낄 때 어떻게 해결하고 계시나요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독서대 구매를 결정할 때 가장 중요하게 고려하는 요소는 무엇인가요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BB788E-D727-C348-992A-61693FB4FEE9}"/>
              </a:ext>
            </a:extLst>
          </p:cNvPr>
          <p:cNvSpPr txBox="1"/>
          <p:nvPr/>
        </p:nvSpPr>
        <p:spPr>
          <a:xfrm>
            <a:off x="3714751" y="1350047"/>
            <a:ext cx="12730162" cy="578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2025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년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4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월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29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일 화요일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1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명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</a:t>
            </a:r>
            <a:r>
              <a:rPr kumimoji="1" lang="en-US" altLang="ko-KR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12:30~13:45,</a:t>
            </a:r>
            <a:r>
              <a:rPr kumimoji="1" lang="ko-KR" altLang="en-US" sz="24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대면 인터뷰</a:t>
            </a:r>
            <a:endParaRPr kumimoji="1" lang="ko-Kore-KR" altLang="en-US" sz="24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3C78D-2993-EA4C-822D-1591488ABE07}"/>
              </a:ext>
            </a:extLst>
          </p:cNvPr>
          <p:cNvSpPr txBox="1"/>
          <p:nvPr/>
        </p:nvSpPr>
        <p:spPr>
          <a:xfrm>
            <a:off x="3714751" y="2331122"/>
            <a:ext cx="12730162" cy="517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편안한 독서 자세를 지원하는 제품이라면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 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고객은 도서나 </a:t>
            </a:r>
            <a:r>
              <a:rPr lang="ko-KR" altLang="en-US" sz="2100" dirty="0" err="1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굿즈와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동일한 심리적 가격대 수준으로 지출할 의향이 있다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.</a:t>
            </a:r>
            <a:endParaRPr kumimoji="1" lang="ko-Kore-KR" altLang="en-US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D01EE-1C53-5947-AE82-F7E8F2527D2B}"/>
              </a:ext>
            </a:extLst>
          </p:cNvPr>
          <p:cNvSpPr txBox="1"/>
          <p:nvPr/>
        </p:nvSpPr>
        <p:spPr>
          <a:xfrm>
            <a:off x="3714751" y="3935306"/>
            <a:ext cx="12730162" cy="1002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집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(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테이블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)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에서 주로 책을 읽으며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목과 어깨에 부담을 느끼고 기능성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(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자세교정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,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각도조절</a:t>
            </a:r>
            <a:r>
              <a:rPr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)</a:t>
            </a:r>
            <a:r>
              <a:rPr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을 가장 중요시하며</a:t>
            </a:r>
            <a:endParaRPr lang="en-US" altLang="ko-KR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kumimoji="1"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3</a:t>
            </a: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만 원 이하 가격대에서 구매를 고려한다</a:t>
            </a:r>
            <a:r>
              <a:rPr kumimoji="1"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.</a:t>
            </a:r>
            <a:endParaRPr kumimoji="1" lang="ko-Kore-KR" altLang="en-US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1251D2-042C-2B41-9836-2D9014CBFF6D}"/>
              </a:ext>
            </a:extLst>
          </p:cNvPr>
          <p:cNvSpPr txBox="1"/>
          <p:nvPr/>
        </p:nvSpPr>
        <p:spPr>
          <a:xfrm>
            <a:off x="3714751" y="5902959"/>
            <a:ext cx="6243637" cy="2826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디자인보다</a:t>
            </a: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기능성을 우선한다</a:t>
            </a:r>
            <a:endParaRPr kumimoji="1" lang="en-US" altLang="ko-KR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기능이 많아도 </a:t>
            </a:r>
            <a:r>
              <a:rPr kumimoji="1"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3~5</a:t>
            </a: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만 원대 제품을 희망한다 </a:t>
            </a:r>
            <a:endParaRPr kumimoji="1" lang="en-US" altLang="ko-KR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책을 이동중에 많이 읽는다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(</a:t>
            </a: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인터뷰이 선정과정에서 </a:t>
            </a:r>
            <a:r>
              <a:rPr kumimoji="1" lang="ko-KR" altLang="en-US" sz="1600" dirty="0" err="1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알게됨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장시간 독서를 위해 방법을 찾는다</a:t>
            </a:r>
            <a:endParaRPr kumimoji="1" lang="en-US" altLang="ko-KR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      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(</a:t>
            </a:r>
            <a:r>
              <a:rPr kumimoji="1" lang="ko-KR" altLang="en-US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책장 위에 올려놓고 서서 보기 등</a:t>
            </a:r>
            <a:r>
              <a:rPr kumimoji="1" lang="en-US" altLang="ko-KR" sz="16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ko-Kore-KR" altLang="en-US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1430C-BDB4-D94A-808C-EE13EC03B390}"/>
              </a:ext>
            </a:extLst>
          </p:cNvPr>
          <p:cNvSpPr txBox="1"/>
          <p:nvPr/>
        </p:nvSpPr>
        <p:spPr>
          <a:xfrm>
            <a:off x="10201276" y="5912160"/>
            <a:ext cx="6243637" cy="245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독서의</a:t>
            </a: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 지속 시간은 자세 편안함에 직접적으로 연결되어 있다</a:t>
            </a:r>
            <a:r>
              <a:rPr kumimoji="1" lang="en-US" altLang="ko-KR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제대로 해결된 솔루션의 제품이 없어 고객은 버티거나 계속 새로운 제품을 찾았다</a:t>
            </a:r>
            <a:endParaRPr kumimoji="1" lang="en-US" altLang="ko-KR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100" dirty="0">
                <a:latin typeface="Arita-dotum(TTF)-Medium" panose="02020603020101020101" pitchFamily="18" charset="-127"/>
                <a:ea typeface="Arita-dotum(TTF)-Medium" panose="02020603020101020101" pitchFamily="18" charset="-127"/>
              </a:rPr>
              <a:t>휴대성과 유연성이 필요하다</a:t>
            </a:r>
            <a:endParaRPr kumimoji="1" lang="ko-Kore-KR" altLang="en-US" sz="2100" dirty="0">
              <a:latin typeface="Arita-dotum(TTF)-Medium" panose="02020603020101020101" pitchFamily="18" charset="-127"/>
              <a:ea typeface="Arita-dotum(TTF)-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290</Words>
  <Application>Microsoft Macintosh PowerPoint</Application>
  <PresentationFormat>사용자 지정</PresentationFormat>
  <Paragraphs>33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Arita-dotum(TTF)-Medium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Microsoft Office User</cp:lastModifiedBy>
  <cp:revision>4</cp:revision>
  <dcterms:created xsi:type="dcterms:W3CDTF">2025-04-24T06:43:19Z</dcterms:created>
  <dcterms:modified xsi:type="dcterms:W3CDTF">2025-04-29T04:29:55Z</dcterms:modified>
</cp:coreProperties>
</file>
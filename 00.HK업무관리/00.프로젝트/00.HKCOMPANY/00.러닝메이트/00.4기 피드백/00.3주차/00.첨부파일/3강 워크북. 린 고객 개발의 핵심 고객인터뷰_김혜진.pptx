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4" r:id="rId5"/>
    <p:sldId id="262" r:id="rId6"/>
    <p:sldId id="263" r:id="rId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31"/>
    <p:restoredTop sz="94610"/>
  </p:normalViewPr>
  <p:slideViewPr>
    <p:cSldViewPr snapToGrid="0" snapToObjects="1">
      <p:cViewPr>
        <p:scale>
          <a:sx n="40" d="100"/>
          <a:sy n="40" d="100"/>
        </p:scale>
        <p:origin x="32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83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8FC6-15E4-FD6D-370B-023EA4DE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90E35-C015-CABE-96B9-EA4CD4D11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44B0F-063E-7783-BA85-6AF9FA47B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880FC-3196-7985-6DEC-32E2ADAA1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29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5AA8F3-DA5F-FF79-41CE-7B9DEFD2A475}"/>
              </a:ext>
            </a:extLst>
          </p:cNvPr>
          <p:cNvSpPr txBox="1"/>
          <p:nvPr/>
        </p:nvSpPr>
        <p:spPr>
          <a:xfrm>
            <a:off x="3589866" y="2523068"/>
            <a:ext cx="128185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"</a:t>
            </a:r>
            <a:r>
              <a:rPr lang="ko-KR" altLang="en-US" sz="2000" b="1" dirty="0"/>
              <a:t>진로 </a:t>
            </a:r>
            <a:r>
              <a:rPr lang="ko-KR" altLang="en-US" sz="2000" b="1" dirty="0" err="1"/>
              <a:t>미설정</a:t>
            </a:r>
            <a:r>
              <a:rPr lang="ko-KR" altLang="en-US" sz="2000" b="1" dirty="0"/>
              <a:t> 경험과 정체성 위기가 청년에게 미치는 심리적 영향 탐색 인터뷰</a:t>
            </a:r>
            <a:r>
              <a:rPr lang="en-US" altLang="ko-KR" sz="2000" b="1" dirty="0"/>
              <a:t>"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420F9-20B0-3778-3CEE-EFB30727E67A}"/>
              </a:ext>
            </a:extLst>
          </p:cNvPr>
          <p:cNvSpPr txBox="1"/>
          <p:nvPr/>
        </p:nvSpPr>
        <p:spPr>
          <a:xfrm>
            <a:off x="3589864" y="3661601"/>
            <a:ext cx="12818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목적</a:t>
            </a:r>
            <a:r>
              <a:rPr lang="en-US" altLang="ko-KR" dirty="0"/>
              <a:t>:</a:t>
            </a:r>
            <a:r>
              <a:rPr lang="ko-KR" altLang="en-US" dirty="0"/>
              <a:t> 진로 미설정과 정체성 혼란을 겪는 청년이 실제로 어떤 문제를 경험하고 있으며</a:t>
            </a:r>
            <a:r>
              <a:rPr lang="en-US" altLang="ko-KR" dirty="0"/>
              <a:t>,</a:t>
            </a:r>
            <a:r>
              <a:rPr lang="ko-KR" altLang="en-US" dirty="0"/>
              <a:t> 그 문제를 해결하기 위한 루틴 기반 자기이해 서비스에 수요와 실행 의지가 있는지를 검증하는 것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목표</a:t>
            </a:r>
            <a:r>
              <a:rPr lang="en-US" altLang="ko-KR" dirty="0"/>
              <a:t>:</a:t>
            </a:r>
            <a:r>
              <a:rPr lang="ko-KR" altLang="en-US" dirty="0"/>
              <a:t> 진로 혼란과 정체성 위기를 겪은 청년이 루틴 기반 자기이해 서비스에 실제로 필요와 의지가 있는지를 확인하는 것</a:t>
            </a:r>
            <a:r>
              <a:rPr lang="en-US" altLang="ko-KR" dirty="0"/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3FB24-EB92-9AD7-8000-9D4CD1EDA3D8}"/>
              </a:ext>
            </a:extLst>
          </p:cNvPr>
          <p:cNvSpPr txBox="1"/>
          <p:nvPr/>
        </p:nvSpPr>
        <p:spPr>
          <a:xfrm>
            <a:off x="3589865" y="5323355"/>
            <a:ext cx="8935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취업 유예</a:t>
            </a:r>
            <a:r>
              <a:rPr lang="en-US" altLang="ko-KR" dirty="0"/>
              <a:t>, </a:t>
            </a:r>
            <a:r>
              <a:rPr lang="ko-KR" altLang="en-US" dirty="0"/>
              <a:t>전공 후회</a:t>
            </a:r>
            <a:r>
              <a:rPr lang="en-US" altLang="ko-KR" dirty="0"/>
              <a:t>, </a:t>
            </a:r>
            <a:r>
              <a:rPr lang="ko-KR" altLang="en-US" dirty="0"/>
              <a:t>직업</a:t>
            </a:r>
            <a:r>
              <a:rPr lang="en-US" altLang="ko-KR" dirty="0"/>
              <a:t>/</a:t>
            </a:r>
            <a:r>
              <a:rPr lang="ko-KR" altLang="en-US" dirty="0"/>
              <a:t>진로를 여러 번 바꾼 경험이 있는 사람</a:t>
            </a:r>
            <a:endParaRPr lang="en-GB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자기탐색 프로그램</a:t>
            </a:r>
            <a:r>
              <a:rPr lang="en-US" altLang="ko-KR" dirty="0"/>
              <a:t>(</a:t>
            </a:r>
            <a:r>
              <a:rPr lang="ko-KR" altLang="en-US" dirty="0"/>
              <a:t>진단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/>
              <a:t>멘토링</a:t>
            </a:r>
            <a:r>
              <a:rPr lang="en-US" altLang="ko-KR" dirty="0"/>
              <a:t>, </a:t>
            </a:r>
            <a:r>
              <a:rPr lang="ko-KR" altLang="en-US" dirty="0"/>
              <a:t>진로 캠프 등</a:t>
            </a:r>
            <a:r>
              <a:rPr lang="en-US" altLang="ko-KR" dirty="0"/>
              <a:t>)</a:t>
            </a:r>
            <a:r>
              <a:rPr lang="ko-KR" altLang="en-US" dirty="0"/>
              <a:t>을 경험한 적이 있는 사람</a:t>
            </a:r>
          </a:p>
          <a:p>
            <a:r>
              <a:rPr lang="en-US" altLang="ko-KR" dirty="0"/>
              <a:t>3.</a:t>
            </a:r>
            <a:r>
              <a:rPr lang="ko-KR" altLang="en-US" dirty="0"/>
              <a:t> 진로 고민으로 자존감 저하</a:t>
            </a:r>
            <a:r>
              <a:rPr lang="en-US" altLang="ko-KR" dirty="0"/>
              <a:t>, </a:t>
            </a:r>
            <a:r>
              <a:rPr lang="ko-KR" altLang="en-US" dirty="0"/>
              <a:t>정체성 혼란</a:t>
            </a:r>
            <a:r>
              <a:rPr lang="en-US" altLang="ko-KR" dirty="0"/>
              <a:t>, </a:t>
            </a:r>
            <a:r>
              <a:rPr lang="ko-KR" altLang="en-US" dirty="0"/>
              <a:t>무기력감 등을 경험한 사람</a:t>
            </a:r>
            <a:endParaRPr lang="en-GB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 자기 계발에는 관심이 있지만 루틴 실행이나 지속적 동기부여에 어려움을 겪는 사람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E3120-83A1-D2F2-8BB7-AD226378E629}"/>
              </a:ext>
            </a:extLst>
          </p:cNvPr>
          <p:cNvSpPr txBox="1"/>
          <p:nvPr/>
        </p:nvSpPr>
        <p:spPr>
          <a:xfrm>
            <a:off x="3589865" y="7400607"/>
            <a:ext cx="12818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일시</a:t>
            </a:r>
            <a:r>
              <a:rPr lang="en-US" altLang="ko-KR" dirty="0"/>
              <a:t>/</a:t>
            </a:r>
            <a:r>
              <a:rPr lang="ko-KR" altLang="en-US" dirty="0"/>
              <a:t>시간</a:t>
            </a:r>
            <a:r>
              <a:rPr lang="en-US" altLang="ko-KR" dirty="0"/>
              <a:t>:</a:t>
            </a:r>
            <a:r>
              <a:rPr lang="ko-KR" altLang="en-US" dirty="0"/>
              <a:t> 추후 인터뷰이와 일정을 맞춰 진행</a:t>
            </a:r>
            <a:endParaRPr lang="en-GB" altLang="ko-KR" dirty="0"/>
          </a:p>
          <a:p>
            <a:r>
              <a:rPr lang="ko-KR" altLang="en-US" dirty="0"/>
              <a:t>방식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 줌 인터뷰</a:t>
            </a:r>
            <a:r>
              <a:rPr lang="en-US" altLang="ko-KR" dirty="0"/>
              <a:t>,</a:t>
            </a:r>
            <a:r>
              <a:rPr lang="ko-KR" altLang="en-US" dirty="0"/>
              <a:t> 사전 동의 후 음성 녹음 </a:t>
            </a:r>
            <a:r>
              <a:rPr lang="en-US" altLang="ko-KR" dirty="0"/>
              <a:t>(</a:t>
            </a:r>
            <a:r>
              <a:rPr lang="ko-KR" altLang="en-US" dirty="0"/>
              <a:t>후속 분석용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GB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643F0E-CDA7-08D3-C6AC-47A5D012D2A7}"/>
              </a:ext>
            </a:extLst>
          </p:cNvPr>
          <p:cNvSpPr txBox="1"/>
          <p:nvPr/>
        </p:nvSpPr>
        <p:spPr>
          <a:xfrm>
            <a:off x="3555547" y="2352437"/>
            <a:ext cx="52225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기본 정보</a:t>
            </a:r>
            <a:endParaRPr lang="en-GB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  <a:p>
            <a:r>
              <a:rPr lang="ko-KR" altLang="en-US" b="1" dirty="0"/>
              <a:t>연령대</a:t>
            </a:r>
            <a:r>
              <a:rPr lang="en-US" altLang="ko-KR" dirty="0"/>
              <a:t>: 20</a:t>
            </a:r>
            <a:r>
              <a:rPr lang="ko-KR" altLang="en-US" dirty="0"/>
              <a:t>대 </a:t>
            </a:r>
            <a:r>
              <a:rPr lang="ko-KR" altLang="en-US" dirty="0" err="1"/>
              <a:t>중후반</a:t>
            </a:r>
            <a:r>
              <a:rPr lang="ko-KR" altLang="en-US" dirty="0"/>
              <a:t> </a:t>
            </a:r>
            <a:r>
              <a:rPr lang="en-US" altLang="ko-KR" dirty="0"/>
              <a:t>~ 30</a:t>
            </a:r>
            <a:r>
              <a:rPr lang="ko-KR" altLang="en-US" dirty="0"/>
              <a:t>대 초반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25</a:t>
            </a:r>
            <a:r>
              <a:rPr lang="ko-KR" altLang="en-US" dirty="0"/>
              <a:t>세</a:t>
            </a:r>
            <a:r>
              <a:rPr lang="en-US" altLang="ko-KR" dirty="0"/>
              <a:t>~33</a:t>
            </a:r>
            <a:r>
              <a:rPr lang="ko-KR" altLang="en-US" dirty="0"/>
              <a:t>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>
              <a:buNone/>
            </a:pPr>
            <a:r>
              <a:rPr lang="ko-KR" altLang="en-US" b="1" dirty="0"/>
              <a:t>현재 상황 예시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아르바이트</a:t>
            </a:r>
            <a:r>
              <a:rPr lang="en-US" altLang="ko-KR" dirty="0"/>
              <a:t>, </a:t>
            </a:r>
            <a:r>
              <a:rPr lang="ko-KR" altLang="en-US" dirty="0"/>
              <a:t>단기 계약직 등으로 일시적 생계유지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이직 준비 중이나 확신이 없음</a:t>
            </a: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쉬고 있거나 진로 탐색 중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>
              <a:buNone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4E8D5-BF7E-4127-D0B7-E9415B62C6B1}"/>
              </a:ext>
            </a:extLst>
          </p:cNvPr>
          <p:cNvSpPr txBox="1"/>
          <p:nvPr/>
        </p:nvSpPr>
        <p:spPr>
          <a:xfrm>
            <a:off x="9025617" y="2352437"/>
            <a:ext cx="7368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과거에 시도한 것들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진로 진단 검사나 자기계발 콘텐츠를 접해보았지만</a:t>
            </a:r>
            <a:r>
              <a:rPr lang="en-US" altLang="ko-KR" dirty="0"/>
              <a:t>, </a:t>
            </a:r>
            <a:r>
              <a:rPr lang="ko-KR" altLang="en-US" dirty="0"/>
              <a:t>실행이나 변화로 이어지지 않았다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None/>
            </a:pPr>
            <a:r>
              <a:rPr lang="ko-KR" altLang="en-US" b="1" dirty="0"/>
              <a:t>겪은 문제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무엇을 해야 할지는 말해주지 않는 구조 속에서 혼란과 무력감을 반복적으로 경험했다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None/>
            </a:pPr>
            <a:r>
              <a:rPr lang="ko-KR" altLang="en-US" b="1" dirty="0"/>
              <a:t>현재 니즈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정체성과 진로를 연결해주고</a:t>
            </a:r>
            <a:r>
              <a:rPr lang="en-US" altLang="ko-KR" dirty="0"/>
              <a:t>, </a:t>
            </a:r>
            <a:r>
              <a:rPr lang="ko-KR" altLang="en-US" dirty="0"/>
              <a:t>루틴과 피드백을 통해 지속 가능한 성장을 돕는 구조를 원한다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None/>
            </a:pP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70B3F-2C18-C2C8-742E-D8AE3F8A56C6}"/>
              </a:ext>
            </a:extLst>
          </p:cNvPr>
          <p:cNvSpPr txBox="1"/>
          <p:nvPr/>
        </p:nvSpPr>
        <p:spPr>
          <a:xfrm>
            <a:off x="3673929" y="5094515"/>
            <a:ext cx="127199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(</a:t>
            </a:r>
            <a:r>
              <a:rPr lang="ko-KR" altLang="en-US" b="1" dirty="0"/>
              <a:t>진로</a:t>
            </a:r>
            <a:r>
              <a:rPr lang="en-US" altLang="ko-KR" b="1" dirty="0"/>
              <a:t>/</a:t>
            </a:r>
            <a:r>
              <a:rPr lang="ko-KR" altLang="en-US" b="1" dirty="0"/>
              <a:t>정체성 관련 여부 확인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en-GB" altLang="ko-KR" dirty="0"/>
              <a:t>Q1. </a:t>
            </a:r>
            <a:r>
              <a:rPr lang="ko-KR" altLang="en-US" dirty="0"/>
              <a:t>“요즘 자주 드는 고민이나 생각이 어떤 건가요</a:t>
            </a:r>
            <a:r>
              <a:rPr lang="en-US" altLang="ko-KR" dirty="0"/>
              <a:t>?”</a:t>
            </a:r>
          </a:p>
          <a:p>
            <a:pPr>
              <a:buNone/>
            </a:pPr>
            <a:r>
              <a:rPr lang="en-US" altLang="ko-KR" b="1" dirty="0"/>
              <a:t>(</a:t>
            </a:r>
            <a:r>
              <a:rPr lang="ko-KR" altLang="en-US" b="1" dirty="0"/>
              <a:t>자존감</a:t>
            </a:r>
            <a:r>
              <a:rPr lang="en-US" altLang="ko-KR" b="1" dirty="0"/>
              <a:t>/</a:t>
            </a:r>
            <a:r>
              <a:rPr lang="ko-KR" altLang="en-US" b="1" dirty="0"/>
              <a:t>혼란 가설 검증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en-US" altLang="ko-KR" dirty="0"/>
              <a:t>Q2. </a:t>
            </a:r>
            <a:r>
              <a:rPr lang="ko-KR" altLang="en-US" dirty="0"/>
              <a:t>“살면서 진로나 일에 대해 가장 막막했던 순간은 </a:t>
            </a:r>
            <a:r>
              <a:rPr lang="ko-KR" altLang="en-US" dirty="0" err="1"/>
              <a:t>언제였고</a:t>
            </a:r>
            <a:r>
              <a:rPr lang="en-US" altLang="ko-KR" dirty="0"/>
              <a:t>, </a:t>
            </a:r>
            <a:r>
              <a:rPr lang="ko-KR" altLang="en-US" dirty="0"/>
              <a:t>그때 어떤 기분이 들었나요</a:t>
            </a:r>
            <a:r>
              <a:rPr lang="en-US" altLang="ko-KR" dirty="0"/>
              <a:t>?”</a:t>
            </a:r>
          </a:p>
          <a:p>
            <a:pPr>
              <a:buNone/>
            </a:pPr>
            <a:r>
              <a:rPr lang="en-US" altLang="ko-KR" b="1" dirty="0"/>
              <a:t>(</a:t>
            </a:r>
            <a:r>
              <a:rPr lang="ko-KR" altLang="en-US" b="1" dirty="0"/>
              <a:t>시도 여부 </a:t>
            </a:r>
            <a:r>
              <a:rPr lang="en-US" altLang="ko-KR" b="1" dirty="0"/>
              <a:t>+</a:t>
            </a:r>
            <a:r>
              <a:rPr lang="ko-KR" altLang="en-US" b="1" dirty="0"/>
              <a:t> 구체 사례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ko-KR" altLang="en-US" dirty="0"/>
              <a:t>“그런 고민을 해결하려고 시도해봤던 활동이나 콘텐츠가 있다면 어떤 것들이 있었나요</a:t>
            </a:r>
            <a:r>
              <a:rPr lang="en-US" altLang="ko-KR" dirty="0"/>
              <a:t>?”</a:t>
            </a:r>
          </a:p>
          <a:p>
            <a:pPr>
              <a:buNone/>
            </a:pPr>
            <a:r>
              <a:rPr lang="en-US" altLang="ko-KR" b="1" dirty="0"/>
              <a:t>(</a:t>
            </a:r>
            <a:r>
              <a:rPr lang="ko-KR" altLang="en-US" b="1" dirty="0"/>
              <a:t>루틴</a:t>
            </a:r>
            <a:r>
              <a:rPr lang="en-US" altLang="ko-KR" b="1" dirty="0"/>
              <a:t>/</a:t>
            </a:r>
            <a:r>
              <a:rPr lang="ko-KR" altLang="en-US" b="1" dirty="0"/>
              <a:t>피드백 필요성 도출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  <a:endParaRPr lang="en-GB" altLang="ko-KR" dirty="0"/>
          </a:p>
          <a:p>
            <a:pPr>
              <a:buNone/>
            </a:pPr>
            <a:r>
              <a:rPr lang="en-US" altLang="ko-KR" dirty="0"/>
              <a:t>“</a:t>
            </a:r>
            <a:r>
              <a:rPr lang="ko-KR" altLang="en-US" dirty="0"/>
              <a:t>그 시도들 중에서 잘 이어지지 않았던 이유는 뭐였다고 느끼셨어요</a:t>
            </a:r>
            <a:r>
              <a:rPr lang="en-US" altLang="ko-KR" dirty="0"/>
              <a:t>?”</a:t>
            </a:r>
          </a:p>
          <a:p>
            <a:pPr>
              <a:buNone/>
            </a:pPr>
            <a:r>
              <a:rPr lang="en-US" altLang="ko-KR" b="1" dirty="0"/>
              <a:t>(</a:t>
            </a:r>
            <a:r>
              <a:rPr lang="en-GB" b="1" dirty="0"/>
              <a:t>MVP </a:t>
            </a:r>
            <a:r>
              <a:rPr lang="ko-KR" altLang="en-US" b="1" dirty="0"/>
              <a:t>형태에 대한 반응 </a:t>
            </a:r>
            <a:r>
              <a:rPr lang="en-US" altLang="ko-KR" b="1" dirty="0"/>
              <a:t>+ </a:t>
            </a:r>
            <a:r>
              <a:rPr lang="ko-KR" altLang="en-US" b="1" dirty="0"/>
              <a:t>니즈 파악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ko-KR" altLang="en-US" dirty="0"/>
              <a:t>“진로를 잡는 데 도움이 되도록</a:t>
            </a:r>
            <a:r>
              <a:rPr lang="en-US" altLang="ko-KR" dirty="0"/>
              <a:t>,</a:t>
            </a:r>
            <a:r>
              <a:rPr lang="ko-KR" altLang="en-US" dirty="0"/>
              <a:t> 매주 한 가지 자기이해 미션을 하고</a:t>
            </a:r>
            <a:r>
              <a:rPr lang="en-US" altLang="ko-KR" dirty="0"/>
              <a:t>, </a:t>
            </a:r>
            <a:r>
              <a:rPr lang="ko-KR" altLang="en-US" dirty="0"/>
              <a:t>그 결과에 대해 피드백을 받는 프로그램이 있다면</a:t>
            </a:r>
            <a:r>
              <a:rPr lang="en-US" altLang="ko-KR" dirty="0"/>
              <a:t>,</a:t>
            </a:r>
            <a:r>
              <a:rPr lang="ko-KR" altLang="en-US" dirty="0"/>
              <a:t> 어떤 점이 본인에게 가장 도움이 될 것 같나요</a:t>
            </a:r>
            <a:r>
              <a:rPr lang="en-US" altLang="ko-KR" dirty="0"/>
              <a:t>?”</a:t>
            </a:r>
          </a:p>
          <a:p>
            <a:r>
              <a:rPr lang="en-US" altLang="ko-KR" b="1" dirty="0"/>
              <a:t>(</a:t>
            </a:r>
            <a:r>
              <a:rPr lang="ko-KR" altLang="en-US" b="1" dirty="0"/>
              <a:t>서비스의 필요성 검증</a:t>
            </a:r>
            <a:r>
              <a:rPr lang="en-US" altLang="ko-KR" b="1" dirty="0"/>
              <a:t>)</a:t>
            </a:r>
            <a:br>
              <a:rPr lang="ko-KR" altLang="en-US" dirty="0"/>
            </a:br>
            <a:r>
              <a:rPr lang="ko-KR" altLang="en-US" dirty="0"/>
              <a:t>“요즘처럼 고민이 반복될 때</a:t>
            </a:r>
            <a:r>
              <a:rPr lang="en-US" altLang="ko-KR" dirty="0"/>
              <a:t>, </a:t>
            </a:r>
            <a:r>
              <a:rPr lang="ko-KR" altLang="en-US" dirty="0"/>
              <a:t>진짜 도움이 된다고 느낄 만한 지원 방식은 어떤 걸까요</a:t>
            </a:r>
            <a:r>
              <a:rPr lang="en-US" altLang="ko-KR" dirty="0"/>
              <a:t>?”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FA25-D1C4-C7E4-4930-65352498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AFF2B62-66DF-0BFA-EB98-129085A64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A871D-ABB2-30A7-8C8F-5E5373C4CDB4}"/>
              </a:ext>
            </a:extLst>
          </p:cNvPr>
          <p:cNvSpPr txBox="1"/>
          <p:nvPr/>
        </p:nvSpPr>
        <p:spPr>
          <a:xfrm>
            <a:off x="3555547" y="2352437"/>
            <a:ext cx="52225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기본 정보</a:t>
            </a:r>
            <a:endParaRPr lang="en-GB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  <a:p>
            <a:r>
              <a:rPr lang="ko-KR" altLang="en-US" b="1" dirty="0"/>
              <a:t>연령대</a:t>
            </a:r>
            <a:r>
              <a:rPr lang="en-US" altLang="ko-KR" dirty="0"/>
              <a:t>: 20</a:t>
            </a:r>
            <a:r>
              <a:rPr lang="ko-KR" altLang="en-US" dirty="0"/>
              <a:t>대 </a:t>
            </a:r>
            <a:r>
              <a:rPr lang="ko-KR" altLang="en-US" dirty="0" err="1"/>
              <a:t>중후반</a:t>
            </a:r>
            <a:r>
              <a:rPr lang="ko-KR" altLang="en-US" dirty="0"/>
              <a:t> </a:t>
            </a:r>
            <a:r>
              <a:rPr lang="en-US" altLang="ko-KR" dirty="0"/>
              <a:t>~ 30</a:t>
            </a:r>
            <a:r>
              <a:rPr lang="ko-KR" altLang="en-US" dirty="0"/>
              <a:t>대 초반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25</a:t>
            </a:r>
            <a:r>
              <a:rPr lang="ko-KR" altLang="en-US" dirty="0"/>
              <a:t>세</a:t>
            </a:r>
            <a:r>
              <a:rPr lang="en-US" altLang="ko-KR" dirty="0"/>
              <a:t>~33</a:t>
            </a:r>
            <a:r>
              <a:rPr lang="ko-KR" altLang="en-US" dirty="0"/>
              <a:t>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>
              <a:buNone/>
            </a:pPr>
            <a:r>
              <a:rPr lang="ko-KR" altLang="en-US" b="1" dirty="0"/>
              <a:t>현재 상황 예시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아르바이트</a:t>
            </a:r>
            <a:r>
              <a:rPr lang="en-US" altLang="ko-KR" dirty="0"/>
              <a:t>, </a:t>
            </a:r>
            <a:r>
              <a:rPr lang="ko-KR" altLang="en-US" dirty="0"/>
              <a:t>단기 계약직 등으로 일시적 생계유지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이직 준비 중이나 확신이 없음</a:t>
            </a: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쉬고 있거나 진로 탐색 중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>
              <a:buNone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CF333-88B4-DC05-029E-8748F854C9E5}"/>
              </a:ext>
            </a:extLst>
          </p:cNvPr>
          <p:cNvSpPr txBox="1"/>
          <p:nvPr/>
        </p:nvSpPr>
        <p:spPr>
          <a:xfrm>
            <a:off x="9025617" y="2352437"/>
            <a:ext cx="7368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과거에 시도한 것들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진로 진단 검사나 자기계발 콘텐츠를 접해보았지만</a:t>
            </a:r>
            <a:r>
              <a:rPr lang="en-US" altLang="ko-KR" dirty="0"/>
              <a:t>, </a:t>
            </a:r>
            <a:r>
              <a:rPr lang="ko-KR" altLang="en-US" dirty="0"/>
              <a:t>실행이나 변화로 이어지지 않았다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None/>
            </a:pPr>
            <a:r>
              <a:rPr lang="ko-KR" altLang="en-US" b="1" dirty="0"/>
              <a:t>겪은 문제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무엇을 해야 할지는 말해주지 않는 구조 속에서 혼란과 무력감을 반복적으로 경험했다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None/>
            </a:pPr>
            <a:r>
              <a:rPr lang="ko-KR" altLang="en-US" b="1" dirty="0"/>
              <a:t>현재 니즈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정체성과 진로를 연결해주고</a:t>
            </a:r>
            <a:r>
              <a:rPr lang="en-US" altLang="ko-KR" dirty="0"/>
              <a:t>, </a:t>
            </a:r>
            <a:r>
              <a:rPr lang="ko-KR" altLang="en-US" dirty="0"/>
              <a:t>루틴과 피드백을 통해 지속 가능한 성장을 돕는 구조를 원한다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None/>
            </a:pP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6CD75-4DE3-5B3C-54D5-9E8C8B4DE044}"/>
              </a:ext>
            </a:extLst>
          </p:cNvPr>
          <p:cNvSpPr txBox="1"/>
          <p:nvPr/>
        </p:nvSpPr>
        <p:spPr>
          <a:xfrm>
            <a:off x="3673929" y="5094515"/>
            <a:ext cx="127199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(</a:t>
            </a:r>
            <a:r>
              <a:rPr lang="ko-KR" altLang="en-US" b="1" dirty="0"/>
              <a:t>루틴 경험 회상</a:t>
            </a:r>
            <a:r>
              <a:rPr lang="en-US" altLang="ko-KR" b="1" dirty="0"/>
              <a:t>)</a:t>
            </a:r>
          </a:p>
          <a:p>
            <a:pPr>
              <a:buNone/>
            </a:pPr>
            <a:r>
              <a:rPr lang="en-US" altLang="ko-KR" dirty="0"/>
              <a:t>“</a:t>
            </a:r>
            <a:r>
              <a:rPr lang="ko-KR" altLang="en-US" dirty="0"/>
              <a:t>과거에 뭔가를 꾸준히 해본 적이 있다면</a:t>
            </a:r>
            <a:r>
              <a:rPr lang="en-US" altLang="ko-KR" dirty="0"/>
              <a:t>, </a:t>
            </a:r>
            <a:r>
              <a:rPr lang="ko-KR" altLang="en-US" dirty="0"/>
              <a:t>어떤 방식이 도움이 되었던 것 같나요</a:t>
            </a:r>
            <a:r>
              <a:rPr lang="en-US" altLang="ko-KR" dirty="0"/>
              <a:t>?”</a:t>
            </a:r>
            <a:endParaRPr lang="en-GB" altLang="ko-KR" dirty="0"/>
          </a:p>
          <a:p>
            <a:pPr>
              <a:buNone/>
            </a:pPr>
            <a:endParaRPr lang="ko-KR" altLang="en-US" dirty="0"/>
          </a:p>
          <a:p>
            <a:pPr>
              <a:buNone/>
            </a:pPr>
            <a:r>
              <a:rPr lang="en-US" altLang="ko-KR" b="1" dirty="0"/>
              <a:t>(</a:t>
            </a:r>
            <a:r>
              <a:rPr lang="ko-KR" altLang="en-US" b="1" dirty="0"/>
              <a:t>실행 유지 요인 파악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스스로 뭔가를 지속하기 어려웠던 적이 있다면</a:t>
            </a:r>
            <a:r>
              <a:rPr lang="en-US" altLang="ko-KR" dirty="0"/>
              <a:t>, </a:t>
            </a:r>
            <a:r>
              <a:rPr lang="ko-KR" altLang="en-US" dirty="0"/>
              <a:t>어떤 지원이 있었으면 더 이어졌을 것 같아요</a:t>
            </a:r>
            <a:r>
              <a:rPr lang="en-US" altLang="ko-KR" dirty="0"/>
              <a:t>?”</a:t>
            </a:r>
            <a:br>
              <a:rPr lang="ko-KR" altLang="en-US" dirty="0"/>
            </a:br>
            <a:endParaRPr lang="en-GB" altLang="ko-KR" dirty="0"/>
          </a:p>
          <a:p>
            <a:r>
              <a:rPr lang="en-US" alt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(</a:t>
            </a:r>
            <a:r>
              <a:rPr 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콘텐츠</a:t>
            </a:r>
            <a:r>
              <a:rPr lang="ko-KR" sz="1800" b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형태에</a:t>
            </a:r>
            <a:r>
              <a:rPr lang="ko-KR" sz="1800" b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따른</a:t>
            </a:r>
            <a:r>
              <a:rPr lang="ko-KR" sz="1800" b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결제</a:t>
            </a:r>
            <a:r>
              <a:rPr lang="ko-KR" sz="1800" b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의향</a:t>
            </a:r>
            <a:r>
              <a:rPr lang="ko-KR" sz="1800" b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확인</a:t>
            </a:r>
            <a:r>
              <a:rPr lang="en-US" altLang="ko-KR" sz="1800" b="1" dirty="0"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)</a:t>
            </a:r>
            <a:endParaRPr lang="en-GB" altLang="ko-KR" sz="1800" b="1" dirty="0"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Q7.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교육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콘텐츠를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선택할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때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다음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중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어떤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요소가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가장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영향을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미쳤나요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? </a:t>
            </a:r>
          </a:p>
          <a:p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Q8. SNS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후기나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유튜브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리뷰가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포함된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콘텐츠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소개를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보면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결제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의향이</a:t>
            </a:r>
            <a:r>
              <a:rPr lang="ko-KR" sz="1800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ko-K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달라지시나요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? </a:t>
            </a:r>
            <a:endParaRPr lang="ko-KR" altLang="en-US" b="1" dirty="0"/>
          </a:p>
          <a:p>
            <a:pPr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246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032D85-AAF8-204B-B377-8ADAE986FB27}"/>
              </a:ext>
            </a:extLst>
          </p:cNvPr>
          <p:cNvSpPr txBox="1"/>
          <p:nvPr/>
        </p:nvSpPr>
        <p:spPr>
          <a:xfrm>
            <a:off x="3493477" y="1547446"/>
            <a:ext cx="13036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25.05.02 / 2</a:t>
            </a:r>
            <a:r>
              <a:rPr lang="ko-KR" altLang="en-US" sz="2000" dirty="0"/>
              <a:t>명</a:t>
            </a:r>
            <a:r>
              <a:rPr lang="en-US" altLang="ko-KR" sz="2000" dirty="0"/>
              <a:t>/</a:t>
            </a:r>
            <a:r>
              <a:rPr lang="ko-KR" altLang="en-US" sz="2000" dirty="0"/>
              <a:t> 대면 인터뷰 진행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내듀</a:t>
            </a:r>
            <a:r>
              <a:rPr lang="en-US" altLang="ko-KR" sz="2000" dirty="0"/>
              <a:t>_</a:t>
            </a:r>
            <a:r>
              <a:rPr lang="ko-KR" altLang="en-US" sz="2000" dirty="0"/>
              <a:t>고객</a:t>
            </a:r>
            <a:r>
              <a:rPr lang="en-US" altLang="ko-KR" sz="2000" dirty="0"/>
              <a:t>_</a:t>
            </a:r>
            <a:r>
              <a:rPr lang="ko-KR" altLang="en-US" sz="2000" dirty="0"/>
              <a:t>인터뷰</a:t>
            </a:r>
            <a:r>
              <a:rPr lang="en-US" altLang="ko-KR" sz="2000" dirty="0"/>
              <a:t>.pdf) </a:t>
            </a:r>
            <a:r>
              <a:rPr lang="ko-KR" altLang="en-US" sz="2000" dirty="0"/>
              <a:t>참고 </a:t>
            </a:r>
            <a:r>
              <a:rPr lang="en-GB" sz="20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4615</TotalTime>
  <Words>578</Words>
  <Application>Microsoft Macintosh PowerPoint</Application>
  <PresentationFormat>Custom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Christina Kim</cp:lastModifiedBy>
  <cp:revision>4</cp:revision>
  <dcterms:created xsi:type="dcterms:W3CDTF">2025-04-24T06:43:19Z</dcterms:created>
  <dcterms:modified xsi:type="dcterms:W3CDTF">2025-05-03T05:50:40Z</dcterms:modified>
</cp:coreProperties>
</file>
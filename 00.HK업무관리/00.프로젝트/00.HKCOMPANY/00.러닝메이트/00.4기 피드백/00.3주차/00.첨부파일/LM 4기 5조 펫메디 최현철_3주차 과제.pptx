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12A42-43DD-48CF-BC67-DF178DA05829}" v="6" dt="2025-05-03T10:36:44.4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철 최" userId="2a8a583e4027ffe0" providerId="LiveId" clId="{6A712A42-43DD-48CF-BC67-DF178DA05829}"/>
    <pc:docChg chg="undo custSel delSld modSld">
      <pc:chgData name="현철 최" userId="2a8a583e4027ffe0" providerId="LiveId" clId="{6A712A42-43DD-48CF-BC67-DF178DA05829}" dt="2025-05-03T12:54:31.776" v="1960" actId="47"/>
      <pc:docMkLst>
        <pc:docMk/>
      </pc:docMkLst>
      <pc:sldChg chg="addSp modSp mod">
        <pc:chgData name="현철 최" userId="2a8a583e4027ffe0" providerId="LiveId" clId="{6A712A42-43DD-48CF-BC67-DF178DA05829}" dt="2025-05-03T10:32:50.544" v="811" actId="20577"/>
        <pc:sldMkLst>
          <pc:docMk/>
          <pc:sldMk cId="0" sldId="258"/>
        </pc:sldMkLst>
        <pc:spChg chg="add mod">
          <ac:chgData name="현철 최" userId="2a8a583e4027ffe0" providerId="LiveId" clId="{6A712A42-43DD-48CF-BC67-DF178DA05829}" dt="2025-05-03T10:25:16.672" v="244" actId="20577"/>
          <ac:spMkLst>
            <pc:docMk/>
            <pc:sldMk cId="0" sldId="258"/>
            <ac:spMk id="3" creationId="{7F4D9872-2B0B-BCC0-E437-AA7469E68741}"/>
          </ac:spMkLst>
        </pc:spChg>
        <pc:spChg chg="add mod">
          <ac:chgData name="현철 최" userId="2a8a583e4027ffe0" providerId="LiveId" clId="{6A712A42-43DD-48CF-BC67-DF178DA05829}" dt="2025-05-03T10:26:42.253" v="513" actId="1076"/>
          <ac:spMkLst>
            <pc:docMk/>
            <pc:sldMk cId="0" sldId="258"/>
            <ac:spMk id="4" creationId="{01D30857-3E75-A189-B60E-C930E2E2F5FA}"/>
          </ac:spMkLst>
        </pc:spChg>
        <pc:spChg chg="add mod">
          <ac:chgData name="현철 최" userId="2a8a583e4027ffe0" providerId="LiveId" clId="{6A712A42-43DD-48CF-BC67-DF178DA05829}" dt="2025-05-03T10:27:36.590" v="674" actId="20577"/>
          <ac:spMkLst>
            <pc:docMk/>
            <pc:sldMk cId="0" sldId="258"/>
            <ac:spMk id="5" creationId="{9460736B-FA1F-1ADA-7512-7661F94BD9B2}"/>
          </ac:spMkLst>
        </pc:spChg>
        <pc:spChg chg="add mod">
          <ac:chgData name="현철 최" userId="2a8a583e4027ffe0" providerId="LiveId" clId="{6A712A42-43DD-48CF-BC67-DF178DA05829}" dt="2025-05-03T10:32:50.544" v="811" actId="20577"/>
          <ac:spMkLst>
            <pc:docMk/>
            <pc:sldMk cId="0" sldId="258"/>
            <ac:spMk id="6" creationId="{CF13020C-E6F2-84C6-062F-AFC5BE2B46D5}"/>
          </ac:spMkLst>
        </pc:spChg>
      </pc:sldChg>
      <pc:sldChg chg="addSp modSp mod">
        <pc:chgData name="현철 최" userId="2a8a583e4027ffe0" providerId="LiveId" clId="{6A712A42-43DD-48CF-BC67-DF178DA05829}" dt="2025-05-03T10:39:40.549" v="1957" actId="20577"/>
        <pc:sldMkLst>
          <pc:docMk/>
          <pc:sldMk cId="0" sldId="259"/>
        </pc:sldMkLst>
        <pc:spChg chg="add mod">
          <ac:chgData name="현철 최" userId="2a8a583e4027ffe0" providerId="LiveId" clId="{6A712A42-43DD-48CF-BC67-DF178DA05829}" dt="2025-05-03T10:36:25.581" v="1229" actId="20577"/>
          <ac:spMkLst>
            <pc:docMk/>
            <pc:sldMk cId="0" sldId="259"/>
            <ac:spMk id="3" creationId="{E94F976A-361D-F290-8199-53C3A3A9D119}"/>
          </ac:spMkLst>
        </pc:spChg>
        <pc:spChg chg="add mod">
          <ac:chgData name="현철 최" userId="2a8a583e4027ffe0" providerId="LiveId" clId="{6A712A42-43DD-48CF-BC67-DF178DA05829}" dt="2025-05-03T10:39:40.549" v="1957" actId="20577"/>
          <ac:spMkLst>
            <pc:docMk/>
            <pc:sldMk cId="0" sldId="259"/>
            <ac:spMk id="4" creationId="{5B940FC3-DBEC-1CEB-6AF3-E3738010DC7C}"/>
          </ac:spMkLst>
        </pc:spChg>
      </pc:sldChg>
      <pc:sldChg chg="del">
        <pc:chgData name="현철 최" userId="2a8a583e4027ffe0" providerId="LiveId" clId="{6A712A42-43DD-48CF-BC67-DF178DA05829}" dt="2025-05-03T12:54:31.776" v="1960" actId="47"/>
        <pc:sldMkLst>
          <pc:docMk/>
          <pc:sldMk cId="0" sldId="260"/>
        </pc:sldMkLst>
      </pc:sldChg>
      <pc:sldChg chg="del">
        <pc:chgData name="현철 최" userId="2a8a583e4027ffe0" providerId="LiveId" clId="{6A712A42-43DD-48CF-BC67-DF178DA05829}" dt="2025-05-03T12:54:27.624" v="1958" actId="47"/>
        <pc:sldMkLst>
          <pc:docMk/>
          <pc:sldMk cId="0" sldId="261"/>
        </pc:sldMkLst>
      </pc:sldChg>
      <pc:sldChg chg="del">
        <pc:chgData name="현철 최" userId="2a8a583e4027ffe0" providerId="LiveId" clId="{6A712A42-43DD-48CF-BC67-DF178DA05829}" dt="2025-05-03T12:54:28.790" v="1959" actId="47"/>
        <pc:sldMkLst>
          <pc:docMk/>
          <pc:sldMk cId="0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657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4D9872-2B0B-BCC0-E437-AA7469E68741}"/>
              </a:ext>
            </a:extLst>
          </p:cNvPr>
          <p:cNvSpPr txBox="1"/>
          <p:nvPr/>
        </p:nvSpPr>
        <p:spPr>
          <a:xfrm>
            <a:off x="3691719" y="2525397"/>
            <a:ext cx="124945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사료 급식 외</a:t>
            </a:r>
            <a:r>
              <a:rPr lang="en-US" altLang="ko-KR" sz="2500" dirty="0"/>
              <a:t> </a:t>
            </a:r>
            <a:r>
              <a:rPr lang="ko-KR" altLang="en-US" sz="2500" dirty="0"/>
              <a:t>반려견의 건강 및 질병 </a:t>
            </a:r>
            <a:r>
              <a:rPr lang="ko-KR" altLang="en-US" sz="2500" dirty="0" err="1"/>
              <a:t>관리시</a:t>
            </a:r>
            <a:r>
              <a:rPr lang="ko-KR" altLang="en-US" sz="2500" dirty="0"/>
              <a:t> 불편함에 대한 인터뷰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30857-3E75-A189-B60E-C930E2E2F5FA}"/>
              </a:ext>
            </a:extLst>
          </p:cNvPr>
          <p:cNvSpPr txBox="1"/>
          <p:nvPr/>
        </p:nvSpPr>
        <p:spPr>
          <a:xfrm>
            <a:off x="3691719" y="3521684"/>
            <a:ext cx="124945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사료 급식 외</a:t>
            </a:r>
            <a:r>
              <a:rPr lang="en-US" altLang="ko-KR" sz="2500" dirty="0"/>
              <a:t> </a:t>
            </a:r>
            <a:r>
              <a:rPr lang="ko-KR" altLang="en-US" sz="2500" dirty="0"/>
              <a:t>반려견의 건강 및 질병 관리를 위해 급식하는 약이나 영양제를 제공하는 방법과 어려움에 대한 고객의 </a:t>
            </a:r>
            <a:r>
              <a:rPr lang="en-US" altLang="ko-KR" sz="2500" dirty="0"/>
              <a:t>Pain Point </a:t>
            </a:r>
            <a:r>
              <a:rPr lang="ko-KR" altLang="en-US" sz="2500" dirty="0"/>
              <a:t>를 이해하는 것이 목표 입니다</a:t>
            </a:r>
            <a:r>
              <a:rPr lang="en-US" altLang="ko-KR" sz="2500" dirty="0"/>
              <a:t>.</a:t>
            </a:r>
            <a:endParaRPr lang="ko-KR" altLang="en-US" sz="2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60736B-FA1F-1ADA-7512-7661F94BD9B2}"/>
              </a:ext>
            </a:extLst>
          </p:cNvPr>
          <p:cNvSpPr txBox="1"/>
          <p:nvPr/>
        </p:nvSpPr>
        <p:spPr>
          <a:xfrm>
            <a:off x="3691719" y="5332984"/>
            <a:ext cx="1249452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500" dirty="0"/>
              <a:t>사료 급식 외</a:t>
            </a:r>
            <a:r>
              <a:rPr lang="en-US" altLang="ko-KR" sz="2500" dirty="0"/>
              <a:t> </a:t>
            </a:r>
            <a:r>
              <a:rPr lang="ko-KR" altLang="en-US" sz="2500" dirty="0"/>
              <a:t>반려견의 건강 및 질병 관리를 위해 정기적으로 영양제</a:t>
            </a:r>
            <a:r>
              <a:rPr lang="en-US" altLang="ko-KR" sz="2500" dirty="0"/>
              <a:t>, </a:t>
            </a:r>
            <a:r>
              <a:rPr lang="ko-KR" altLang="en-US" sz="2500" dirty="0"/>
              <a:t>처방전을 제공하고 있는 사람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3020C-E6F2-84C6-062F-AFC5BE2B46D5}"/>
              </a:ext>
            </a:extLst>
          </p:cNvPr>
          <p:cNvSpPr txBox="1"/>
          <p:nvPr/>
        </p:nvSpPr>
        <p:spPr>
          <a:xfrm>
            <a:off x="3691719" y="7144284"/>
            <a:ext cx="1249452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2025-05-28 / AM 11:00 ~ PM 1:00 / </a:t>
            </a:r>
            <a:r>
              <a:rPr lang="ko-KR" altLang="en-US" sz="2500" dirty="0"/>
              <a:t>서울내 동물병원 인근 거리에서 </a:t>
            </a:r>
            <a:r>
              <a:rPr lang="en-US" altLang="ko-KR" sz="2500" dirty="0"/>
              <a:t>Person to Review </a:t>
            </a:r>
            <a:r>
              <a:rPr lang="ko-KR" altLang="en-US" sz="2500" dirty="0"/>
              <a:t>진행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4F976A-361D-F290-8199-53C3A3A9D119}"/>
              </a:ext>
            </a:extLst>
          </p:cNvPr>
          <p:cNvSpPr txBox="1"/>
          <p:nvPr/>
        </p:nvSpPr>
        <p:spPr>
          <a:xfrm>
            <a:off x="3691719" y="2985569"/>
            <a:ext cx="12494526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20~39 </a:t>
            </a:r>
            <a:r>
              <a:rPr lang="ko-KR" altLang="en-US" sz="2500" dirty="0"/>
              <a:t>세로 근무 및 가사 등으로 반려견의 건강 관리 자동 솔루션을 찾아야 하는 사람</a:t>
            </a:r>
          </a:p>
          <a:p>
            <a:r>
              <a:rPr lang="en-US" altLang="ko-KR" sz="2500" dirty="0"/>
              <a:t>  - </a:t>
            </a:r>
            <a:r>
              <a:rPr lang="ko-KR" altLang="en-US" sz="2500" dirty="0"/>
              <a:t>정기적으로 반려견의 영양제 구매자</a:t>
            </a:r>
            <a:endParaRPr lang="en-US" altLang="ko-KR" sz="2500" dirty="0"/>
          </a:p>
          <a:p>
            <a:r>
              <a:rPr lang="en-US" altLang="ko-KR" sz="2500" dirty="0"/>
              <a:t>  - </a:t>
            </a:r>
            <a:r>
              <a:rPr lang="ko-KR" altLang="en-US" sz="2500" dirty="0" err="1"/>
              <a:t>반려견</a:t>
            </a:r>
            <a:r>
              <a:rPr lang="ko-KR" altLang="en-US" sz="2500" dirty="0"/>
              <a:t> 만성 질환으로 정기적으로 처방전을 급여해야 하는 사람</a:t>
            </a:r>
            <a:endParaRPr lang="en-US" altLang="ko-KR" sz="25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940FC3-DBEC-1CEB-6AF3-E3738010DC7C}"/>
              </a:ext>
            </a:extLst>
          </p:cNvPr>
          <p:cNvSpPr txBox="1"/>
          <p:nvPr/>
        </p:nvSpPr>
        <p:spPr>
          <a:xfrm>
            <a:off x="3691719" y="5695075"/>
            <a:ext cx="1249452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dirty="0"/>
              <a:t>1.</a:t>
            </a:r>
            <a:r>
              <a:rPr lang="ko-KR" altLang="en-US" sz="2500" dirty="0"/>
              <a:t>반려견의 건강을 위해 오늘 급여 해야 하는 것은 무엇인가요</a:t>
            </a:r>
            <a:r>
              <a:rPr lang="en-US" altLang="ko-KR" sz="2500" dirty="0"/>
              <a:t>? </a:t>
            </a:r>
          </a:p>
          <a:p>
            <a:r>
              <a:rPr lang="en-US" altLang="ko-KR" sz="2500" dirty="0"/>
              <a:t>2.</a:t>
            </a:r>
            <a:r>
              <a:rPr lang="ko-KR" altLang="en-US" sz="2500" dirty="0"/>
              <a:t>상기 건강을 위한 급여 방식에 어려움은 무엇인가요</a:t>
            </a:r>
            <a:r>
              <a:rPr lang="en-US" altLang="ko-KR" sz="2500" dirty="0"/>
              <a:t>?</a:t>
            </a:r>
          </a:p>
          <a:p>
            <a:r>
              <a:rPr lang="en-US" altLang="ko-KR" sz="2500" dirty="0"/>
              <a:t>3.</a:t>
            </a:r>
            <a:r>
              <a:rPr lang="ko-KR" altLang="en-US" sz="2500" dirty="0"/>
              <a:t>무엇이 급여를 함에 있어 불편하고 어렵게 만드나요</a:t>
            </a:r>
            <a:r>
              <a:rPr lang="en-US" altLang="ko-KR" sz="2500" dirty="0"/>
              <a:t>?</a:t>
            </a:r>
          </a:p>
          <a:p>
            <a:r>
              <a:rPr lang="en-US" altLang="ko-KR" sz="2500" dirty="0"/>
              <a:t>4.</a:t>
            </a:r>
            <a:r>
              <a:rPr lang="ko-KR" altLang="en-US" sz="2500" dirty="0"/>
              <a:t>얼마나 자주 이런 불편함이나 어려움이 있나요</a:t>
            </a:r>
            <a:r>
              <a:rPr lang="en-US" altLang="ko-KR" sz="2500" dirty="0"/>
              <a:t>?</a:t>
            </a:r>
          </a:p>
          <a:p>
            <a:r>
              <a:rPr lang="en-US" altLang="ko-KR" sz="2500" dirty="0"/>
              <a:t>5.</a:t>
            </a:r>
            <a:r>
              <a:rPr lang="ko-KR" altLang="en-US" sz="2500" dirty="0"/>
              <a:t>이런 불편함과 어려움에 개선되면 무엇이 좋아지나요</a:t>
            </a:r>
            <a:r>
              <a:rPr lang="en-US" altLang="ko-KR" sz="2500" dirty="0"/>
              <a:t>?</a:t>
            </a:r>
          </a:p>
          <a:p>
            <a:r>
              <a:rPr lang="en-US" altLang="ko-KR" sz="2500" dirty="0"/>
              <a:t>6.</a:t>
            </a:r>
            <a:r>
              <a:rPr lang="ko-KR" altLang="en-US" sz="2500" dirty="0"/>
              <a:t>이런 불편함과 어려움을 개선하기 위해 스스로 시도해보는 방법이 </a:t>
            </a:r>
            <a:r>
              <a:rPr lang="ko-KR" altLang="en-US" sz="2500" dirty="0" err="1"/>
              <a:t>있으신가요</a:t>
            </a:r>
            <a:r>
              <a:rPr lang="en-US" altLang="ko-KR" sz="2500"/>
              <a:t>?</a:t>
            </a:r>
            <a:endParaRPr lang="en-US" altLang="ko-KR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165</Words>
  <Application>Microsoft Office PowerPoint</Application>
  <PresentationFormat>사용자 지정</PresentationFormat>
  <Paragraphs>18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현철 최</cp:lastModifiedBy>
  <cp:revision>1</cp:revision>
  <dcterms:created xsi:type="dcterms:W3CDTF">2025-04-24T06:43:19Z</dcterms:created>
  <dcterms:modified xsi:type="dcterms:W3CDTF">2025-05-03T12:54:37Z</dcterms:modified>
</cp:coreProperties>
</file>
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9" r:id="rId3"/>
    <p:sldId id="260" r:id="rId4"/>
    <p:sldId id="265" r:id="rId5"/>
    <p:sldId id="267" r:id="rId6"/>
    <p:sldId id="272" r:id="rId7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100" y="1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915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7" y="318"/>
            <a:ext cx="17556480" cy="98755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EAA94A-EBCD-975C-5834-0BF7DD913DF1}"/>
              </a:ext>
            </a:extLst>
          </p:cNvPr>
          <p:cNvSpPr txBox="1"/>
          <p:nvPr/>
        </p:nvSpPr>
        <p:spPr>
          <a:xfrm>
            <a:off x="1325880" y="2465755"/>
            <a:ext cx="10046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40</a:t>
            </a:r>
            <a:r>
              <a:rPr lang="ko-KR" altLang="en-US" dirty="0"/>
              <a:t>대 이상 사용자는 </a:t>
            </a:r>
            <a:r>
              <a:rPr lang="en-US" altLang="ko-KR" dirty="0"/>
              <a:t>SNS</a:t>
            </a:r>
            <a:r>
              <a:rPr lang="ko-KR" altLang="en-US" dirty="0"/>
              <a:t>에 자신의 일상이나 스토리를 기록하고 공유하고자 하는 욕구가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BC8AE3-7E6E-4D0A-5D53-26F49AAA6B68}"/>
              </a:ext>
            </a:extLst>
          </p:cNvPr>
          <p:cNvSpPr txBox="1"/>
          <p:nvPr/>
        </p:nvSpPr>
        <p:spPr>
          <a:xfrm>
            <a:off x="1325880" y="3507671"/>
            <a:ext cx="95783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영상 콘텐츠를 만들고 싶지만 편집 툴의 복잡함 때문에 시도조차 못 하고 포기한 경험이 많다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BA6AEA-4FE4-A802-6E51-407DE85382EA}"/>
              </a:ext>
            </a:extLst>
          </p:cNvPr>
          <p:cNvSpPr txBox="1"/>
          <p:nvPr/>
        </p:nvSpPr>
        <p:spPr>
          <a:xfrm>
            <a:off x="1325880" y="4535032"/>
            <a:ext cx="9658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영상 편집 과정을 자동화하거나 쉽게 만들어주는 서비스에 대해 높은 관심을 가질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119B28-F734-4497-34B2-3472B435A09A}"/>
              </a:ext>
            </a:extLst>
          </p:cNvPr>
          <p:cNvSpPr txBox="1"/>
          <p:nvPr/>
        </p:nvSpPr>
        <p:spPr>
          <a:xfrm>
            <a:off x="1325880" y="5583089"/>
            <a:ext cx="10229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가족</a:t>
            </a:r>
            <a:r>
              <a:rPr lang="en-US" altLang="ko-KR" dirty="0"/>
              <a:t>·</a:t>
            </a:r>
            <a:r>
              <a:rPr lang="ko-KR" altLang="en-US" dirty="0"/>
              <a:t>지인에게 공유할 목적의 콘텐츠는 퀄리티가 낮더라도 스토리가 담겨 있으면 만족도가 높다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57FFF2-C32E-AADD-8468-1FF29036F6D5}"/>
              </a:ext>
            </a:extLst>
          </p:cNvPr>
          <p:cNvSpPr txBox="1"/>
          <p:nvPr/>
        </p:nvSpPr>
        <p:spPr>
          <a:xfrm>
            <a:off x="1320165" y="6523753"/>
            <a:ext cx="8892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자기표현을 할 수 있는 콘텐츠를 만들었을 때 성취감과 자존감이 올라간다고 느낀다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506FD9-BEFE-5628-521D-3D0C1CEA4B9D}"/>
              </a:ext>
            </a:extLst>
          </p:cNvPr>
          <p:cNvSpPr txBox="1"/>
          <p:nvPr/>
        </p:nvSpPr>
        <p:spPr>
          <a:xfrm>
            <a:off x="1320164" y="7410083"/>
            <a:ext cx="10132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서비스의 도움으로 영상 콘텐츠를 완성한 뒤</a:t>
            </a:r>
            <a:r>
              <a:rPr lang="en-US" altLang="ko-KR" dirty="0"/>
              <a:t>, </a:t>
            </a:r>
            <a:r>
              <a:rPr lang="ko-KR" altLang="en-US" dirty="0"/>
              <a:t>주변 사람에게 추천하거나 입소문이 날 가능성이 높다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23F636-BEEE-93C1-1F9F-1F7D4B7646C8}"/>
              </a:ext>
            </a:extLst>
          </p:cNvPr>
          <p:cNvSpPr txBox="1"/>
          <p:nvPr/>
        </p:nvSpPr>
        <p:spPr>
          <a:xfrm>
            <a:off x="14836140" y="2650421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X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374AE2-6241-BB03-BDB5-E37B008B0212}"/>
              </a:ext>
            </a:extLst>
          </p:cNvPr>
          <p:cNvSpPr txBox="1"/>
          <p:nvPr/>
        </p:nvSpPr>
        <p:spPr>
          <a:xfrm>
            <a:off x="14836140" y="3507671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X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733E20-11C9-C5CA-058F-A50942967E2D}"/>
              </a:ext>
            </a:extLst>
          </p:cNvPr>
          <p:cNvSpPr txBox="1"/>
          <p:nvPr/>
        </p:nvSpPr>
        <p:spPr>
          <a:xfrm>
            <a:off x="14836140" y="4535479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X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08F803-3C59-79E1-E465-62A35CE1CBA9}"/>
              </a:ext>
            </a:extLst>
          </p:cNvPr>
          <p:cNvSpPr txBox="1"/>
          <p:nvPr/>
        </p:nvSpPr>
        <p:spPr>
          <a:xfrm>
            <a:off x="14836140" y="5431165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X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28BCEE-85A3-25DF-7D6C-F445FB99537E}"/>
              </a:ext>
            </a:extLst>
          </p:cNvPr>
          <p:cNvSpPr txBox="1"/>
          <p:nvPr/>
        </p:nvSpPr>
        <p:spPr>
          <a:xfrm>
            <a:off x="14836140" y="6526224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X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2D2881-9394-963F-8538-C819DE72186C}"/>
              </a:ext>
            </a:extLst>
          </p:cNvPr>
          <p:cNvSpPr txBox="1"/>
          <p:nvPr/>
        </p:nvSpPr>
        <p:spPr>
          <a:xfrm>
            <a:off x="14836140" y="7410083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X</a:t>
            </a:r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A22B59-C23E-6F8F-A165-E257ABF34682}"/>
              </a:ext>
            </a:extLst>
          </p:cNvPr>
          <p:cNvSpPr txBox="1"/>
          <p:nvPr/>
        </p:nvSpPr>
        <p:spPr>
          <a:xfrm>
            <a:off x="1223010" y="2420035"/>
            <a:ext cx="10172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40</a:t>
            </a:r>
            <a:r>
              <a:rPr lang="ko-KR" altLang="en-US" dirty="0"/>
              <a:t>대 이상 사용자는 영상 제작 서비스 소개에 “내 일상을 기록하고 싶은 사람들을 </a:t>
            </a:r>
            <a:r>
              <a:rPr lang="ko-KR" altLang="en-US" dirty="0" err="1"/>
              <a:t>위한”이라는</a:t>
            </a:r>
            <a:r>
              <a:rPr lang="ko-KR" altLang="en-US" dirty="0"/>
              <a:t> 메시지에 더 강하게 반응할 것이다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425A3B-E525-2818-F1AE-94F064E94E41}"/>
              </a:ext>
            </a:extLst>
          </p:cNvPr>
          <p:cNvSpPr txBox="1"/>
          <p:nvPr/>
        </p:nvSpPr>
        <p:spPr>
          <a:xfrm>
            <a:off x="1223010" y="3311575"/>
            <a:ext cx="88925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사용자는 편집 기능보다 </a:t>
            </a:r>
            <a:r>
              <a:rPr lang="en-US" altLang="ko-KR" dirty="0"/>
              <a:t>'</a:t>
            </a:r>
            <a:r>
              <a:rPr lang="ko-KR" altLang="en-US" dirty="0"/>
              <a:t>자동 자막 생성</a:t>
            </a:r>
            <a:r>
              <a:rPr lang="en-US" altLang="ko-KR" dirty="0"/>
              <a:t>', '</a:t>
            </a:r>
            <a:r>
              <a:rPr lang="ko-KR" altLang="en-US" dirty="0"/>
              <a:t>음악 자동 삽입</a:t>
            </a:r>
            <a:r>
              <a:rPr lang="en-US" altLang="ko-KR" dirty="0"/>
              <a:t>' </a:t>
            </a:r>
            <a:r>
              <a:rPr lang="ko-KR" altLang="en-US" dirty="0"/>
              <a:t>같은 </a:t>
            </a:r>
            <a:r>
              <a:rPr lang="ko-KR" altLang="en-US" b="1" dirty="0"/>
              <a:t>간단한 자동화 기능</a:t>
            </a:r>
            <a:r>
              <a:rPr lang="ko-KR" altLang="en-US" dirty="0"/>
              <a:t>에 높은 만족도를 보일 것이다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1B54A5-ED29-1E2F-1FB4-8032EBE75CCB}"/>
              </a:ext>
            </a:extLst>
          </p:cNvPr>
          <p:cNvSpPr txBox="1"/>
          <p:nvPr/>
        </p:nvSpPr>
        <p:spPr>
          <a:xfrm>
            <a:off x="1223010" y="4385995"/>
            <a:ext cx="88925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사용자는 영상 편집 경험 없이도 튜토리얼 없이 사용 가능한 서비스에 </a:t>
            </a:r>
            <a:r>
              <a:rPr lang="ko-KR" altLang="en-US" b="1" dirty="0"/>
              <a:t>신뢰감</a:t>
            </a:r>
            <a:r>
              <a:rPr lang="ko-KR" altLang="en-US" dirty="0"/>
              <a:t>을 느끼고 첫 사용률이 높을 것이다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8FE260-E389-965A-5CD8-ABE000BBDB37}"/>
              </a:ext>
            </a:extLst>
          </p:cNvPr>
          <p:cNvSpPr txBox="1"/>
          <p:nvPr/>
        </p:nvSpPr>
        <p:spPr>
          <a:xfrm>
            <a:off x="1223010" y="5460415"/>
            <a:ext cx="8892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영상에 담긴 ‘</a:t>
            </a:r>
            <a:r>
              <a:rPr lang="ko-KR" altLang="en-US" dirty="0" err="1"/>
              <a:t>스토리성’이</a:t>
            </a:r>
            <a:r>
              <a:rPr lang="ko-KR" altLang="en-US" dirty="0"/>
              <a:t> 사용자 만족도에 가장 큰 영향을 미칠 것이다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B5660B-5D74-F4BF-0BD3-F90B8C45375E}"/>
              </a:ext>
            </a:extLst>
          </p:cNvPr>
          <p:cNvSpPr txBox="1"/>
          <p:nvPr/>
        </p:nvSpPr>
        <p:spPr>
          <a:xfrm>
            <a:off x="1223010" y="6408881"/>
            <a:ext cx="8892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영상 편집을 마친 사용자의 </a:t>
            </a:r>
            <a:r>
              <a:rPr lang="en-US" altLang="ko-KR" dirty="0"/>
              <a:t>60% </a:t>
            </a:r>
            <a:r>
              <a:rPr lang="ko-KR" altLang="en-US" dirty="0"/>
              <a:t>이상이 </a:t>
            </a:r>
            <a:r>
              <a:rPr lang="en-US" altLang="ko-KR" dirty="0"/>
              <a:t>SNS </a:t>
            </a:r>
            <a:r>
              <a:rPr lang="ko-KR" altLang="en-US" dirty="0"/>
              <a:t>공유를 직접 할 것이다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3AFA94-786E-BA6C-B331-E9AB9EEC5E7B}"/>
              </a:ext>
            </a:extLst>
          </p:cNvPr>
          <p:cNvSpPr txBox="1"/>
          <p:nvPr/>
        </p:nvSpPr>
        <p:spPr>
          <a:xfrm>
            <a:off x="14836140" y="2650421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X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E0047-56D6-1640-E3CF-BF91D16B2F96}"/>
              </a:ext>
            </a:extLst>
          </p:cNvPr>
          <p:cNvSpPr txBox="1"/>
          <p:nvPr/>
        </p:nvSpPr>
        <p:spPr>
          <a:xfrm>
            <a:off x="14836140" y="3507671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X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2C6673-2789-BDB6-E42A-BAF732E1757E}"/>
              </a:ext>
            </a:extLst>
          </p:cNvPr>
          <p:cNvSpPr txBox="1"/>
          <p:nvPr/>
        </p:nvSpPr>
        <p:spPr>
          <a:xfrm>
            <a:off x="14836140" y="4535479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X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C86939-12EA-4617-580A-379F81B601FF}"/>
              </a:ext>
            </a:extLst>
          </p:cNvPr>
          <p:cNvSpPr txBox="1"/>
          <p:nvPr/>
        </p:nvSpPr>
        <p:spPr>
          <a:xfrm>
            <a:off x="14836140" y="5431165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X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88CA22-3D7B-E9DE-57BE-4722DA390768}"/>
              </a:ext>
            </a:extLst>
          </p:cNvPr>
          <p:cNvSpPr txBox="1"/>
          <p:nvPr/>
        </p:nvSpPr>
        <p:spPr>
          <a:xfrm>
            <a:off x="14836140" y="6526224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X</a:t>
            </a:r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D20AAA-4F67-E9BB-942E-7B4F958D4351}"/>
              </a:ext>
            </a:extLst>
          </p:cNvPr>
          <p:cNvSpPr txBox="1"/>
          <p:nvPr/>
        </p:nvSpPr>
        <p:spPr>
          <a:xfrm>
            <a:off x="2057400" y="1987034"/>
            <a:ext cx="3348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40</a:t>
            </a:r>
            <a:r>
              <a:rPr lang="ko-KR" altLang="en-US" dirty="0"/>
              <a:t>대 이상 </a:t>
            </a:r>
            <a:r>
              <a:rPr lang="en-US" altLang="ko-KR" dirty="0"/>
              <a:t>SNS </a:t>
            </a:r>
            <a:r>
              <a:rPr lang="ko-KR" altLang="en-US" dirty="0"/>
              <a:t>사용자는 자신의 일상이나 이야기를 기록하고 공유하고 싶어한다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5BD27B-AB57-1081-8BE8-C7118F0C500D}"/>
              </a:ext>
            </a:extLst>
          </p:cNvPr>
          <p:cNvSpPr txBox="1"/>
          <p:nvPr/>
        </p:nvSpPr>
        <p:spPr>
          <a:xfrm>
            <a:off x="1954530" y="3174415"/>
            <a:ext cx="36347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하지만 영상 편집 툴의 복잡성과 시간 소요로 인해 제작을 포기하거나 미루는 경우가 많다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EE20EA-D909-360E-7E21-3F6FD8C7F1AA}"/>
              </a:ext>
            </a:extLst>
          </p:cNvPr>
          <p:cNvSpPr txBox="1"/>
          <p:nvPr/>
        </p:nvSpPr>
        <p:spPr>
          <a:xfrm>
            <a:off x="1954530" y="4236958"/>
            <a:ext cx="37261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스스로 편집하면 결과물 퀄리티가 낮아져 자신감을 잃거나</a:t>
            </a:r>
            <a:r>
              <a:rPr lang="en-US" altLang="ko-KR" dirty="0"/>
              <a:t>, </a:t>
            </a:r>
            <a:r>
              <a:rPr lang="ko-KR" altLang="en-US" dirty="0"/>
              <a:t>실패 경험이 생긴다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8CDD47-6C85-DF39-A071-D4280A7C64B7}"/>
              </a:ext>
            </a:extLst>
          </p:cNvPr>
          <p:cNvSpPr txBox="1"/>
          <p:nvPr/>
        </p:nvSpPr>
        <p:spPr>
          <a:xfrm>
            <a:off x="758190" y="2175748"/>
            <a:ext cx="11963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케이스</a:t>
            </a:r>
            <a:r>
              <a:rPr lang="en-US" altLang="ko-KR" dirty="0"/>
              <a:t>1</a:t>
            </a:r>
          </a:p>
          <a:p>
            <a:endParaRPr lang="en-US" altLang="ko-KR" dirty="0"/>
          </a:p>
          <a:p>
            <a:r>
              <a:rPr lang="ko-KR" altLang="en-US" dirty="0"/>
              <a:t>고객</a:t>
            </a:r>
            <a:endParaRPr lang="en-US" altLang="ko-KR" dirty="0"/>
          </a:p>
          <a:p>
            <a:r>
              <a:rPr lang="en-US" altLang="ko-KR" dirty="0"/>
              <a:t>=</a:t>
            </a:r>
            <a:r>
              <a:rPr lang="ko-KR" altLang="en-US" dirty="0"/>
              <a:t>문제당사자</a:t>
            </a:r>
            <a:endParaRPr lang="en-US" altLang="ko-KR" dirty="0"/>
          </a:p>
          <a:p>
            <a:r>
              <a:rPr lang="en-US" altLang="ko-KR" dirty="0"/>
              <a:t>=</a:t>
            </a:r>
            <a:r>
              <a:rPr lang="ko-KR" altLang="en-US" dirty="0"/>
              <a:t>사용자</a:t>
            </a:r>
            <a:endParaRPr lang="en-US" altLang="ko-KR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613F5782-8A6C-3AF5-9603-35526162B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9329" y="1848535"/>
            <a:ext cx="5029199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강점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간편 편집 앱(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캡컷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키네마스터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등)은 기본적인 영상 제작 기능을 제공하고 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일부 서비스는 템플릿 기반 빠른 제작을 지원하여 초보자 접근성이 높다.</a:t>
            </a:r>
            <a:endParaRPr lang="en-US" altLang="ko-K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341E3B5A-96A9-7DBE-AEA8-8F0F6F4BF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9330" y="3267463"/>
            <a:ext cx="5029199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한계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여전히 사용자가 영상 편집 흐름을 이해하고 직접 편집해야 한다.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초반 진입 장벽(툴 익숙해지기)이 존재해 결국 포기하거나 반복 사용률이 낮다.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결과물 퀄리티는 전문성과 차이가 있어, "내가 원하는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감성"을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만족시키기 어렵다.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D5D5942A-3F55-CA9A-22AF-DFDCAEF225B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1338876" y="1924838"/>
            <a:ext cx="645763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①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AI를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통한 자동 영상 편집(사진/영상 업로드만 하면 스토리라인, 자막, 음악 삽입까지 자동화)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② 개인화 옵션 제공 (가족용, 여행기록용,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자기PR용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등 스타일 선택 가능)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③ SNS 최적화 포맷(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쇼츠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인스타릴스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유튜브)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으로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결과물 바로 생성 및 공유 기능 추가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8428ADB3-F293-14A2-9356-1FF93B0757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8690" y="6716375"/>
            <a:ext cx="876400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①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노코드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기반 인터페이스 제공: 사진/영상 업로드 후 몇 번 클릭으로 영상 완성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② AI 추천 기능: 자동으로 스토리라인, 효과, 자막을 삽입해 “내가 편집한 느낌” 유지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③ 빠른 결과물 제공: 10분 이내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완성본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생성 → SNS 바로 업로드 가능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412</Words>
  <Application>Microsoft Office PowerPoint</Application>
  <PresentationFormat>사용자 지정</PresentationFormat>
  <Paragraphs>49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정희조</cp:lastModifiedBy>
  <cp:revision>2</cp:revision>
  <dcterms:created xsi:type="dcterms:W3CDTF">2025-04-26T00:56:45Z</dcterms:created>
  <dcterms:modified xsi:type="dcterms:W3CDTF">2025-04-26T11:53:29Z</dcterms:modified>
</cp:coreProperties>
</file>
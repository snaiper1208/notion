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79" r:id="rId2"/>
    <p:sldId id="282" r:id="rId3"/>
    <p:sldId id="290" r:id="rId4"/>
    <p:sldId id="308" r:id="rId5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예림 정" userId="13fd613011740a2f" providerId="LiveId" clId="{CFC2AD82-9161-4242-9DEF-E0D97DC8CEA8}"/>
    <pc:docChg chg="undo custSel addSld delSld">
      <pc:chgData name="예림 정" userId="13fd613011740a2f" providerId="LiveId" clId="{CFC2AD82-9161-4242-9DEF-E0D97DC8CEA8}" dt="2025-04-26T06:30:04.689" v="40" actId="47"/>
      <pc:docMkLst>
        <pc:docMk/>
      </pc:docMkLst>
      <pc:sldChg chg="del">
        <pc:chgData name="예림 정" userId="13fd613011740a2f" providerId="LiveId" clId="{CFC2AD82-9161-4242-9DEF-E0D97DC8CEA8}" dt="2025-04-26T06:29:15.090" v="0" actId="47"/>
        <pc:sldMkLst>
          <pc:docMk/>
          <pc:sldMk cId="0" sldId="256"/>
        </pc:sldMkLst>
      </pc:sldChg>
      <pc:sldChg chg="del">
        <pc:chgData name="예림 정" userId="13fd613011740a2f" providerId="LiveId" clId="{CFC2AD82-9161-4242-9DEF-E0D97DC8CEA8}" dt="2025-04-26T06:29:15.090" v="0" actId="47"/>
        <pc:sldMkLst>
          <pc:docMk/>
          <pc:sldMk cId="0" sldId="257"/>
        </pc:sldMkLst>
      </pc:sldChg>
      <pc:sldChg chg="del">
        <pc:chgData name="예림 정" userId="13fd613011740a2f" providerId="LiveId" clId="{CFC2AD82-9161-4242-9DEF-E0D97DC8CEA8}" dt="2025-04-26T06:29:15.090" v="0" actId="47"/>
        <pc:sldMkLst>
          <pc:docMk/>
          <pc:sldMk cId="0" sldId="258"/>
        </pc:sldMkLst>
      </pc:sldChg>
      <pc:sldChg chg="del">
        <pc:chgData name="예림 정" userId="13fd613011740a2f" providerId="LiveId" clId="{CFC2AD82-9161-4242-9DEF-E0D97DC8CEA8}" dt="2025-04-26T06:29:15.090" v="0" actId="47"/>
        <pc:sldMkLst>
          <pc:docMk/>
          <pc:sldMk cId="0" sldId="259"/>
        </pc:sldMkLst>
      </pc:sldChg>
      <pc:sldChg chg="del">
        <pc:chgData name="예림 정" userId="13fd613011740a2f" providerId="LiveId" clId="{CFC2AD82-9161-4242-9DEF-E0D97DC8CEA8}" dt="2025-04-26T06:29:15.090" v="0" actId="47"/>
        <pc:sldMkLst>
          <pc:docMk/>
          <pc:sldMk cId="0" sldId="260"/>
        </pc:sldMkLst>
      </pc:sldChg>
      <pc:sldChg chg="del">
        <pc:chgData name="예림 정" userId="13fd613011740a2f" providerId="LiveId" clId="{CFC2AD82-9161-4242-9DEF-E0D97DC8CEA8}" dt="2025-04-26T06:29:20.318" v="1" actId="47"/>
        <pc:sldMkLst>
          <pc:docMk/>
          <pc:sldMk cId="0" sldId="261"/>
        </pc:sldMkLst>
      </pc:sldChg>
      <pc:sldChg chg="del">
        <pc:chgData name="예림 정" userId="13fd613011740a2f" providerId="LiveId" clId="{CFC2AD82-9161-4242-9DEF-E0D97DC8CEA8}" dt="2025-04-26T06:29:20.318" v="1" actId="47"/>
        <pc:sldMkLst>
          <pc:docMk/>
          <pc:sldMk cId="0" sldId="262"/>
        </pc:sldMkLst>
      </pc:sldChg>
      <pc:sldChg chg="del">
        <pc:chgData name="예림 정" userId="13fd613011740a2f" providerId="LiveId" clId="{CFC2AD82-9161-4242-9DEF-E0D97DC8CEA8}" dt="2025-04-26T06:29:20.318" v="1" actId="47"/>
        <pc:sldMkLst>
          <pc:docMk/>
          <pc:sldMk cId="0" sldId="263"/>
        </pc:sldMkLst>
      </pc:sldChg>
      <pc:sldChg chg="del">
        <pc:chgData name="예림 정" userId="13fd613011740a2f" providerId="LiveId" clId="{CFC2AD82-9161-4242-9DEF-E0D97DC8CEA8}" dt="2025-04-26T06:29:20.318" v="1" actId="47"/>
        <pc:sldMkLst>
          <pc:docMk/>
          <pc:sldMk cId="0" sldId="264"/>
        </pc:sldMkLst>
      </pc:sldChg>
      <pc:sldChg chg="del">
        <pc:chgData name="예림 정" userId="13fd613011740a2f" providerId="LiveId" clId="{CFC2AD82-9161-4242-9DEF-E0D97DC8CEA8}" dt="2025-04-26T06:29:20.318" v="1" actId="47"/>
        <pc:sldMkLst>
          <pc:docMk/>
          <pc:sldMk cId="0" sldId="265"/>
        </pc:sldMkLst>
      </pc:sldChg>
      <pc:sldChg chg="del">
        <pc:chgData name="예림 정" userId="13fd613011740a2f" providerId="LiveId" clId="{CFC2AD82-9161-4242-9DEF-E0D97DC8CEA8}" dt="2025-04-26T06:29:23.718" v="2" actId="47"/>
        <pc:sldMkLst>
          <pc:docMk/>
          <pc:sldMk cId="0" sldId="266"/>
        </pc:sldMkLst>
      </pc:sldChg>
      <pc:sldChg chg="del">
        <pc:chgData name="예림 정" userId="13fd613011740a2f" providerId="LiveId" clId="{CFC2AD82-9161-4242-9DEF-E0D97DC8CEA8}" dt="2025-04-26T06:29:23.718" v="2" actId="47"/>
        <pc:sldMkLst>
          <pc:docMk/>
          <pc:sldMk cId="0" sldId="267"/>
        </pc:sldMkLst>
      </pc:sldChg>
      <pc:sldChg chg="del">
        <pc:chgData name="예림 정" userId="13fd613011740a2f" providerId="LiveId" clId="{CFC2AD82-9161-4242-9DEF-E0D97DC8CEA8}" dt="2025-04-26T06:29:23.718" v="2" actId="47"/>
        <pc:sldMkLst>
          <pc:docMk/>
          <pc:sldMk cId="0" sldId="268"/>
        </pc:sldMkLst>
      </pc:sldChg>
      <pc:sldChg chg="del">
        <pc:chgData name="예림 정" userId="13fd613011740a2f" providerId="LiveId" clId="{CFC2AD82-9161-4242-9DEF-E0D97DC8CEA8}" dt="2025-04-26T06:29:23.718" v="2" actId="47"/>
        <pc:sldMkLst>
          <pc:docMk/>
          <pc:sldMk cId="0" sldId="269"/>
        </pc:sldMkLst>
      </pc:sldChg>
      <pc:sldChg chg="del">
        <pc:chgData name="예림 정" userId="13fd613011740a2f" providerId="LiveId" clId="{CFC2AD82-9161-4242-9DEF-E0D97DC8CEA8}" dt="2025-04-26T06:29:23.718" v="2" actId="47"/>
        <pc:sldMkLst>
          <pc:docMk/>
          <pc:sldMk cId="0" sldId="270"/>
        </pc:sldMkLst>
      </pc:sldChg>
      <pc:sldChg chg="del">
        <pc:chgData name="예림 정" userId="13fd613011740a2f" providerId="LiveId" clId="{CFC2AD82-9161-4242-9DEF-E0D97DC8CEA8}" dt="2025-04-26T06:29:31.714" v="3" actId="47"/>
        <pc:sldMkLst>
          <pc:docMk/>
          <pc:sldMk cId="0" sldId="271"/>
        </pc:sldMkLst>
      </pc:sldChg>
      <pc:sldChg chg="del">
        <pc:chgData name="예림 정" userId="13fd613011740a2f" providerId="LiveId" clId="{CFC2AD82-9161-4242-9DEF-E0D97DC8CEA8}" dt="2025-04-26T06:29:31.714" v="3" actId="47"/>
        <pc:sldMkLst>
          <pc:docMk/>
          <pc:sldMk cId="0" sldId="272"/>
        </pc:sldMkLst>
      </pc:sldChg>
      <pc:sldChg chg="del">
        <pc:chgData name="예림 정" userId="13fd613011740a2f" providerId="LiveId" clId="{CFC2AD82-9161-4242-9DEF-E0D97DC8CEA8}" dt="2025-04-26T06:29:31.714" v="3" actId="47"/>
        <pc:sldMkLst>
          <pc:docMk/>
          <pc:sldMk cId="0" sldId="273"/>
        </pc:sldMkLst>
      </pc:sldChg>
      <pc:sldChg chg="del">
        <pc:chgData name="예림 정" userId="13fd613011740a2f" providerId="LiveId" clId="{CFC2AD82-9161-4242-9DEF-E0D97DC8CEA8}" dt="2025-04-26T06:29:31.714" v="3" actId="47"/>
        <pc:sldMkLst>
          <pc:docMk/>
          <pc:sldMk cId="0" sldId="274"/>
        </pc:sldMkLst>
      </pc:sldChg>
      <pc:sldChg chg="del">
        <pc:chgData name="예림 정" userId="13fd613011740a2f" providerId="LiveId" clId="{CFC2AD82-9161-4242-9DEF-E0D97DC8CEA8}" dt="2025-04-26T06:29:31.714" v="3" actId="47"/>
        <pc:sldMkLst>
          <pc:docMk/>
          <pc:sldMk cId="0" sldId="275"/>
        </pc:sldMkLst>
      </pc:sldChg>
      <pc:sldChg chg="del">
        <pc:chgData name="예림 정" userId="13fd613011740a2f" providerId="LiveId" clId="{CFC2AD82-9161-4242-9DEF-E0D97DC8CEA8}" dt="2025-04-26T06:29:36.186" v="4" actId="47"/>
        <pc:sldMkLst>
          <pc:docMk/>
          <pc:sldMk cId="0" sldId="276"/>
        </pc:sldMkLst>
      </pc:sldChg>
      <pc:sldChg chg="del">
        <pc:chgData name="예림 정" userId="13fd613011740a2f" providerId="LiveId" clId="{CFC2AD82-9161-4242-9DEF-E0D97DC8CEA8}" dt="2025-04-26T06:29:36.186" v="4" actId="47"/>
        <pc:sldMkLst>
          <pc:docMk/>
          <pc:sldMk cId="0" sldId="277"/>
        </pc:sldMkLst>
      </pc:sldChg>
      <pc:sldChg chg="del">
        <pc:chgData name="예림 정" userId="13fd613011740a2f" providerId="LiveId" clId="{CFC2AD82-9161-4242-9DEF-E0D97DC8CEA8}" dt="2025-04-26T06:29:39.464" v="6" actId="47"/>
        <pc:sldMkLst>
          <pc:docMk/>
          <pc:sldMk cId="0" sldId="278"/>
        </pc:sldMkLst>
      </pc:sldChg>
      <pc:sldChg chg="del">
        <pc:chgData name="예림 정" userId="13fd613011740a2f" providerId="LiveId" clId="{CFC2AD82-9161-4242-9DEF-E0D97DC8CEA8}" dt="2025-04-26T06:29:42.011" v="7" actId="47"/>
        <pc:sldMkLst>
          <pc:docMk/>
          <pc:sldMk cId="0" sldId="280"/>
        </pc:sldMkLst>
      </pc:sldChg>
      <pc:sldChg chg="del">
        <pc:chgData name="예림 정" userId="13fd613011740a2f" providerId="LiveId" clId="{CFC2AD82-9161-4242-9DEF-E0D97DC8CEA8}" dt="2025-04-26T06:29:42.684" v="8" actId="47"/>
        <pc:sldMkLst>
          <pc:docMk/>
          <pc:sldMk cId="0" sldId="281"/>
        </pc:sldMkLst>
      </pc:sldChg>
      <pc:sldChg chg="add del">
        <pc:chgData name="예림 정" userId="13fd613011740a2f" providerId="LiveId" clId="{CFC2AD82-9161-4242-9DEF-E0D97DC8CEA8}" dt="2025-04-26T06:29:58.329" v="34" actId="47"/>
        <pc:sldMkLst>
          <pc:docMk/>
          <pc:sldMk cId="0" sldId="282"/>
        </pc:sldMkLst>
      </pc:sldChg>
      <pc:sldChg chg="del">
        <pc:chgData name="예림 정" userId="13fd613011740a2f" providerId="LiveId" clId="{CFC2AD82-9161-4242-9DEF-E0D97DC8CEA8}" dt="2025-04-26T06:29:47.149" v="9" actId="47"/>
        <pc:sldMkLst>
          <pc:docMk/>
          <pc:sldMk cId="0" sldId="284"/>
        </pc:sldMkLst>
      </pc:sldChg>
      <pc:sldChg chg="del">
        <pc:chgData name="예림 정" userId="13fd613011740a2f" providerId="LiveId" clId="{CFC2AD82-9161-4242-9DEF-E0D97DC8CEA8}" dt="2025-04-26T06:29:47.541" v="10" actId="47"/>
        <pc:sldMkLst>
          <pc:docMk/>
          <pc:sldMk cId="0" sldId="285"/>
        </pc:sldMkLst>
      </pc:sldChg>
      <pc:sldChg chg="del">
        <pc:chgData name="예림 정" userId="13fd613011740a2f" providerId="LiveId" clId="{CFC2AD82-9161-4242-9DEF-E0D97DC8CEA8}" dt="2025-04-26T06:29:48.554" v="11" actId="47"/>
        <pc:sldMkLst>
          <pc:docMk/>
          <pc:sldMk cId="0" sldId="286"/>
        </pc:sldMkLst>
      </pc:sldChg>
      <pc:sldChg chg="del">
        <pc:chgData name="예림 정" userId="13fd613011740a2f" providerId="LiveId" clId="{CFC2AD82-9161-4242-9DEF-E0D97DC8CEA8}" dt="2025-04-26T06:29:49.803" v="12" actId="47"/>
        <pc:sldMkLst>
          <pc:docMk/>
          <pc:sldMk cId="0" sldId="287"/>
        </pc:sldMkLst>
      </pc:sldChg>
      <pc:sldChg chg="del">
        <pc:chgData name="예림 정" userId="13fd613011740a2f" providerId="LiveId" clId="{CFC2AD82-9161-4242-9DEF-E0D97DC8CEA8}" dt="2025-04-26T06:29:50.543" v="13" actId="47"/>
        <pc:sldMkLst>
          <pc:docMk/>
          <pc:sldMk cId="0" sldId="288"/>
        </pc:sldMkLst>
      </pc:sldChg>
      <pc:sldChg chg="add del">
        <pc:chgData name="예림 정" userId="13fd613011740a2f" providerId="LiveId" clId="{CFC2AD82-9161-4242-9DEF-E0D97DC8CEA8}" dt="2025-04-26T06:29:58.832" v="35" actId="47"/>
        <pc:sldMkLst>
          <pc:docMk/>
          <pc:sldMk cId="0" sldId="290"/>
        </pc:sldMkLst>
      </pc:sldChg>
      <pc:sldChg chg="del">
        <pc:chgData name="예림 정" userId="13fd613011740a2f" providerId="LiveId" clId="{CFC2AD82-9161-4242-9DEF-E0D97DC8CEA8}" dt="2025-04-26T06:29:53.216" v="14" actId="47"/>
        <pc:sldMkLst>
          <pc:docMk/>
          <pc:sldMk cId="0" sldId="291"/>
        </pc:sldMkLst>
      </pc:sldChg>
      <pc:sldChg chg="del">
        <pc:chgData name="예림 정" userId="13fd613011740a2f" providerId="LiveId" clId="{CFC2AD82-9161-4242-9DEF-E0D97DC8CEA8}" dt="2025-04-26T06:29:53.467" v="15" actId="47"/>
        <pc:sldMkLst>
          <pc:docMk/>
          <pc:sldMk cId="0" sldId="292"/>
        </pc:sldMkLst>
      </pc:sldChg>
      <pc:sldChg chg="del">
        <pc:chgData name="예림 정" userId="13fd613011740a2f" providerId="LiveId" clId="{CFC2AD82-9161-4242-9DEF-E0D97DC8CEA8}" dt="2025-04-26T06:29:53.861" v="16" actId="47"/>
        <pc:sldMkLst>
          <pc:docMk/>
          <pc:sldMk cId="0" sldId="293"/>
        </pc:sldMkLst>
      </pc:sldChg>
      <pc:sldChg chg="del">
        <pc:chgData name="예림 정" userId="13fd613011740a2f" providerId="LiveId" clId="{CFC2AD82-9161-4242-9DEF-E0D97DC8CEA8}" dt="2025-04-26T06:29:54.429" v="17" actId="47"/>
        <pc:sldMkLst>
          <pc:docMk/>
          <pc:sldMk cId="0" sldId="294"/>
        </pc:sldMkLst>
      </pc:sldChg>
      <pc:sldChg chg="del">
        <pc:chgData name="예림 정" userId="13fd613011740a2f" providerId="LiveId" clId="{CFC2AD82-9161-4242-9DEF-E0D97DC8CEA8}" dt="2025-04-26T06:29:54.888" v="18" actId="47"/>
        <pc:sldMkLst>
          <pc:docMk/>
          <pc:sldMk cId="0" sldId="295"/>
        </pc:sldMkLst>
      </pc:sldChg>
      <pc:sldChg chg="del">
        <pc:chgData name="예림 정" userId="13fd613011740a2f" providerId="LiveId" clId="{CFC2AD82-9161-4242-9DEF-E0D97DC8CEA8}" dt="2025-04-26T06:29:55.061" v="19" actId="47"/>
        <pc:sldMkLst>
          <pc:docMk/>
          <pc:sldMk cId="0" sldId="296"/>
        </pc:sldMkLst>
      </pc:sldChg>
      <pc:sldChg chg="del">
        <pc:chgData name="예림 정" userId="13fd613011740a2f" providerId="LiveId" clId="{CFC2AD82-9161-4242-9DEF-E0D97DC8CEA8}" dt="2025-04-26T06:29:55.219" v="20" actId="47"/>
        <pc:sldMkLst>
          <pc:docMk/>
          <pc:sldMk cId="0" sldId="297"/>
        </pc:sldMkLst>
      </pc:sldChg>
      <pc:sldChg chg="del">
        <pc:chgData name="예림 정" userId="13fd613011740a2f" providerId="LiveId" clId="{CFC2AD82-9161-4242-9DEF-E0D97DC8CEA8}" dt="2025-04-26T06:29:55.363" v="21" actId="47"/>
        <pc:sldMkLst>
          <pc:docMk/>
          <pc:sldMk cId="0" sldId="298"/>
        </pc:sldMkLst>
      </pc:sldChg>
      <pc:sldChg chg="del">
        <pc:chgData name="예림 정" userId="13fd613011740a2f" providerId="LiveId" clId="{CFC2AD82-9161-4242-9DEF-E0D97DC8CEA8}" dt="2025-04-26T06:29:55.496" v="22" actId="47"/>
        <pc:sldMkLst>
          <pc:docMk/>
          <pc:sldMk cId="0" sldId="299"/>
        </pc:sldMkLst>
      </pc:sldChg>
      <pc:sldChg chg="del">
        <pc:chgData name="예림 정" userId="13fd613011740a2f" providerId="LiveId" clId="{CFC2AD82-9161-4242-9DEF-E0D97DC8CEA8}" dt="2025-04-26T06:29:55.992" v="23" actId="47"/>
        <pc:sldMkLst>
          <pc:docMk/>
          <pc:sldMk cId="0" sldId="300"/>
        </pc:sldMkLst>
      </pc:sldChg>
      <pc:sldChg chg="del">
        <pc:chgData name="예림 정" userId="13fd613011740a2f" providerId="LiveId" clId="{CFC2AD82-9161-4242-9DEF-E0D97DC8CEA8}" dt="2025-04-26T06:29:56.163" v="24" actId="47"/>
        <pc:sldMkLst>
          <pc:docMk/>
          <pc:sldMk cId="0" sldId="301"/>
        </pc:sldMkLst>
      </pc:sldChg>
      <pc:sldChg chg="del">
        <pc:chgData name="예림 정" userId="13fd613011740a2f" providerId="LiveId" clId="{CFC2AD82-9161-4242-9DEF-E0D97DC8CEA8}" dt="2025-04-26T06:29:56.293" v="25" actId="47"/>
        <pc:sldMkLst>
          <pc:docMk/>
          <pc:sldMk cId="0" sldId="302"/>
        </pc:sldMkLst>
      </pc:sldChg>
      <pc:sldChg chg="del">
        <pc:chgData name="예림 정" userId="13fd613011740a2f" providerId="LiveId" clId="{CFC2AD82-9161-4242-9DEF-E0D97DC8CEA8}" dt="2025-04-26T06:29:56.467" v="26" actId="47"/>
        <pc:sldMkLst>
          <pc:docMk/>
          <pc:sldMk cId="0" sldId="303"/>
        </pc:sldMkLst>
      </pc:sldChg>
      <pc:sldChg chg="del">
        <pc:chgData name="예림 정" userId="13fd613011740a2f" providerId="LiveId" clId="{CFC2AD82-9161-4242-9DEF-E0D97DC8CEA8}" dt="2025-04-26T06:29:56.578" v="27" actId="47"/>
        <pc:sldMkLst>
          <pc:docMk/>
          <pc:sldMk cId="0" sldId="304"/>
        </pc:sldMkLst>
      </pc:sldChg>
      <pc:sldChg chg="del">
        <pc:chgData name="예림 정" userId="13fd613011740a2f" providerId="LiveId" clId="{CFC2AD82-9161-4242-9DEF-E0D97DC8CEA8}" dt="2025-04-26T06:29:56.752" v="28" actId="47"/>
        <pc:sldMkLst>
          <pc:docMk/>
          <pc:sldMk cId="0" sldId="305"/>
        </pc:sldMkLst>
      </pc:sldChg>
      <pc:sldChg chg="add del">
        <pc:chgData name="예림 정" userId="13fd613011740a2f" providerId="LiveId" clId="{CFC2AD82-9161-4242-9DEF-E0D97DC8CEA8}" dt="2025-04-26T06:30:04.168" v="39" actId="47"/>
        <pc:sldMkLst>
          <pc:docMk/>
          <pc:sldMk cId="0" sldId="306"/>
        </pc:sldMkLst>
      </pc:sldChg>
      <pc:sldChg chg="add del">
        <pc:chgData name="예림 정" userId="13fd613011740a2f" providerId="LiveId" clId="{CFC2AD82-9161-4242-9DEF-E0D97DC8CEA8}" dt="2025-04-26T06:30:04.689" v="40" actId="47"/>
        <pc:sldMkLst>
          <pc:docMk/>
          <pc:sldMk cId="0" sldId="307"/>
        </pc:sldMkLst>
      </pc:sldChg>
      <pc:sldChg chg="add del">
        <pc:chgData name="예림 정" userId="13fd613011740a2f" providerId="LiveId" clId="{CFC2AD82-9161-4242-9DEF-E0D97DC8CEA8}" dt="2025-04-26T06:29:59.602" v="36" actId="47"/>
        <pc:sldMkLst>
          <pc:docMk/>
          <pc:sldMk cId="0" sldId="308"/>
        </pc:sldMkLst>
      </pc:sldChg>
      <pc:sldChg chg="del">
        <pc:chgData name="예림 정" userId="13fd613011740a2f" providerId="LiveId" clId="{CFC2AD82-9161-4242-9DEF-E0D97DC8CEA8}" dt="2025-04-26T06:29:36.186" v="4" actId="47"/>
        <pc:sldMkLst>
          <pc:docMk/>
          <pc:sldMk cId="0" sldId="309"/>
        </pc:sldMkLst>
      </pc:sldChg>
      <pc:sldChg chg="del">
        <pc:chgData name="예림 정" userId="13fd613011740a2f" providerId="LiveId" clId="{CFC2AD82-9161-4242-9DEF-E0D97DC8CEA8}" dt="2025-04-26T06:29:36.186" v="4" actId="47"/>
        <pc:sldMkLst>
          <pc:docMk/>
          <pc:sldMk cId="0" sldId="310"/>
        </pc:sldMkLst>
      </pc:sldChg>
      <pc:sldChg chg="del">
        <pc:chgData name="예림 정" userId="13fd613011740a2f" providerId="LiveId" clId="{CFC2AD82-9161-4242-9DEF-E0D97DC8CEA8}" dt="2025-04-26T06:29:36.186" v="4" actId="47"/>
        <pc:sldMkLst>
          <pc:docMk/>
          <pc:sldMk cId="2200856621" sldId="311"/>
        </pc:sldMkLst>
      </pc:sldChg>
      <pc:sldChg chg="del">
        <pc:chgData name="예림 정" userId="13fd613011740a2f" providerId="LiveId" clId="{CFC2AD82-9161-4242-9DEF-E0D97DC8CEA8}" dt="2025-04-26T06:29:38.330" v="5" actId="47"/>
        <pc:sldMkLst>
          <pc:docMk/>
          <pc:sldMk cId="0" sldId="312"/>
        </pc:sldMkLst>
      </pc:sldChg>
      <pc:sldChg chg="del">
        <pc:chgData name="예림 정" userId="13fd613011740a2f" providerId="LiveId" clId="{CFC2AD82-9161-4242-9DEF-E0D97DC8CEA8}" dt="2025-04-26T06:29:38.330" v="5" actId="47"/>
        <pc:sldMkLst>
          <pc:docMk/>
          <pc:sldMk cId="0" sldId="31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4257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0D29721-2204-87BE-BAB9-4C71B39B79E9}"/>
              </a:ext>
            </a:extLst>
          </p:cNvPr>
          <p:cNvSpPr txBox="1"/>
          <p:nvPr/>
        </p:nvSpPr>
        <p:spPr>
          <a:xfrm>
            <a:off x="1290919" y="2568388"/>
            <a:ext cx="120292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유치원생</a:t>
            </a:r>
            <a:r>
              <a:rPr lang="en-US" altLang="ko-KR" sz="2000" dirty="0"/>
              <a:t>~</a:t>
            </a:r>
            <a:r>
              <a:rPr lang="ko-KR" altLang="en-US" sz="2000" dirty="0"/>
              <a:t>초</a:t>
            </a:r>
            <a:r>
              <a:rPr lang="en-US" altLang="ko-KR" sz="2000" dirty="0"/>
              <a:t>2</a:t>
            </a:r>
            <a:r>
              <a:rPr lang="ko-KR" altLang="en-US" sz="2000" dirty="0"/>
              <a:t>에 이르는 어린 아이를 둔 학부모는 자녀의 스마트폰 사용 습관에 불만을 가지고 있을 것이다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6619CC-5212-B5F1-769B-BEDC3FCA6009}"/>
              </a:ext>
            </a:extLst>
          </p:cNvPr>
          <p:cNvSpPr txBox="1"/>
          <p:nvPr/>
        </p:nvSpPr>
        <p:spPr>
          <a:xfrm>
            <a:off x="1290918" y="3446929"/>
            <a:ext cx="119138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유치원생</a:t>
            </a:r>
            <a:r>
              <a:rPr lang="en-US" altLang="ko-KR" sz="2000" dirty="0"/>
              <a:t>~</a:t>
            </a:r>
            <a:r>
              <a:rPr lang="ko-KR" altLang="en-US" sz="2000" dirty="0"/>
              <a:t>초</a:t>
            </a:r>
            <a:r>
              <a:rPr lang="en-US" altLang="ko-KR" sz="2000" dirty="0"/>
              <a:t>2</a:t>
            </a:r>
            <a:r>
              <a:rPr lang="ko-KR" altLang="en-US" sz="2000" dirty="0"/>
              <a:t>에 이르는 어린 아이는 콘텐츠의 선택에 있어 부모의 지도보다 재미를 더욱 중요시할 것이다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79EF8D-9849-C900-664B-65B6C1CB32EA}"/>
              </a:ext>
            </a:extLst>
          </p:cNvPr>
          <p:cNvSpPr txBox="1"/>
          <p:nvPr/>
        </p:nvSpPr>
        <p:spPr>
          <a:xfrm>
            <a:off x="1223849" y="6507231"/>
            <a:ext cx="125309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고객의 </a:t>
            </a:r>
            <a:r>
              <a:rPr lang="en-US" altLang="ko-KR" sz="2000" dirty="0"/>
              <a:t>70%</a:t>
            </a:r>
            <a:r>
              <a:rPr lang="ko-KR" altLang="en-US" sz="2000" dirty="0"/>
              <a:t>는 사용자의 서비스 이용에 대해서 만족하고</a:t>
            </a:r>
            <a:r>
              <a:rPr lang="en-US" altLang="ko-KR" sz="2000" dirty="0"/>
              <a:t>, </a:t>
            </a:r>
            <a:r>
              <a:rPr lang="ko-KR" altLang="en-US" sz="2000" dirty="0"/>
              <a:t>적어도 하루 </a:t>
            </a:r>
            <a:r>
              <a:rPr lang="en-US" altLang="ko-KR" sz="2000" dirty="0"/>
              <a:t>30</a:t>
            </a:r>
            <a:r>
              <a:rPr lang="ko-KR" altLang="en-US" sz="2000" dirty="0"/>
              <a:t>분은 해당 서비스를 사용하게 할 것이다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7BAEB2-1FD5-D779-690B-54A9C1BDFD8A}"/>
              </a:ext>
            </a:extLst>
          </p:cNvPr>
          <p:cNvSpPr txBox="1"/>
          <p:nvPr/>
        </p:nvSpPr>
        <p:spPr>
          <a:xfrm>
            <a:off x="1223848" y="7385772"/>
            <a:ext cx="75648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사용자의 </a:t>
            </a:r>
            <a:r>
              <a:rPr lang="en-US" altLang="ko-KR" sz="2000" dirty="0"/>
              <a:t>50%</a:t>
            </a:r>
            <a:r>
              <a:rPr lang="ko-KR" altLang="en-US" sz="2000" dirty="0"/>
              <a:t>는 첫 사용 이후 자발적으로 서비스를 이용할 것이다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29E0B1-74A0-DF07-197A-5E44D0A532CE}"/>
              </a:ext>
            </a:extLst>
          </p:cNvPr>
          <p:cNvSpPr txBox="1"/>
          <p:nvPr/>
        </p:nvSpPr>
        <p:spPr>
          <a:xfrm>
            <a:off x="1024243" y="536708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/>
              <a:t>가설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D1BF13-C113-A7A6-DC54-095BDF4EFAF2}"/>
              </a:ext>
            </a:extLst>
          </p:cNvPr>
          <p:cNvSpPr txBox="1"/>
          <p:nvPr/>
        </p:nvSpPr>
        <p:spPr>
          <a:xfrm>
            <a:off x="14882406" y="2476175"/>
            <a:ext cx="370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X</a:t>
            </a:r>
            <a:endParaRPr lang="ko-KR" alt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7D09BE-C39C-EB5E-C0C0-F904BCAC8B97}"/>
              </a:ext>
            </a:extLst>
          </p:cNvPr>
          <p:cNvSpPr txBox="1"/>
          <p:nvPr/>
        </p:nvSpPr>
        <p:spPr>
          <a:xfrm>
            <a:off x="14882406" y="3446929"/>
            <a:ext cx="370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X</a:t>
            </a:r>
            <a:endParaRPr lang="ko-KR" alt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983340-3D66-FCC2-5F70-E467F4668215}"/>
              </a:ext>
            </a:extLst>
          </p:cNvPr>
          <p:cNvSpPr txBox="1"/>
          <p:nvPr/>
        </p:nvSpPr>
        <p:spPr>
          <a:xfrm>
            <a:off x="14882406" y="6399614"/>
            <a:ext cx="370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X</a:t>
            </a:r>
            <a:endParaRPr lang="ko-KR" alt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35FEE1-D4E4-432C-2C93-088318BABEDF}"/>
              </a:ext>
            </a:extLst>
          </p:cNvPr>
          <p:cNvSpPr txBox="1"/>
          <p:nvPr/>
        </p:nvSpPr>
        <p:spPr>
          <a:xfrm>
            <a:off x="14859567" y="7267845"/>
            <a:ext cx="370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X</a:t>
            </a:r>
            <a:endParaRPr lang="ko-KR" alt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4E4F00-7EB7-7FEC-EA15-A47049A11759}"/>
              </a:ext>
            </a:extLst>
          </p:cNvPr>
          <p:cNvSpPr txBox="1"/>
          <p:nvPr/>
        </p:nvSpPr>
        <p:spPr>
          <a:xfrm>
            <a:off x="728557" y="2078879"/>
            <a:ext cx="1210588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케이스</a:t>
            </a:r>
            <a:r>
              <a:rPr lang="en-US" altLang="ko-KR" sz="1600" dirty="0"/>
              <a:t>4</a:t>
            </a:r>
          </a:p>
          <a:p>
            <a:r>
              <a:rPr lang="ko-KR" altLang="en-US" sz="1600" dirty="0"/>
              <a:t>고객</a:t>
            </a:r>
            <a:endParaRPr lang="en-US" altLang="ko-KR" sz="1600" dirty="0"/>
          </a:p>
          <a:p>
            <a:r>
              <a:rPr lang="en-US" altLang="ko-KR" sz="1600" dirty="0"/>
              <a:t>=</a:t>
            </a:r>
          </a:p>
          <a:p>
            <a:r>
              <a:rPr lang="ko-KR" altLang="en-US" sz="1600" dirty="0"/>
              <a:t>문제당사자</a:t>
            </a:r>
            <a:endParaRPr lang="en-US" altLang="ko-KR" sz="1600" dirty="0"/>
          </a:p>
          <a:p>
            <a:r>
              <a:rPr lang="en-US" altLang="ko-KR" sz="1600" dirty="0"/>
              <a:t>!= </a:t>
            </a:r>
            <a:r>
              <a:rPr lang="ko-KR" altLang="en-US" sz="1600" dirty="0"/>
              <a:t>사용자</a:t>
            </a:r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397B4A-4C4F-5338-08A3-E2DBC20CD0EC}"/>
              </a:ext>
            </a:extLst>
          </p:cNvPr>
          <p:cNvSpPr txBox="1"/>
          <p:nvPr/>
        </p:nvSpPr>
        <p:spPr>
          <a:xfrm>
            <a:off x="2091545" y="2078879"/>
            <a:ext cx="3408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어린 아이의 스마트폰</a:t>
            </a:r>
            <a:r>
              <a:rPr lang="en-US" altLang="ko-KR" sz="1600" dirty="0"/>
              <a:t>/</a:t>
            </a:r>
            <a:r>
              <a:rPr lang="ko-KR" altLang="en-US" sz="1600" dirty="0"/>
              <a:t>패드</a:t>
            </a:r>
            <a:endParaRPr lang="en-US" altLang="ko-KR" sz="1600" dirty="0"/>
          </a:p>
          <a:p>
            <a:r>
              <a:rPr lang="ko-KR" altLang="en-US" sz="1600" dirty="0"/>
              <a:t>콘텐츠 소비 습관이 걱정된다</a:t>
            </a:r>
            <a:r>
              <a:rPr lang="en-US" altLang="ko-KR" sz="1600" dirty="0"/>
              <a:t>.</a:t>
            </a:r>
            <a:endParaRPr lang="ko-KR" alt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4FC2AB-E367-8469-4562-8C9E594C68F8}"/>
              </a:ext>
            </a:extLst>
          </p:cNvPr>
          <p:cNvSpPr txBox="1"/>
          <p:nvPr/>
        </p:nvSpPr>
        <p:spPr>
          <a:xfrm>
            <a:off x="2091545" y="3140708"/>
            <a:ext cx="3408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부모님이 권유하는 교육용 콘텐츠에</a:t>
            </a:r>
            <a:endParaRPr lang="en-US" altLang="ko-KR" sz="1600" dirty="0"/>
          </a:p>
          <a:p>
            <a:r>
              <a:rPr lang="ko-KR" altLang="en-US" sz="1600" dirty="0"/>
              <a:t>흥미가 없다</a:t>
            </a:r>
            <a:r>
              <a:rPr lang="en-US" altLang="ko-KR" sz="16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984F6C-7209-D09F-CB58-E883009402F5}"/>
              </a:ext>
            </a:extLst>
          </p:cNvPr>
          <p:cNvSpPr txBox="1"/>
          <p:nvPr/>
        </p:nvSpPr>
        <p:spPr>
          <a:xfrm>
            <a:off x="2091545" y="4258856"/>
            <a:ext cx="34083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아이가 꾸준히 재미있게 즐길 수 있으면서 교육적 효과가 있는 콘텐츠가 필요하다</a:t>
            </a:r>
            <a:r>
              <a:rPr lang="en-US" altLang="ko-KR" sz="16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2668E3-2B44-EC11-6170-943F9723DDBC}"/>
              </a:ext>
            </a:extLst>
          </p:cNvPr>
          <p:cNvSpPr txBox="1"/>
          <p:nvPr/>
        </p:nvSpPr>
        <p:spPr>
          <a:xfrm>
            <a:off x="5955333" y="2078878"/>
            <a:ext cx="3408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(</a:t>
            </a:r>
            <a:r>
              <a:rPr lang="ko-KR" altLang="en-US" sz="1600" dirty="0"/>
              <a:t>추후 분석 예정</a:t>
            </a:r>
            <a:r>
              <a:rPr lang="en-US" altLang="ko-KR" sz="1600" dirty="0"/>
              <a:t>)</a:t>
            </a:r>
          </a:p>
          <a:p>
            <a:endParaRPr lang="en-US" altLang="ko-KR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5D6D8D-725E-36FD-67F0-0DE9D99407B6}"/>
              </a:ext>
            </a:extLst>
          </p:cNvPr>
          <p:cNvSpPr txBox="1"/>
          <p:nvPr/>
        </p:nvSpPr>
        <p:spPr>
          <a:xfrm>
            <a:off x="11455180" y="2352403"/>
            <a:ext cx="474852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1. </a:t>
            </a:r>
            <a:r>
              <a:rPr lang="ko-KR" altLang="en-US" sz="2000" dirty="0"/>
              <a:t>원하는 주제를 골라 지식</a:t>
            </a:r>
            <a:r>
              <a:rPr lang="en-US" altLang="ko-KR" sz="2000" dirty="0"/>
              <a:t> </a:t>
            </a:r>
            <a:r>
              <a:rPr lang="ko-KR" altLang="en-US" sz="2000" dirty="0"/>
              <a:t>습득</a:t>
            </a:r>
            <a:endParaRPr lang="en-US" altLang="ko-KR" sz="2000" dirty="0"/>
          </a:p>
          <a:p>
            <a:r>
              <a:rPr lang="en-US" altLang="ko-KR" sz="2000" dirty="0"/>
              <a:t>2. </a:t>
            </a:r>
            <a:r>
              <a:rPr lang="ko-KR" altLang="en-US" sz="2000" dirty="0"/>
              <a:t>하늘에서 떨어지는 똥을 피하는 게임에 </a:t>
            </a:r>
            <a:r>
              <a:rPr lang="en-US" altLang="ko-KR" sz="2000" dirty="0"/>
              <a:t>OX</a:t>
            </a:r>
            <a:r>
              <a:rPr lang="ko-KR" altLang="en-US" sz="2000" dirty="0"/>
              <a:t> 퀴즈를 등장시켜 아이들의 흥미</a:t>
            </a:r>
            <a:r>
              <a:rPr lang="en-US" altLang="ko-KR" sz="2000" dirty="0"/>
              <a:t> </a:t>
            </a:r>
            <a:r>
              <a:rPr lang="ko-KR" altLang="en-US" sz="2000" dirty="0"/>
              <a:t>유발</a:t>
            </a:r>
            <a:endParaRPr lang="en-US" altLang="ko-KR" sz="2000" dirty="0"/>
          </a:p>
          <a:p>
            <a:r>
              <a:rPr lang="en-US" altLang="ko-KR" sz="2000" dirty="0"/>
              <a:t>3. </a:t>
            </a:r>
            <a:r>
              <a:rPr lang="ko-KR" altLang="en-US" sz="2000" dirty="0"/>
              <a:t>시간이 지날수록 똥이 떨어지는 속도나 퀴즈의 난도를 어렵게 해 승부욕</a:t>
            </a:r>
            <a:r>
              <a:rPr lang="en-US" altLang="ko-KR" sz="2000" dirty="0"/>
              <a:t> </a:t>
            </a:r>
            <a:r>
              <a:rPr lang="ko-KR" altLang="en-US" sz="2000" dirty="0"/>
              <a:t>자극</a:t>
            </a:r>
            <a:endParaRPr lang="en-US" altLang="ko-KR" sz="2000" dirty="0"/>
          </a:p>
          <a:p>
            <a:r>
              <a:rPr lang="en-US" altLang="ko-KR" sz="2000" dirty="0"/>
              <a:t>4. </a:t>
            </a:r>
            <a:r>
              <a:rPr lang="ko-KR" altLang="en-US" sz="2000" dirty="0"/>
              <a:t>조작하는 캐릭터를 게임 재화로 커스터마이징</a:t>
            </a:r>
            <a:endParaRPr lang="en-US" altLang="ko-KR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22CDB3-74C0-47D6-D93E-6C1D9AFAFB0B}"/>
              </a:ext>
            </a:extLst>
          </p:cNvPr>
          <p:cNvSpPr txBox="1"/>
          <p:nvPr/>
        </p:nvSpPr>
        <p:spPr>
          <a:xfrm>
            <a:off x="986079" y="7316102"/>
            <a:ext cx="1521762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학부모와 유치원</a:t>
            </a:r>
            <a:r>
              <a:rPr lang="en-US" altLang="ko-KR" dirty="0"/>
              <a:t>~</a:t>
            </a:r>
            <a:r>
              <a:rPr lang="ko-KR" altLang="en-US" dirty="0"/>
              <a:t>초</a:t>
            </a:r>
            <a:r>
              <a:rPr lang="en-US" altLang="ko-KR" dirty="0"/>
              <a:t>2</a:t>
            </a:r>
            <a:r>
              <a:rPr lang="ko-KR" altLang="en-US" dirty="0"/>
              <a:t> 어린 자녀가 </a:t>
            </a:r>
            <a:endParaRPr lang="en-US" altLang="ko-KR" dirty="0"/>
          </a:p>
          <a:p>
            <a:r>
              <a:rPr lang="ko-KR" altLang="en-US" dirty="0"/>
              <a:t>각자의 </a:t>
            </a:r>
            <a:r>
              <a:rPr lang="en-US" altLang="ko-KR" dirty="0"/>
              <a:t>‘</a:t>
            </a:r>
            <a:r>
              <a:rPr lang="ko-KR" altLang="en-US" dirty="0"/>
              <a:t>아이가 교육적이고 유익한 콘텐츠를 소비했으면 함</a:t>
            </a:r>
            <a:r>
              <a:rPr lang="en-US" altLang="ko-KR" dirty="0"/>
              <a:t>‘</a:t>
            </a:r>
            <a:r>
              <a:rPr lang="ko-KR" altLang="en-US" dirty="0"/>
              <a:t>과 </a:t>
            </a:r>
            <a:r>
              <a:rPr lang="en-US" altLang="ko-KR" dirty="0"/>
              <a:t>‘</a:t>
            </a:r>
            <a:r>
              <a:rPr lang="ko-KR" altLang="en-US" dirty="0"/>
              <a:t>부모님이 권유하는 교육 콘텐츠에는 별 흥미가 없음</a:t>
            </a:r>
            <a:r>
              <a:rPr lang="en-US" altLang="ko-KR" dirty="0"/>
              <a:t>’</a:t>
            </a:r>
            <a:r>
              <a:rPr lang="ko-KR" altLang="en-US" dirty="0"/>
              <a:t>이 충돌하는 문제를 해결하기 위해 </a:t>
            </a:r>
            <a:endParaRPr lang="en-US" altLang="ko-KR" dirty="0"/>
          </a:p>
          <a:p>
            <a:r>
              <a:rPr lang="ko-KR" altLang="en-US" dirty="0"/>
              <a:t>부모와 아이가 모두 좋아하는 아이 전용 교육용 콘텐츠가 충분하지 않은 현재 상태를</a:t>
            </a:r>
            <a:endParaRPr lang="en-US" altLang="ko-KR" dirty="0"/>
          </a:p>
          <a:p>
            <a:r>
              <a:rPr lang="ko-KR" altLang="en-US" dirty="0"/>
              <a:t>재미 위주의 상식 퀴즈 게임 </a:t>
            </a:r>
            <a:r>
              <a:rPr lang="en-US" altLang="ko-KR" dirty="0"/>
              <a:t>&lt;</a:t>
            </a:r>
            <a:r>
              <a:rPr lang="ko-KR" altLang="en-US" dirty="0" err="1"/>
              <a:t>아이똑똑</a:t>
            </a:r>
            <a:r>
              <a:rPr lang="ko-KR" altLang="en-US" dirty="0"/>
              <a:t> 똥피하기</a:t>
            </a:r>
            <a:r>
              <a:rPr lang="en-US" altLang="ko-KR" dirty="0"/>
              <a:t>&gt;</a:t>
            </a:r>
            <a:r>
              <a:rPr lang="ko-KR" altLang="en-US" dirty="0"/>
              <a:t>를 제공하여</a:t>
            </a:r>
            <a:r>
              <a:rPr lang="en-US" altLang="ko-KR" dirty="0"/>
              <a:t> </a:t>
            </a:r>
            <a:r>
              <a:rPr lang="ko-KR" altLang="en-US" dirty="0"/>
              <a:t>해결하며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학부모에게는 안심을</a:t>
            </a:r>
            <a:r>
              <a:rPr lang="en-US" altLang="ko-KR" dirty="0"/>
              <a:t>,</a:t>
            </a:r>
            <a:r>
              <a:rPr lang="ko-KR" altLang="en-US" dirty="0"/>
              <a:t> 아이에게는 즐거움과 유용한 지식을 제공할 수 있도록 하겠습니다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227</Words>
  <Application>Microsoft Office PowerPoint</Application>
  <PresentationFormat>사용자 지정</PresentationFormat>
  <Paragraphs>33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예림 정</cp:lastModifiedBy>
  <cp:revision>6</cp:revision>
  <dcterms:created xsi:type="dcterms:W3CDTF">2025-04-21T00:55:53Z</dcterms:created>
  <dcterms:modified xsi:type="dcterms:W3CDTF">2025-04-26T06:30:05Z</dcterms:modified>
</cp:coreProperties>
</file>
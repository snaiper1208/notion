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165" cy="5143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996" y="1297875"/>
            <a:ext cx="4476775" cy="24045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99105" y="1804279"/>
            <a:ext cx="4476775" cy="24045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99226" y="2824646"/>
            <a:ext cx="4476775" cy="24045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699236" y="3376399"/>
            <a:ext cx="4771742" cy="432819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699247" y="3814779"/>
            <a:ext cx="4476775" cy="24045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699335" y="2333358"/>
            <a:ext cx="4476775" cy="24045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7704737" y="1297875"/>
            <a:ext cx="233778" cy="240455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7705841" y="1804279"/>
            <a:ext cx="233778" cy="24045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7706948" y="2333358"/>
            <a:ext cx="233778" cy="24045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7708053" y="2824645"/>
            <a:ext cx="233778" cy="240455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7701602" y="3353724"/>
            <a:ext cx="233778" cy="240455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7702708" y="3814778"/>
            <a:ext cx="233778" cy="240455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972750" y="534490"/>
            <a:ext cx="1701053" cy="62518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972750" y="534490"/>
            <a:ext cx="1701053" cy="62518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7702708" y="3814778"/>
            <a:ext cx="233778" cy="24045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7701602" y="3353724"/>
            <a:ext cx="233778" cy="24045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7708053" y="2824645"/>
            <a:ext cx="233778" cy="240455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7706948" y="2333358"/>
            <a:ext cx="233778" cy="240455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7705841" y="1804279"/>
            <a:ext cx="233778" cy="24045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7704737" y="1297875"/>
            <a:ext cx="233778" cy="24045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99335" y="2333358"/>
            <a:ext cx="4476775" cy="240455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99247" y="3814779"/>
            <a:ext cx="4476775" cy="240455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99236" y="3376399"/>
            <a:ext cx="4771742" cy="432819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699226" y="2824646"/>
            <a:ext cx="4476775" cy="240455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99105" y="1804279"/>
            <a:ext cx="4476775" cy="240455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98996" y="1297875"/>
            <a:ext cx="4476775" cy="240455"/>
          </a:xfrm>
          <a:prstGeom prst="rect">
            <a:avLst/>
          </a:prstGeom>
          <a:noFill/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72750" y="534490"/>
            <a:ext cx="2158253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인터뷰 진행했기 때문에 검증 여부를 아래에 작성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02708" y="3814778"/>
            <a:ext cx="690978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701602" y="3353724"/>
            <a:ext cx="690978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708053" y="2824645"/>
            <a:ext cx="690978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706948" y="2333358"/>
            <a:ext cx="690978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705841" y="1804279"/>
            <a:ext cx="690978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704737" y="1297875"/>
            <a:ext cx="690978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99335" y="2333358"/>
            <a:ext cx="4933975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기업들은대학생동아리에대한신뢰성을느끼지못한다.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99247" y="3814779"/>
            <a:ext cx="4933975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기업들은대학생동아리와의효율적인매칭시스템을원한다.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99236" y="3376399"/>
            <a:ext cx="5228942" cy="432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광고/행사대행사를거치는가장큰이유는세금계산서발행때문이다.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99226" y="2824646"/>
            <a:ext cx="4933975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대학생후원의본질적목표는고객확보다.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99105" y="1804279"/>
            <a:ext cx="4933975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기업들은동아리들의무분별한컨택방식에불편함을느낀다.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98996" y="1297875"/>
            <a:ext cx="4933975" cy="240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후원/협력을거절하는이유는투자대비성과가적기때문이다.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2913" y="1214438"/>
            <a:ext cx="838840" cy="62518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281113" y="1147763"/>
            <a:ext cx="838840" cy="62518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42133" y="3233738"/>
            <a:ext cx="442913" cy="623888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42133" y="3233738"/>
            <a:ext cx="838840" cy="625183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2913" y="1214438"/>
            <a:ext cx="1004888" cy="623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</a:t>
            </a:r>
            <a:endParaRPr lang="en-US" sz="9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사용자</a:t>
            </a:r>
            <a:endParaRPr lang="en-US" sz="9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문제</a:t>
            </a:r>
            <a:endParaRPr lang="en-US" sz="9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당사자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2133" y="3233738"/>
            <a:ext cx="1296040" cy="625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고객</a:t>
            </a:r>
            <a:endParaRPr lang="en-US" sz="9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사용자</a:t>
            </a:r>
            <a:endParaRPr lang="en-US" sz="9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문제</a:t>
            </a:r>
            <a:endParaRPr lang="en-US" sz="900" dirty="0"/>
          </a:p>
          <a:p>
            <a:pPr algn="l" indent="0" marL="0">
              <a:lnSpc>
                <a:spcPts val="1089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당사자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2025-04-26T01:30:19Z</dcterms:created>
  <dcterms:modified xsi:type="dcterms:W3CDTF">2025-04-26T01:30:19Z</dcterms:modified>
</cp:coreProperties>
</file>
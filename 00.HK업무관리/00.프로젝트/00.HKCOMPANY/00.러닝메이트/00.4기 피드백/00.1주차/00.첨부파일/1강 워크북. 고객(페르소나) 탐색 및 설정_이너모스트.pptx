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7" r:id="rId3"/>
    <p:sldId id="268" r:id="rId4"/>
    <p:sldId id="269" r:id="rId5"/>
    <p:sldId id="273" r:id="rId6"/>
    <p:sldId id="274" r:id="rId7"/>
    <p:sldId id="278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2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FAEF90-CB0B-4AA4-1DD6-0CA87AE30C8C}"/>
              </a:ext>
            </a:extLst>
          </p:cNvPr>
          <p:cNvSpPr txBox="1"/>
          <p:nvPr/>
        </p:nvSpPr>
        <p:spPr>
          <a:xfrm>
            <a:off x="1247685" y="2384277"/>
            <a:ext cx="5623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dirty="0"/>
              <a:t>업무와 힐링 그리고 놀이까지 집에서 모든 일을 하는</a:t>
            </a:r>
            <a:endParaRPr lang="en-US" altLang="ko-KR" dirty="0"/>
          </a:p>
          <a:p>
            <a:pPr algn="just"/>
            <a:r>
              <a:rPr lang="ko-KR" altLang="en-US" dirty="0"/>
              <a:t>싱글 여성이다</a:t>
            </a:r>
            <a:r>
              <a:rPr lang="en-US" altLang="ko-KR" dirty="0"/>
              <a:t>.</a:t>
            </a:r>
            <a:r>
              <a:rPr lang="ko-KR" altLang="en-US" dirty="0"/>
              <a:t> 운동과 활동적인 취미를 가지고 있지만</a:t>
            </a:r>
            <a:endParaRPr lang="en-US" altLang="ko-KR" dirty="0"/>
          </a:p>
          <a:p>
            <a:pPr algn="just"/>
            <a:r>
              <a:rPr lang="ko-KR" altLang="en-US" dirty="0"/>
              <a:t>집에서는 완전한 휴식공간</a:t>
            </a:r>
            <a:r>
              <a:rPr lang="en-US" altLang="ko-KR" dirty="0"/>
              <a:t>, </a:t>
            </a:r>
            <a:r>
              <a:rPr lang="ko-KR" altLang="en-US" dirty="0"/>
              <a:t>완전한 작업공간</a:t>
            </a:r>
            <a:r>
              <a:rPr lang="en-US" altLang="ko-KR" dirty="0"/>
              <a:t>, </a:t>
            </a:r>
            <a:r>
              <a:rPr lang="ko-KR" altLang="en-US" dirty="0"/>
              <a:t>완전한</a:t>
            </a:r>
            <a:endParaRPr lang="en-US" altLang="ko-KR" dirty="0"/>
          </a:p>
          <a:p>
            <a:pPr algn="just"/>
            <a:r>
              <a:rPr lang="ko-KR" altLang="en-US" dirty="0"/>
              <a:t>놀이공간을 가지고 있는  </a:t>
            </a:r>
            <a:r>
              <a:rPr lang="en-US" altLang="ko-KR" dirty="0"/>
              <a:t>20</a:t>
            </a:r>
            <a:r>
              <a:rPr lang="ko-KR" altLang="en-US" dirty="0"/>
              <a:t>대 중반 </a:t>
            </a:r>
            <a:r>
              <a:rPr lang="en-US" altLang="ko-KR" dirty="0"/>
              <a:t>– 40</a:t>
            </a:r>
            <a:r>
              <a:rPr lang="ko-KR" altLang="en-US" dirty="0"/>
              <a:t>대 여성이다</a:t>
            </a:r>
            <a:r>
              <a:rPr lang="en-US" altLang="ko-KR" dirty="0"/>
              <a:t>.</a:t>
            </a:r>
          </a:p>
          <a:p>
            <a:pPr algn="just"/>
            <a:r>
              <a:rPr lang="ko-KR" altLang="en-US" dirty="0"/>
              <a:t>패션을 좋아하지만 합리적인 소비를 한다</a:t>
            </a:r>
            <a:r>
              <a:rPr lang="en-US" altLang="ko-KR" dirty="0"/>
              <a:t>. </a:t>
            </a:r>
            <a:r>
              <a:rPr lang="ko-KR" altLang="en-US" dirty="0"/>
              <a:t>자신의</a:t>
            </a:r>
            <a:r>
              <a:rPr lang="en-US" altLang="ko-KR" dirty="0"/>
              <a:t> </a:t>
            </a:r>
            <a:r>
              <a:rPr lang="ko-KR" altLang="en-US" dirty="0"/>
              <a:t> 기분을 좋게 하거나 </a:t>
            </a:r>
            <a:r>
              <a:rPr lang="ko-KR" altLang="en-US" dirty="0" err="1"/>
              <a:t>힐링할</a:t>
            </a:r>
            <a:r>
              <a:rPr lang="ko-KR" altLang="en-US" dirty="0"/>
              <a:t> 수 있는 아로마 제품이나 </a:t>
            </a:r>
            <a:endParaRPr lang="en-US" altLang="ko-KR" dirty="0"/>
          </a:p>
          <a:p>
            <a:pPr algn="just"/>
            <a:r>
              <a:rPr lang="ko-KR" altLang="en-US" dirty="0"/>
              <a:t>향들을 집안 곳곳에 놓는 것을 좋아한다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97822-D010-FD12-D294-B4BBDFABBA7B}"/>
              </a:ext>
            </a:extLst>
          </p:cNvPr>
          <p:cNvSpPr txBox="1"/>
          <p:nvPr/>
        </p:nvSpPr>
        <p:spPr>
          <a:xfrm>
            <a:off x="1580972" y="6298250"/>
            <a:ext cx="48878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</a:t>
            </a:r>
            <a:r>
              <a:rPr lang="ko-KR" altLang="en-US" dirty="0" err="1"/>
              <a:t>대중반</a:t>
            </a:r>
            <a:r>
              <a:rPr lang="ko-KR" altLang="en-US" dirty="0"/>
              <a:t> </a:t>
            </a:r>
            <a:r>
              <a:rPr lang="en-US" altLang="ko-KR" dirty="0"/>
              <a:t>– 40</a:t>
            </a:r>
            <a:r>
              <a:rPr lang="ko-KR" altLang="en-US" dirty="0"/>
              <a:t>대의 서울에 사는</a:t>
            </a:r>
            <a:endParaRPr lang="en-US" altLang="ko-KR" dirty="0"/>
          </a:p>
          <a:p>
            <a:r>
              <a:rPr lang="ko-KR" altLang="en-US" dirty="0"/>
              <a:t>대학교를 졸업한 여성이며 </a:t>
            </a:r>
            <a:endParaRPr lang="en-US" altLang="ko-KR" dirty="0"/>
          </a:p>
          <a:p>
            <a:r>
              <a:rPr lang="ko-KR" altLang="en-US" dirty="0"/>
              <a:t>경제적으로 혼자 먹고 살 정도의 능력이 있으며</a:t>
            </a:r>
            <a:endParaRPr lang="en-US" altLang="ko-KR" dirty="0"/>
          </a:p>
          <a:p>
            <a:r>
              <a:rPr lang="ko-KR" altLang="en-US" dirty="0"/>
              <a:t>아파트 또는 오피스텔에 사는 </a:t>
            </a:r>
            <a:r>
              <a:rPr lang="en-US" altLang="ko-KR" dirty="0"/>
              <a:t>1</a:t>
            </a:r>
            <a:r>
              <a:rPr lang="ko-KR" altLang="en-US" dirty="0"/>
              <a:t>인 가구이다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340B6-1203-0C88-21A8-644BD1E3C562}"/>
              </a:ext>
            </a:extLst>
          </p:cNvPr>
          <p:cNvSpPr txBox="1"/>
          <p:nvPr/>
        </p:nvSpPr>
        <p:spPr>
          <a:xfrm>
            <a:off x="8255237" y="2623559"/>
            <a:ext cx="75424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이들은 합리적인 소비를 추구하지만 자신을 </a:t>
            </a:r>
            <a:r>
              <a:rPr lang="ko-KR" altLang="en-US" dirty="0" err="1"/>
              <a:t>기분좋게</a:t>
            </a:r>
            <a:r>
              <a:rPr lang="ko-KR" altLang="en-US" dirty="0"/>
              <a:t> 하고 심리적으로</a:t>
            </a:r>
            <a:endParaRPr lang="en-US" altLang="ko-KR" dirty="0"/>
          </a:p>
          <a:p>
            <a:r>
              <a:rPr lang="ko-KR" altLang="en-US" dirty="0"/>
              <a:t>위안을 주거나 안정감을 주는 제품에 돈을 지불할 의사가 충분히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아로마</a:t>
            </a:r>
            <a:r>
              <a:rPr lang="en-US" altLang="ko-KR" dirty="0"/>
              <a:t>, </a:t>
            </a:r>
            <a:r>
              <a:rPr lang="ko-KR" altLang="en-US" dirty="0"/>
              <a:t>향 등을 정기적으로 구매하고 주로 </a:t>
            </a:r>
            <a:r>
              <a:rPr lang="en-US" altLang="ko-KR" dirty="0"/>
              <a:t>SNS</a:t>
            </a:r>
            <a:r>
              <a:rPr lang="ko-KR" altLang="en-US" dirty="0"/>
              <a:t>등을 통해 제품을 구매하며</a:t>
            </a:r>
            <a:endParaRPr lang="en-US" altLang="ko-KR" dirty="0"/>
          </a:p>
          <a:p>
            <a:r>
              <a:rPr lang="ko-KR" altLang="en-US" dirty="0"/>
              <a:t>정기구독 정수기</a:t>
            </a:r>
            <a:r>
              <a:rPr lang="en-US" altLang="ko-KR" dirty="0"/>
              <a:t>, </a:t>
            </a:r>
            <a:r>
              <a:rPr lang="ko-KR" altLang="en-US" dirty="0"/>
              <a:t>정기구독 </a:t>
            </a:r>
            <a:r>
              <a:rPr lang="ko-KR" altLang="en-US" dirty="0" err="1"/>
              <a:t>차티백</a:t>
            </a:r>
            <a:r>
              <a:rPr lang="en-US" altLang="ko-KR" dirty="0"/>
              <a:t>, </a:t>
            </a:r>
            <a:r>
              <a:rPr lang="ko-KR" altLang="en-US" dirty="0"/>
              <a:t>정기구독 과일 등을 하고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17354-C8F5-DA0B-CC22-3A4FD0A8BA10}"/>
              </a:ext>
            </a:extLst>
          </p:cNvPr>
          <p:cNvSpPr txBox="1"/>
          <p:nvPr/>
        </p:nvSpPr>
        <p:spPr>
          <a:xfrm>
            <a:off x="7973226" y="6195701"/>
            <a:ext cx="80019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시간의 효율적인 면을 중시하면서도 합리적인 소비를 원한다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최대한 단시간에 자신을 납득시킬 만한 </a:t>
            </a:r>
            <a:r>
              <a:rPr lang="ko-KR" altLang="en-US" dirty="0" err="1"/>
              <a:t>질좋고</a:t>
            </a:r>
            <a:r>
              <a:rPr lang="ko-KR" altLang="en-US" dirty="0"/>
              <a:t> </a:t>
            </a:r>
            <a:r>
              <a:rPr lang="ko-KR" altLang="en-US" dirty="0" err="1"/>
              <a:t>가격좋은</a:t>
            </a:r>
            <a:r>
              <a:rPr lang="ko-KR" altLang="en-US" dirty="0"/>
              <a:t> 물건을 구매하기를 원한다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예쁘거나 심리적으로 </a:t>
            </a:r>
            <a:r>
              <a:rPr lang="ko-KR" altLang="en-US" dirty="0" err="1"/>
              <a:t>기분좋게</a:t>
            </a:r>
            <a:r>
              <a:rPr lang="ko-KR" altLang="en-US" dirty="0"/>
              <a:t> 해주는 제품은 그만한 가치가 있다고 생각하고 조금 비싸더라도 구매하기도 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1AEF12-0D19-C761-6B23-985AB21483B5}"/>
              </a:ext>
            </a:extLst>
          </p:cNvPr>
          <p:cNvSpPr txBox="1"/>
          <p:nvPr/>
        </p:nvSpPr>
        <p:spPr>
          <a:xfrm>
            <a:off x="1794617" y="2555192"/>
            <a:ext cx="11317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집에서 </a:t>
            </a:r>
            <a:r>
              <a:rPr lang="ko-KR" altLang="en-US" dirty="0" err="1"/>
              <a:t>샤워후</a:t>
            </a:r>
            <a:r>
              <a:rPr lang="ko-KR" altLang="en-US" dirty="0"/>
              <a:t> 숙면을 </a:t>
            </a:r>
            <a:r>
              <a:rPr lang="ko-KR" altLang="en-US" dirty="0" err="1"/>
              <a:t>취할때</a:t>
            </a:r>
            <a:r>
              <a:rPr lang="ko-KR" altLang="en-US" dirty="0"/>
              <a:t> 입을만한 옷은 편한 일상복들이나 잠옷을 입고 생활하지만</a:t>
            </a:r>
            <a:endParaRPr lang="en-US" altLang="ko-KR" dirty="0"/>
          </a:p>
          <a:p>
            <a:r>
              <a:rPr lang="ko-KR" altLang="en-US" dirty="0"/>
              <a:t>세수를 하거나 씻을 때도 옷들이 젖지만 옷들을 그대로 사용하기 때문에 비위생적이기도 하고 불편하기도 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샤워</a:t>
            </a:r>
            <a:r>
              <a:rPr lang="en-US" altLang="ko-KR" dirty="0"/>
              <a:t> </a:t>
            </a:r>
            <a:r>
              <a:rPr lang="ko-KR" altLang="en-US" dirty="0"/>
              <a:t>후에 편안하게 잠자리에 들고 싶은 생각이다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012A2-7186-0F89-F60F-9F7CE0E6DB48}"/>
              </a:ext>
            </a:extLst>
          </p:cNvPr>
          <p:cNvSpPr txBox="1"/>
          <p:nvPr/>
        </p:nvSpPr>
        <p:spPr>
          <a:xfrm>
            <a:off x="2085174" y="4871103"/>
            <a:ext cx="8138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체구에 딱 맞는 목욕가운을 입으면</a:t>
            </a:r>
            <a:endParaRPr lang="en-US" altLang="ko-KR" dirty="0"/>
          </a:p>
          <a:p>
            <a:r>
              <a:rPr lang="ko-KR" altLang="en-US" dirty="0"/>
              <a:t>샤워후에 편한 상태로 젖은 몸을 말릴 수 있고 편한 상태로 잠들 수 있을 것 같다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5CF9B-E94D-116D-9663-61FE4B84185B}"/>
              </a:ext>
            </a:extLst>
          </p:cNvPr>
          <p:cNvSpPr txBox="1"/>
          <p:nvPr/>
        </p:nvSpPr>
        <p:spPr>
          <a:xfrm>
            <a:off x="2273181" y="7033189"/>
            <a:ext cx="11476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기존의목욕가운들은</a:t>
            </a:r>
            <a:r>
              <a:rPr lang="ko-KR" altLang="en-US" dirty="0"/>
              <a:t>  여성</a:t>
            </a:r>
            <a:r>
              <a:rPr lang="en-US" altLang="ko-KR" dirty="0"/>
              <a:t>, </a:t>
            </a:r>
            <a:r>
              <a:rPr lang="ko-KR" altLang="en-US" dirty="0"/>
              <a:t>남성 두가지 체형에만 맞춰진 형태라  한국인의 체형에 맞지 않게 너무 큰 것도 많으나</a:t>
            </a:r>
            <a:endParaRPr lang="en-US" altLang="ko-KR" dirty="0"/>
          </a:p>
          <a:p>
            <a:r>
              <a:rPr lang="ko-KR" altLang="en-US" dirty="0"/>
              <a:t>이 제품은 작은 체형의 여성들에게도 부담되지 않는 크기와 너무 귀엽지 않은 깔끔한 스타일의 목욕가운이다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A1D1C1-081B-2D8B-DD1B-337D6DDD6FCC}"/>
              </a:ext>
            </a:extLst>
          </p:cNvPr>
          <p:cNvSpPr txBox="1"/>
          <p:nvPr/>
        </p:nvSpPr>
        <p:spPr>
          <a:xfrm>
            <a:off x="2478280" y="3358497"/>
            <a:ext cx="666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목욕가운을 입는 사람들만 입고 있다</a:t>
            </a:r>
            <a:r>
              <a:rPr lang="en-US" altLang="ko-KR" dirty="0"/>
              <a:t>. </a:t>
            </a:r>
            <a:r>
              <a:rPr lang="ko-KR" altLang="en-US" dirty="0"/>
              <a:t>생각한 시장보다 작다는 것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E30C6-DFDA-A5C8-2433-446BAD151157}"/>
              </a:ext>
            </a:extLst>
          </p:cNvPr>
          <p:cNvSpPr txBox="1"/>
          <p:nvPr/>
        </p:nvSpPr>
        <p:spPr>
          <a:xfrm>
            <a:off x="2649196" y="5546221"/>
            <a:ext cx="5118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왜 목욕가운이 한국에서 익숙한 제품이 아닌 이유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59A15-6587-3502-2661-2839C4EC8AE3}"/>
              </a:ext>
            </a:extLst>
          </p:cNvPr>
          <p:cNvSpPr txBox="1"/>
          <p:nvPr/>
        </p:nvSpPr>
        <p:spPr>
          <a:xfrm>
            <a:off x="2828658" y="7759581"/>
            <a:ext cx="6965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목욕가운이 친숙하고 익숙한 제품이 되려면 무엇을 </a:t>
            </a:r>
            <a:r>
              <a:rPr lang="ko-KR" altLang="en-US" dirty="0" err="1"/>
              <a:t>해야하는것인지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275</Words>
  <Application>Microsoft Office PowerPoint</Application>
  <PresentationFormat>사용자 지정</PresentationFormat>
  <Paragraphs>34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DAYUEN JUNG</cp:lastModifiedBy>
  <cp:revision>5</cp:revision>
  <dcterms:created xsi:type="dcterms:W3CDTF">2025-04-11T08:42:54Z</dcterms:created>
  <dcterms:modified xsi:type="dcterms:W3CDTF">2025-04-19T15:23:59Z</dcterms:modified>
</cp:coreProperties>
</file>
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9875500" cx="17556475"/>
  <p:notesSz cx="9875500" cy="175564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f1eop4Kel59Cw7bP7Y0ExsmWx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1354925" y="2428425"/>
            <a:ext cx="901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중국에서 수입시 제조사를 소싱하는데 어렴움을 겪고 있을것이다.</a:t>
            </a:r>
            <a:endParaRPr sz="2400"/>
          </a:p>
        </p:txBody>
      </p:sp>
      <p:sp>
        <p:nvSpPr>
          <p:cNvPr id="24" name="Google Shape;24;p4"/>
          <p:cNvSpPr txBox="1"/>
          <p:nvPr/>
        </p:nvSpPr>
        <p:spPr>
          <a:xfrm>
            <a:off x="14388800" y="243047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</a:t>
            </a:r>
            <a:endParaRPr sz="2400"/>
          </a:p>
        </p:txBody>
      </p:sp>
      <p:sp>
        <p:nvSpPr>
          <p:cNvPr id="25" name="Google Shape;25;p4"/>
          <p:cNvSpPr txBox="1"/>
          <p:nvPr/>
        </p:nvSpPr>
        <p:spPr>
          <a:xfrm>
            <a:off x="1354925" y="3351900"/>
            <a:ext cx="10201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신뢰 가능한 제조사 정보 (3~4)개를 빠르게 얻을수 있다면 돈을 지불할것이다.</a:t>
            </a:r>
            <a:endParaRPr sz="2400"/>
          </a:p>
        </p:txBody>
      </p:sp>
      <p:sp>
        <p:nvSpPr>
          <p:cNvPr id="26" name="Google Shape;26;p4"/>
          <p:cNvSpPr txBox="1"/>
          <p:nvPr/>
        </p:nvSpPr>
        <p:spPr>
          <a:xfrm>
            <a:off x="14392656" y="339840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27" name="Google Shape;27;p4"/>
          <p:cNvSpPr txBox="1"/>
          <p:nvPr/>
        </p:nvSpPr>
        <p:spPr>
          <a:xfrm>
            <a:off x="1353299" y="4438475"/>
            <a:ext cx="11256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(KC인증 대상 품목일 경우) 어려운 인증 절차 때문에 수입을 포기하는 경우가 종종 있다.</a:t>
            </a:r>
            <a:endParaRPr sz="2400"/>
          </a:p>
        </p:txBody>
      </p:sp>
      <p:sp>
        <p:nvSpPr>
          <p:cNvPr id="28" name="Google Shape;28;p4"/>
          <p:cNvSpPr txBox="1"/>
          <p:nvPr/>
        </p:nvSpPr>
        <p:spPr>
          <a:xfrm>
            <a:off x="14392650" y="440877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</a:t>
            </a:r>
            <a:endParaRPr sz="2400"/>
          </a:p>
        </p:txBody>
      </p:sp>
      <p:sp>
        <p:nvSpPr>
          <p:cNvPr id="29" name="Google Shape;29;p4"/>
          <p:cNvSpPr txBox="1"/>
          <p:nvPr/>
        </p:nvSpPr>
        <p:spPr>
          <a:xfrm>
            <a:off x="1353299" y="5393650"/>
            <a:ext cx="11256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KC 인증 안내를 빠르게 받을수 있는 서비스에 돈을 지불할 의향이 있다.</a:t>
            </a:r>
            <a:endParaRPr sz="2400"/>
          </a:p>
        </p:txBody>
      </p:sp>
      <p:sp>
        <p:nvSpPr>
          <p:cNvPr id="30" name="Google Shape;30;p4"/>
          <p:cNvSpPr txBox="1"/>
          <p:nvPr/>
        </p:nvSpPr>
        <p:spPr>
          <a:xfrm>
            <a:off x="14388800" y="536395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</a:t>
            </a:r>
            <a:endParaRPr sz="2400"/>
          </a:p>
        </p:txBody>
      </p:sp>
      <p:sp>
        <p:nvSpPr>
          <p:cNvPr id="31" name="Google Shape;31;p4"/>
          <p:cNvSpPr txBox="1"/>
          <p:nvPr/>
        </p:nvSpPr>
        <p:spPr>
          <a:xfrm>
            <a:off x="1353312" y="6448525"/>
            <a:ext cx="11256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KC 인증, 제조사 등의 정보를 LLM 형태의 UI로 질문하고 답변 받는다면 더욱 좋아할것이다.</a:t>
            </a:r>
            <a:endParaRPr sz="2400"/>
          </a:p>
        </p:txBody>
      </p:sp>
      <p:sp>
        <p:nvSpPr>
          <p:cNvPr id="32" name="Google Shape;32;p4"/>
          <p:cNvSpPr txBox="1"/>
          <p:nvPr/>
        </p:nvSpPr>
        <p:spPr>
          <a:xfrm>
            <a:off x="14388806" y="638707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33" name="Google Shape;33;p4"/>
          <p:cNvSpPr txBox="1"/>
          <p:nvPr/>
        </p:nvSpPr>
        <p:spPr>
          <a:xfrm>
            <a:off x="1353299" y="7297850"/>
            <a:ext cx="12309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문의에 대한 각각의 전문성 있는 정보를 제공한 업체를 통해 전체 수입 대행을 부탁하고 싶을 것이다.</a:t>
            </a:r>
            <a:endParaRPr sz="2400"/>
          </a:p>
        </p:txBody>
      </p:sp>
      <p:sp>
        <p:nvSpPr>
          <p:cNvPr id="34" name="Google Shape;34;p4"/>
          <p:cNvSpPr txBox="1"/>
          <p:nvPr/>
        </p:nvSpPr>
        <p:spPr>
          <a:xfrm>
            <a:off x="14392656" y="734435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1278725" y="2428425"/>
            <a:ext cx="117291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중국 수입 기업 1-9인 규모 13만개 회사중 70% 이상은 제조사 소싱에 어려움을 겪고 있을것이다. </a:t>
            </a:r>
            <a:endParaRPr sz="2400"/>
          </a:p>
        </p:txBody>
      </p:sp>
      <p:sp>
        <p:nvSpPr>
          <p:cNvPr id="42" name="Google Shape;42;p5"/>
          <p:cNvSpPr txBox="1"/>
          <p:nvPr/>
        </p:nvSpPr>
        <p:spPr>
          <a:xfrm>
            <a:off x="14388800" y="243047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△</a:t>
            </a:r>
            <a:endParaRPr sz="2400"/>
          </a:p>
        </p:txBody>
      </p:sp>
      <p:sp>
        <p:nvSpPr>
          <p:cNvPr id="43" name="Google Shape;43;p5"/>
          <p:cNvSpPr txBox="1"/>
          <p:nvPr/>
        </p:nvSpPr>
        <p:spPr>
          <a:xfrm>
            <a:off x="1278725" y="3351900"/>
            <a:ext cx="13167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19,900원의 월 구독료를 지불하고 제품만 입력해도 얻을수 있는 제조사 소싱 서비스를 이용할것이다.</a:t>
            </a:r>
            <a:endParaRPr sz="2400"/>
          </a:p>
        </p:txBody>
      </p:sp>
      <p:sp>
        <p:nvSpPr>
          <p:cNvPr id="44" name="Google Shape;44;p5"/>
          <p:cNvSpPr txBox="1"/>
          <p:nvPr/>
        </p:nvSpPr>
        <p:spPr>
          <a:xfrm>
            <a:off x="14392656" y="339840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45" name="Google Shape;45;p5"/>
          <p:cNvSpPr txBox="1"/>
          <p:nvPr/>
        </p:nvSpPr>
        <p:spPr>
          <a:xfrm>
            <a:off x="1277099" y="4438475"/>
            <a:ext cx="11256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수입 업체중 50% 이상은 KC 인증 관련된 업무를 경험해 보았거나 불편을 느껴 봤을것이다.</a:t>
            </a:r>
            <a:endParaRPr sz="2400"/>
          </a:p>
        </p:txBody>
      </p:sp>
      <p:sp>
        <p:nvSpPr>
          <p:cNvPr id="46" name="Google Shape;46;p5"/>
          <p:cNvSpPr txBox="1"/>
          <p:nvPr/>
        </p:nvSpPr>
        <p:spPr>
          <a:xfrm>
            <a:off x="14392656" y="440877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47" name="Google Shape;47;p5"/>
          <p:cNvSpPr txBox="1"/>
          <p:nvPr/>
        </p:nvSpPr>
        <p:spPr>
          <a:xfrm>
            <a:off x="1277100" y="5393650"/>
            <a:ext cx="138234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9,900원의 월 구독료를 지불하고 제품만 입력해도 KC 인증 관련 절차를 안내해주는 서비스를 이용할것이다. </a:t>
            </a:r>
            <a:endParaRPr sz="2200"/>
          </a:p>
        </p:txBody>
      </p:sp>
      <p:sp>
        <p:nvSpPr>
          <p:cNvPr id="48" name="Google Shape;48;p5"/>
          <p:cNvSpPr txBox="1"/>
          <p:nvPr/>
        </p:nvSpPr>
        <p:spPr>
          <a:xfrm>
            <a:off x="14392656" y="536395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49" name="Google Shape;49;p5"/>
          <p:cNvSpPr txBox="1"/>
          <p:nvPr/>
        </p:nvSpPr>
        <p:spPr>
          <a:xfrm>
            <a:off x="1280160" y="6348825"/>
            <a:ext cx="11256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수입 회사 관련 종사자는 정보를 얻기 위해 90% 이상이 관련 질문을 챗GPT에 한적이 있다.</a:t>
            </a:r>
            <a:endParaRPr sz="2400"/>
          </a:p>
        </p:txBody>
      </p:sp>
      <p:sp>
        <p:nvSpPr>
          <p:cNvPr id="50" name="Google Shape;50;p5"/>
          <p:cNvSpPr txBox="1"/>
          <p:nvPr/>
        </p:nvSpPr>
        <p:spPr>
          <a:xfrm>
            <a:off x="14392656" y="6395325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X</a:t>
            </a:r>
            <a:endParaRPr sz="2400"/>
          </a:p>
        </p:txBody>
      </p:sp>
      <p:sp>
        <p:nvSpPr>
          <p:cNvPr id="51" name="Google Shape;51;p5"/>
          <p:cNvSpPr txBox="1"/>
          <p:nvPr/>
        </p:nvSpPr>
        <p:spPr>
          <a:xfrm>
            <a:off x="1277099" y="7297850"/>
            <a:ext cx="12309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정보를 잘 주는 회사를 통해 10%의 대행 수수료를 지불하고 의뢰를 맡길 의향이 있다.</a:t>
            </a:r>
            <a:endParaRPr sz="2400"/>
          </a:p>
        </p:txBody>
      </p:sp>
      <p:sp>
        <p:nvSpPr>
          <p:cNvPr id="52" name="Google Shape;52;p5"/>
          <p:cNvSpPr txBox="1"/>
          <p:nvPr/>
        </p:nvSpPr>
        <p:spPr>
          <a:xfrm>
            <a:off x="14392656" y="7344350"/>
            <a:ext cx="130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/>
          <p:nvPr/>
        </p:nvSpPr>
        <p:spPr>
          <a:xfrm>
            <a:off x="1263900" y="1951875"/>
            <a:ext cx="66726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중국에서 수입시 제조사를 소싱하는데 어렴움을 겪고 있</a:t>
            </a:r>
            <a:r>
              <a:rPr lang="en-US" sz="2200"/>
              <a:t>다</a:t>
            </a:r>
            <a:r>
              <a:rPr lang="en-US" sz="2200"/>
              <a:t>. </a:t>
            </a:r>
            <a:r>
              <a:rPr lang="en-US" sz="2200"/>
              <a:t>어렵게 찾아도 원제조사가 아닌 도매상인 경우가 빈번하다. 이는 원가 상승, 추가 비용 발생 등의 리스크가 있다.</a:t>
            </a:r>
            <a:endParaRPr sz="2200"/>
          </a:p>
        </p:txBody>
      </p:sp>
      <p:sp>
        <p:nvSpPr>
          <p:cNvPr id="60" name="Google Shape;60;p8"/>
          <p:cNvSpPr txBox="1"/>
          <p:nvPr/>
        </p:nvSpPr>
        <p:spPr>
          <a:xfrm>
            <a:off x="9556900" y="2030125"/>
            <a:ext cx="66726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언어,문화 차이로 직접 소싱하는데 한계가 있다.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기존 플랫폼에는 위장 제조사가 너무 많다. (70% 비율)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에이전시를 통한다면 가격적인 매리트가 없다.</a:t>
            </a:r>
            <a:endParaRPr sz="2200"/>
          </a:p>
        </p:txBody>
      </p:sp>
      <p:sp>
        <p:nvSpPr>
          <p:cNvPr id="61" name="Google Shape;61;p8"/>
          <p:cNvSpPr txBox="1"/>
          <p:nvPr/>
        </p:nvSpPr>
        <p:spPr>
          <a:xfrm>
            <a:off x="1077050" y="4572000"/>
            <a:ext cx="24279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Alibaba.com</a:t>
            </a:r>
            <a:br>
              <a:rPr lang="en-US" sz="2400"/>
            </a:br>
            <a:r>
              <a:rPr lang="en-US" sz="2400"/>
              <a:t>made-in-china</a:t>
            </a:r>
            <a:endParaRPr sz="2400"/>
          </a:p>
        </p:txBody>
      </p:sp>
      <p:sp>
        <p:nvSpPr>
          <p:cNvPr id="62" name="Google Shape;62;p8"/>
          <p:cNvSpPr txBox="1"/>
          <p:nvPr/>
        </p:nvSpPr>
        <p:spPr>
          <a:xfrm>
            <a:off x="3705725" y="4572000"/>
            <a:ext cx="381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제조사 소싱 글로벌</a:t>
            </a:r>
            <a:br>
              <a:rPr lang="en-US" sz="2400"/>
            </a:br>
            <a:r>
              <a:rPr lang="en-US" sz="2400"/>
              <a:t> B2B 플랫폼</a:t>
            </a:r>
            <a:endParaRPr sz="2400"/>
          </a:p>
        </p:txBody>
      </p:sp>
      <p:sp>
        <p:nvSpPr>
          <p:cNvPr id="63" name="Google Shape;63;p8"/>
          <p:cNvSpPr txBox="1"/>
          <p:nvPr/>
        </p:nvSpPr>
        <p:spPr>
          <a:xfrm>
            <a:off x="8039650" y="4572000"/>
            <a:ext cx="381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방대한 제조사 풀 보유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후기를 통한 거래처 검증 가능</a:t>
            </a:r>
            <a:endParaRPr sz="2400"/>
          </a:p>
        </p:txBody>
      </p:sp>
      <p:sp>
        <p:nvSpPr>
          <p:cNvPr id="64" name="Google Shape;64;p8"/>
          <p:cNvSpPr txBox="1"/>
          <p:nvPr/>
        </p:nvSpPr>
        <p:spPr>
          <a:xfrm>
            <a:off x="12102550" y="4572000"/>
            <a:ext cx="438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플랫폼은 거래 수수료가 목적이므로 도매상도 많이 입점되어 있다.</a:t>
            </a:r>
            <a:endParaRPr sz="2300"/>
          </a:p>
        </p:txBody>
      </p:sp>
      <p:sp>
        <p:nvSpPr>
          <p:cNvPr id="65" name="Google Shape;65;p8"/>
          <p:cNvSpPr txBox="1"/>
          <p:nvPr/>
        </p:nvSpPr>
        <p:spPr>
          <a:xfrm>
            <a:off x="1077050" y="6137200"/>
            <a:ext cx="24279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무역 에이전시</a:t>
            </a:r>
            <a:endParaRPr sz="2400"/>
          </a:p>
        </p:txBody>
      </p:sp>
      <p:sp>
        <p:nvSpPr>
          <p:cNvPr id="66" name="Google Shape;66;p8"/>
          <p:cNvSpPr txBox="1"/>
          <p:nvPr/>
        </p:nvSpPr>
        <p:spPr>
          <a:xfrm>
            <a:off x="3464375" y="5977000"/>
            <a:ext cx="42705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수입 대행 외에</a:t>
            </a:r>
            <a:br>
              <a:rPr lang="en-US" sz="2400"/>
            </a:br>
            <a:r>
              <a:rPr lang="en-US" sz="2400"/>
              <a:t>AS,CS 소통 등의 추가 기능 기대</a:t>
            </a:r>
            <a:endParaRPr sz="2400"/>
          </a:p>
        </p:txBody>
      </p:sp>
      <p:sp>
        <p:nvSpPr>
          <p:cNvPr id="67" name="Google Shape;67;p8"/>
          <p:cNvSpPr txBox="1"/>
          <p:nvPr/>
        </p:nvSpPr>
        <p:spPr>
          <a:xfrm>
            <a:off x="8039650" y="5977000"/>
            <a:ext cx="381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고객의 요구조건을 최대한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반영한 제품 소싱 및 제작 가능</a:t>
            </a:r>
            <a:endParaRPr sz="2400"/>
          </a:p>
        </p:txBody>
      </p:sp>
      <p:sp>
        <p:nvSpPr>
          <p:cNvPr id="68" name="Google Shape;68;p8"/>
          <p:cNvSpPr txBox="1"/>
          <p:nvPr/>
        </p:nvSpPr>
        <p:spPr>
          <a:xfrm>
            <a:off x="12102550" y="5900800"/>
            <a:ext cx="43878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1)가격이 국내와 크게 차이가 없다.</a:t>
            </a:r>
            <a:br>
              <a:rPr lang="en-US" sz="2000"/>
            </a:br>
            <a:r>
              <a:rPr lang="en-US" sz="2000"/>
              <a:t>2) 인력 네트워크 기반이라 제하적인 제조사 풀 보유</a:t>
            </a:r>
            <a:endParaRPr sz="2000"/>
          </a:p>
        </p:txBody>
      </p:sp>
      <p:sp>
        <p:nvSpPr>
          <p:cNvPr id="69" name="Google Shape;69;p8"/>
          <p:cNvSpPr txBox="1"/>
          <p:nvPr/>
        </p:nvSpPr>
        <p:spPr>
          <a:xfrm>
            <a:off x="1077050" y="7535150"/>
            <a:ext cx="24279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LooKC</a:t>
            </a:r>
            <a:endParaRPr sz="2400"/>
          </a:p>
        </p:txBody>
      </p:sp>
      <p:sp>
        <p:nvSpPr>
          <p:cNvPr id="70" name="Google Shape;70;p8"/>
          <p:cNvSpPr txBox="1"/>
          <p:nvPr/>
        </p:nvSpPr>
        <p:spPr>
          <a:xfrm>
            <a:off x="3504950" y="7382000"/>
            <a:ext cx="42705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KC 인증 관련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대상 품목 검색 기능</a:t>
            </a:r>
            <a:endParaRPr sz="2400"/>
          </a:p>
        </p:txBody>
      </p:sp>
      <p:sp>
        <p:nvSpPr>
          <p:cNvPr id="71" name="Google Shape;71;p8"/>
          <p:cNvSpPr txBox="1"/>
          <p:nvPr/>
        </p:nvSpPr>
        <p:spPr>
          <a:xfrm>
            <a:off x="8039650" y="7382000"/>
            <a:ext cx="381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편리한 검색 기능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KC인증 대행 올인원 서비스</a:t>
            </a:r>
            <a:endParaRPr sz="2400"/>
          </a:p>
        </p:txBody>
      </p:sp>
      <p:sp>
        <p:nvSpPr>
          <p:cNvPr id="72" name="Google Shape;72;p8"/>
          <p:cNvSpPr txBox="1"/>
          <p:nvPr/>
        </p:nvSpPr>
        <p:spPr>
          <a:xfrm>
            <a:off x="12387550" y="7410800"/>
            <a:ext cx="3817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키워드형 검색 기능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KC인증에만 특화된 서비스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/>
          <p:nvPr/>
        </p:nvSpPr>
        <p:spPr>
          <a:xfrm>
            <a:off x="589800" y="2718950"/>
            <a:ext cx="14706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케이스1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고객=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문제당사자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=사용자</a:t>
            </a:r>
            <a:endParaRPr sz="2000"/>
          </a:p>
        </p:txBody>
      </p:sp>
      <p:sp>
        <p:nvSpPr>
          <p:cNvPr id="92" name="Google Shape;92;p12"/>
          <p:cNvSpPr txBox="1"/>
          <p:nvPr/>
        </p:nvSpPr>
        <p:spPr>
          <a:xfrm>
            <a:off x="2059850" y="2024100"/>
            <a:ext cx="37563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1-9인 규모의 사업자는 제조사 소싱 업무에 할당할 리소스가 부족</a:t>
            </a:r>
            <a:endParaRPr sz="2000"/>
          </a:p>
        </p:txBody>
      </p:sp>
      <p:sp>
        <p:nvSpPr>
          <p:cNvPr id="93" name="Google Shape;93;p12"/>
          <p:cNvSpPr txBox="1"/>
          <p:nvPr/>
        </p:nvSpPr>
        <p:spPr>
          <a:xfrm>
            <a:off x="2059850" y="3125500"/>
            <a:ext cx="37563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언어,문화적 차이 때문에 번역기를 쓰면서 해도 직접 소싱이 어려움</a:t>
            </a:r>
            <a:endParaRPr sz="2000"/>
          </a:p>
        </p:txBody>
      </p:sp>
      <p:sp>
        <p:nvSpPr>
          <p:cNvPr id="94" name="Google Shape;94;p12"/>
          <p:cNvSpPr txBox="1"/>
          <p:nvPr/>
        </p:nvSpPr>
        <p:spPr>
          <a:xfrm>
            <a:off x="2059850" y="4226900"/>
            <a:ext cx="37563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제품 소싱 뿐만 아니라 통관, 물류,  KC 인증까지 알아야 할 정보가 너무 많음</a:t>
            </a:r>
            <a:endParaRPr sz="2000"/>
          </a:p>
        </p:txBody>
      </p:sp>
      <p:sp>
        <p:nvSpPr>
          <p:cNvPr id="95" name="Google Shape;95;p12"/>
          <p:cNvSpPr txBox="1"/>
          <p:nvPr/>
        </p:nvSpPr>
        <p:spPr>
          <a:xfrm>
            <a:off x="5948925" y="2100300"/>
            <a:ext cx="46143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강점)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플랫폼: 방대한 제조사 정보 풀 보유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에이전시: 컨실팅 포함한 맞춤형 서비스</a:t>
            </a:r>
            <a:endParaRPr sz="2000"/>
          </a:p>
        </p:txBody>
      </p:sp>
      <p:sp>
        <p:nvSpPr>
          <p:cNvPr id="96" name="Google Shape;96;p12"/>
          <p:cNvSpPr txBox="1"/>
          <p:nvPr/>
        </p:nvSpPr>
        <p:spPr>
          <a:xfrm>
            <a:off x="5952744" y="3771650"/>
            <a:ext cx="46143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한계)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플랫폼: 위장 제조사(도매상) 다수 포진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에이전시: 인력 기반 제한적인 제조사 풀</a:t>
            </a:r>
            <a:endParaRPr sz="2000"/>
          </a:p>
        </p:txBody>
      </p:sp>
      <p:sp>
        <p:nvSpPr>
          <p:cNvPr id="97" name="Google Shape;97;p12"/>
          <p:cNvSpPr txBox="1"/>
          <p:nvPr/>
        </p:nvSpPr>
        <p:spPr>
          <a:xfrm>
            <a:off x="11338560" y="2100300"/>
            <a:ext cx="51885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LLM 모델을(LangGraph) 통해 제품만 입력해도, </a:t>
            </a:r>
            <a:br>
              <a:rPr lang="en-US" sz="2000"/>
            </a:br>
            <a:r>
              <a:rPr lang="en-US" sz="2000"/>
              <a:t>이미 KC인증을 받은 신뢰 있는 3.5만개의 DB를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활용하여 빠른 원제조사 소싱 가능 </a:t>
            </a:r>
            <a:endParaRPr sz="2000"/>
          </a:p>
        </p:txBody>
      </p:sp>
      <p:sp>
        <p:nvSpPr>
          <p:cNvPr id="98" name="Google Shape;98;p12"/>
          <p:cNvSpPr txBox="1"/>
          <p:nvPr/>
        </p:nvSpPr>
        <p:spPr>
          <a:xfrm>
            <a:off x="11339725" y="3771650"/>
            <a:ext cx="51885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Chat 형태의 UI로써 검색형 결과 뿐만 아니라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수입 과정에(물류,통관,KC인증) 대한 컨설팅을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훨씬 저렴한 가격으로 제공 가능</a:t>
            </a:r>
            <a:endParaRPr sz="2000"/>
          </a:p>
        </p:txBody>
      </p:sp>
      <p:sp>
        <p:nvSpPr>
          <p:cNvPr id="99" name="Google Shape;99;p12"/>
          <p:cNvSpPr txBox="1"/>
          <p:nvPr/>
        </p:nvSpPr>
        <p:spPr>
          <a:xfrm>
            <a:off x="951875" y="6429700"/>
            <a:ext cx="162543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(</a:t>
            </a:r>
            <a:r>
              <a:rPr lang="en-US" sz="2000"/>
              <a:t>리소스가 부족한 1-9인 규모의 대중국 수입 SMB 기업 (134,618개, 2024년 기준)) </a:t>
            </a:r>
            <a:r>
              <a:rPr lang="en-US" sz="2000"/>
              <a:t>의</a:t>
            </a:r>
            <a:r>
              <a:rPr lang="en-US" sz="2000"/>
              <a:t> (중국 수입시 원제조사 소싱에 겪은 어려움) 문제를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(위장 제조사가 많고 소통에 어려움이 있는) 원인을 해결하고자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(LLM 기반 이미 KC인증을 받은 원제조사 소싱 기능과, 중국 담당자와 실시간 소통 가능한 챗봇 기능 및 기타 수입 문의 컨설팅 기능)을 </a:t>
            </a:r>
            <a:r>
              <a:rPr lang="en-US" sz="2000"/>
              <a:t>제공하여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(쉽게 빠르게 소싱하고 절차에 대해 컨설팅 받아서 원가 절감 및 추가 비용 발생의 리스크를 줄일 수 있도록 돕겠습니다.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556480" cy="98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2025-04-26T00:56:45Z</dcterms:created>
  <dc:creator>mangoboard.net_48059005</dc:creator>
</cp:coreProperties>
</file>
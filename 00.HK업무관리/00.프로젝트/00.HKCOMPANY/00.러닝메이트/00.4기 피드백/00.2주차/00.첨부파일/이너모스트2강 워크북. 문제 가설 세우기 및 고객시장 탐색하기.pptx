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63" r:id="rId5"/>
    <p:sldId id="267" r:id="rId6"/>
    <p:sldId id="269" r:id="rId7"/>
    <p:sldId id="272" r:id="rId8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641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8470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-100013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40F47E-D73A-26DA-48A8-12F2FCF70E9F}"/>
              </a:ext>
            </a:extLst>
          </p:cNvPr>
          <p:cNvSpPr txBox="1"/>
          <p:nvPr/>
        </p:nvSpPr>
        <p:spPr>
          <a:xfrm>
            <a:off x="1335377" y="2340648"/>
            <a:ext cx="11574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한국에서도 예쁜 목욕가운</a:t>
            </a:r>
            <a:r>
              <a:rPr lang="en-US" altLang="ko-KR" dirty="0"/>
              <a:t>(</a:t>
            </a:r>
            <a:r>
              <a:rPr lang="ko-KR" altLang="en-US" dirty="0"/>
              <a:t>로브</a:t>
            </a:r>
            <a:r>
              <a:rPr lang="en-US" altLang="ko-KR" dirty="0"/>
              <a:t>)</a:t>
            </a:r>
            <a:r>
              <a:rPr lang="ko-KR" altLang="en-US" dirty="0"/>
              <a:t>를 입고 지내려고 하는 사람들이 늘어나지만 예쁜 로브를 구입하는데 불편을 느끼고 있다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2412DC-4EBE-510C-7CBD-8F35F6F5194B}"/>
              </a:ext>
            </a:extLst>
          </p:cNvPr>
          <p:cNvSpPr txBox="1"/>
          <p:nvPr/>
        </p:nvSpPr>
        <p:spPr>
          <a:xfrm>
            <a:off x="1335376" y="3310235"/>
            <a:ext cx="10373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예쁜</a:t>
            </a:r>
            <a:r>
              <a:rPr lang="en-US" altLang="ko-KR" dirty="0"/>
              <a:t> </a:t>
            </a:r>
            <a:r>
              <a:rPr lang="ko-KR" altLang="en-US" dirty="0"/>
              <a:t>로브를 구입할 수 있다고 해도 직접 입어보고 사이즈를 맞춰볼 수 없어 불편함을 느끼고 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05BEA1-EA5A-595A-6A66-4AC15E3F16DC}"/>
              </a:ext>
            </a:extLst>
          </p:cNvPr>
          <p:cNvSpPr txBox="1"/>
          <p:nvPr/>
        </p:nvSpPr>
        <p:spPr>
          <a:xfrm>
            <a:off x="1335377" y="4294909"/>
            <a:ext cx="1037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로브를 구입할 때 사이즈가 </a:t>
            </a:r>
            <a:r>
              <a:rPr lang="en-US" altLang="ko-KR" dirty="0"/>
              <a:t>2~3</a:t>
            </a:r>
            <a:r>
              <a:rPr lang="ko-KR" altLang="en-US" dirty="0"/>
              <a:t>종류밖에 없다는 것에 불편함을 느끼고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EB7AD2-008E-7261-A3B4-8BB73ED2D288}"/>
              </a:ext>
            </a:extLst>
          </p:cNvPr>
          <p:cNvSpPr txBox="1"/>
          <p:nvPr/>
        </p:nvSpPr>
        <p:spPr>
          <a:xfrm>
            <a:off x="1335376" y="5368595"/>
            <a:ext cx="6378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로브의 소재가 다양하지 못한 것에 대해 불편함을 느끼고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A3A4B1-B4EC-DEA5-274F-CD49CA336666}"/>
              </a:ext>
            </a:extLst>
          </p:cNvPr>
          <p:cNvSpPr txBox="1"/>
          <p:nvPr/>
        </p:nvSpPr>
        <p:spPr>
          <a:xfrm>
            <a:off x="14829126" y="2479147"/>
            <a:ext cx="37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31E4C3-EBDE-502F-DA99-31943AA727B0}"/>
              </a:ext>
            </a:extLst>
          </p:cNvPr>
          <p:cNvSpPr txBox="1"/>
          <p:nvPr/>
        </p:nvSpPr>
        <p:spPr>
          <a:xfrm>
            <a:off x="14829126" y="3391871"/>
            <a:ext cx="37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F25A7D-2593-03A6-CEC5-156FB2DFCE29}"/>
              </a:ext>
            </a:extLst>
          </p:cNvPr>
          <p:cNvSpPr txBox="1"/>
          <p:nvPr/>
        </p:nvSpPr>
        <p:spPr>
          <a:xfrm>
            <a:off x="14829126" y="4431748"/>
            <a:ext cx="37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68051-FD6C-EA14-064E-8C0BEC414339}"/>
              </a:ext>
            </a:extLst>
          </p:cNvPr>
          <p:cNvSpPr txBox="1"/>
          <p:nvPr/>
        </p:nvSpPr>
        <p:spPr>
          <a:xfrm>
            <a:off x="14829126" y="5401581"/>
            <a:ext cx="37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898CF2-4B3F-BDBC-7997-64A3CD5D2756}"/>
              </a:ext>
            </a:extLst>
          </p:cNvPr>
          <p:cNvSpPr txBox="1"/>
          <p:nvPr/>
        </p:nvSpPr>
        <p:spPr>
          <a:xfrm>
            <a:off x="14829126" y="2534567"/>
            <a:ext cx="37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D67FA-231A-9802-4774-3E0F9D7D0FD0}"/>
              </a:ext>
            </a:extLst>
          </p:cNvPr>
          <p:cNvSpPr txBox="1"/>
          <p:nvPr/>
        </p:nvSpPr>
        <p:spPr>
          <a:xfrm>
            <a:off x="14829126" y="3470241"/>
            <a:ext cx="37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16C7B5-4BE8-BC38-A668-C6287C3B5F92}"/>
              </a:ext>
            </a:extLst>
          </p:cNvPr>
          <p:cNvSpPr txBox="1"/>
          <p:nvPr/>
        </p:nvSpPr>
        <p:spPr>
          <a:xfrm>
            <a:off x="14813106" y="4544352"/>
            <a:ext cx="37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5EC6BF-3BB6-F893-97B3-7F002F531501}"/>
              </a:ext>
            </a:extLst>
          </p:cNvPr>
          <p:cNvSpPr txBox="1"/>
          <p:nvPr/>
        </p:nvSpPr>
        <p:spPr>
          <a:xfrm>
            <a:off x="14813106" y="5536868"/>
            <a:ext cx="37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244430-FD56-4685-292D-BA6765D6B25A}"/>
              </a:ext>
            </a:extLst>
          </p:cNvPr>
          <p:cNvSpPr txBox="1"/>
          <p:nvPr/>
        </p:nvSpPr>
        <p:spPr>
          <a:xfrm>
            <a:off x="1468581" y="2441964"/>
            <a:ext cx="1023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로브를 구입할 수 있는 곳이 많아지면 더 많은 사람들이 목욕가운을 사용할 것이다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914442-6D90-3BA7-35CF-530668B40995}"/>
              </a:ext>
            </a:extLst>
          </p:cNvPr>
          <p:cNvSpPr txBox="1"/>
          <p:nvPr/>
        </p:nvSpPr>
        <p:spPr>
          <a:xfrm>
            <a:off x="14829126" y="2479147"/>
            <a:ext cx="374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D8A8E-3653-1AF9-78FA-7056E1F66D03}"/>
              </a:ext>
            </a:extLst>
          </p:cNvPr>
          <p:cNvSpPr txBox="1"/>
          <p:nvPr/>
        </p:nvSpPr>
        <p:spPr>
          <a:xfrm>
            <a:off x="1468582" y="3462189"/>
            <a:ext cx="1023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로브</a:t>
            </a:r>
            <a:r>
              <a:rPr lang="en-US" altLang="ko-KR" dirty="0"/>
              <a:t>(</a:t>
            </a:r>
            <a:r>
              <a:rPr lang="ko-KR" altLang="en-US" dirty="0"/>
              <a:t>목욕가운</a:t>
            </a:r>
            <a:r>
              <a:rPr lang="en-US" altLang="ko-KR" dirty="0"/>
              <a:t>)</a:t>
            </a:r>
            <a:r>
              <a:rPr lang="ko-KR" altLang="en-US" dirty="0"/>
              <a:t>을 직접 입어볼 수 있는 곳이 더 많아지면 목욕가운을 입는 사람들이 더 많아질 것이다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8203A2-957B-5F5B-D049-A27C1DD062DD}"/>
              </a:ext>
            </a:extLst>
          </p:cNvPr>
          <p:cNvSpPr txBox="1"/>
          <p:nvPr/>
        </p:nvSpPr>
        <p:spPr>
          <a:xfrm>
            <a:off x="1468582" y="4482414"/>
            <a:ext cx="1023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로브의 사이즈가 다양해지면 목욕가운을 편하게 사용하는 사람들이 더 많아질 것이다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E35064-BA27-5807-7B6A-B92DE81E5CE7}"/>
              </a:ext>
            </a:extLst>
          </p:cNvPr>
          <p:cNvSpPr txBox="1"/>
          <p:nvPr/>
        </p:nvSpPr>
        <p:spPr>
          <a:xfrm>
            <a:off x="1468582" y="5474930"/>
            <a:ext cx="1023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다양한 소재의 로브가 나오면 다양하게 선물용이나 파티용으로 로브를 사용할 수 있을 것이다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25FE28-41DE-F1B9-4B8A-4C0D8B9DD01E}"/>
              </a:ext>
            </a:extLst>
          </p:cNvPr>
          <p:cNvSpPr txBox="1"/>
          <p:nvPr/>
        </p:nvSpPr>
        <p:spPr>
          <a:xfrm>
            <a:off x="1330036" y="2008909"/>
            <a:ext cx="6317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소비자들은  목욕가운을 한국에서 구매해서 입기에는 선택의</a:t>
            </a:r>
            <a:endParaRPr lang="en-US" altLang="ko-KR" dirty="0"/>
          </a:p>
          <a:p>
            <a:r>
              <a:rPr lang="ko-KR" altLang="en-US" dirty="0"/>
              <a:t>폭이 넓지 않다고 생각하여 목욕가운을 해외에서 구매를 하거나 한 두개만 가지고 사용한다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6FD8E-8291-3243-F8B6-3F4527716F25}"/>
              </a:ext>
            </a:extLst>
          </p:cNvPr>
          <p:cNvSpPr txBox="1"/>
          <p:nvPr/>
        </p:nvSpPr>
        <p:spPr>
          <a:xfrm>
            <a:off x="9587345" y="2008909"/>
            <a:ext cx="6638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목욕가운이 외국인의 체형에만 맞게  한두종류로 </a:t>
            </a:r>
            <a:r>
              <a:rPr lang="ko-KR" altLang="en-US" dirty="0" err="1"/>
              <a:t>제작될수</a:t>
            </a:r>
            <a:r>
              <a:rPr lang="ko-KR" altLang="en-US" dirty="0"/>
              <a:t> 밖에 없는 시장 </a:t>
            </a:r>
            <a:r>
              <a:rPr lang="ko-KR" altLang="en-US" dirty="0" err="1"/>
              <a:t>규모때문에</a:t>
            </a:r>
            <a:r>
              <a:rPr lang="ko-KR" altLang="en-US" dirty="0"/>
              <a:t> </a:t>
            </a:r>
            <a:r>
              <a:rPr lang="ko-KR" altLang="en-US" dirty="0" err="1"/>
              <a:t>목용가운을</a:t>
            </a:r>
            <a:r>
              <a:rPr lang="ko-KR" altLang="en-US" dirty="0"/>
              <a:t> 주 아이템으로 판매하는 브랜드가 거의 없다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69BB7C-6C2F-7B9A-7599-4B539712F024}"/>
              </a:ext>
            </a:extLst>
          </p:cNvPr>
          <p:cNvSpPr txBox="1"/>
          <p:nvPr/>
        </p:nvSpPr>
        <p:spPr>
          <a:xfrm>
            <a:off x="1330036" y="4475018"/>
            <a:ext cx="1911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위글위글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1886AC-79D0-D79B-CA10-379082FAA32A}"/>
              </a:ext>
            </a:extLst>
          </p:cNvPr>
          <p:cNvSpPr txBox="1"/>
          <p:nvPr/>
        </p:nvSpPr>
        <p:spPr>
          <a:xfrm>
            <a:off x="3699164" y="4475018"/>
            <a:ext cx="3948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기존의 목욕가운의 이미지를 밝고</a:t>
            </a:r>
            <a:endParaRPr lang="en-US" altLang="ko-KR" dirty="0"/>
          </a:p>
          <a:p>
            <a:r>
              <a:rPr lang="ko-KR" altLang="en-US" dirty="0"/>
              <a:t>귀여운 이미지의 컬러와 캐릭터를 </a:t>
            </a:r>
            <a:endParaRPr lang="en-US" altLang="ko-KR" dirty="0"/>
          </a:p>
          <a:p>
            <a:r>
              <a:rPr lang="ko-KR" altLang="en-US" dirty="0"/>
              <a:t>이용해 만들었다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F68291-F499-A1C9-6710-4F82669C9014}"/>
              </a:ext>
            </a:extLst>
          </p:cNvPr>
          <p:cNvSpPr txBox="1"/>
          <p:nvPr/>
        </p:nvSpPr>
        <p:spPr>
          <a:xfrm>
            <a:off x="8104909" y="4475018"/>
            <a:ext cx="37961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목욕가운을 친근한 아이템으로 느끼게 하는 효과가 생겼고 목욕가운이 </a:t>
            </a:r>
            <a:r>
              <a:rPr lang="ko-KR" altLang="en-US" dirty="0" err="1"/>
              <a:t>위글위글에서</a:t>
            </a:r>
            <a:r>
              <a:rPr lang="ko-KR" altLang="en-US" dirty="0"/>
              <a:t> 판매하고 있다는 이미지를 </a:t>
            </a:r>
            <a:r>
              <a:rPr lang="ko-KR" altLang="en-US" dirty="0" err="1"/>
              <a:t>각인시켰다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CDBA05-4CD9-46EE-2971-3E910A68DC80}"/>
              </a:ext>
            </a:extLst>
          </p:cNvPr>
          <p:cNvSpPr txBox="1"/>
          <p:nvPr/>
        </p:nvSpPr>
        <p:spPr>
          <a:xfrm>
            <a:off x="12358255" y="4475018"/>
            <a:ext cx="3867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여전히 </a:t>
            </a:r>
            <a:r>
              <a:rPr lang="ko-KR" altLang="en-US" dirty="0" err="1"/>
              <a:t>위글위글만의</a:t>
            </a:r>
            <a:r>
              <a:rPr lang="ko-KR" altLang="en-US" dirty="0"/>
              <a:t> </a:t>
            </a:r>
            <a:r>
              <a:rPr lang="ko-KR" altLang="en-US" dirty="0" err="1"/>
              <a:t>컬러풀한</a:t>
            </a:r>
            <a:r>
              <a:rPr lang="ko-KR" altLang="en-US" dirty="0"/>
              <a:t> 컨셉만으로 제품이 나오고 있고 사이즈 또한 다양하지 못하다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9EA306-FA5D-9325-9591-B33C44F9916C}"/>
              </a:ext>
            </a:extLst>
          </p:cNvPr>
          <p:cNvSpPr txBox="1"/>
          <p:nvPr/>
        </p:nvSpPr>
        <p:spPr>
          <a:xfrm>
            <a:off x="845127" y="2244436"/>
            <a:ext cx="8866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고객</a:t>
            </a:r>
            <a:r>
              <a:rPr lang="en-US" altLang="ko-KR" dirty="0"/>
              <a:t>1</a:t>
            </a:r>
          </a:p>
          <a:p>
            <a:r>
              <a:rPr lang="ko-KR" altLang="en-US" dirty="0"/>
              <a:t>문제</a:t>
            </a:r>
            <a:endParaRPr lang="en-US" altLang="ko-KR" dirty="0"/>
          </a:p>
          <a:p>
            <a:r>
              <a:rPr lang="ko-KR" altLang="en-US" dirty="0"/>
              <a:t>당사자</a:t>
            </a:r>
            <a:endParaRPr lang="en-US" altLang="ko-KR" dirty="0"/>
          </a:p>
          <a:p>
            <a:r>
              <a:rPr lang="en-US" altLang="ko-KR" dirty="0"/>
              <a:t>=</a:t>
            </a:r>
            <a:r>
              <a:rPr lang="ko-KR" altLang="en-US" dirty="0"/>
              <a:t>사용자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BD1E9-016E-19F8-520D-6D1E46782DD3}"/>
              </a:ext>
            </a:extLst>
          </p:cNvPr>
          <p:cNvSpPr txBox="1"/>
          <p:nvPr/>
        </p:nvSpPr>
        <p:spPr>
          <a:xfrm>
            <a:off x="2078182" y="1930798"/>
            <a:ext cx="3602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목욕가운을 예쁜 것으로 구매하려는 욕구가 많은 </a:t>
            </a:r>
            <a:r>
              <a:rPr lang="ko-KR" altLang="en-US" dirty="0" err="1"/>
              <a:t>홈웨어를</a:t>
            </a:r>
            <a:r>
              <a:rPr lang="ko-KR" altLang="en-US" dirty="0"/>
              <a:t> 좋아하는 </a:t>
            </a:r>
            <a:r>
              <a:rPr lang="en-US" altLang="ko-KR" dirty="0"/>
              <a:t>1</a:t>
            </a:r>
            <a:r>
              <a:rPr lang="ko-KR" altLang="en-US" dirty="0"/>
              <a:t>인가구들은 직구를 하기도 한다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ABBA9-27E7-1031-52B7-A67348B36C77}"/>
              </a:ext>
            </a:extLst>
          </p:cNvPr>
          <p:cNvSpPr txBox="1"/>
          <p:nvPr/>
        </p:nvSpPr>
        <p:spPr>
          <a:xfrm>
            <a:off x="2078182" y="3131127"/>
            <a:ext cx="3602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사이즈가 </a:t>
            </a:r>
            <a:r>
              <a:rPr lang="ko-KR" altLang="en-US" dirty="0" err="1"/>
              <a:t>안맞거나</a:t>
            </a:r>
            <a:r>
              <a:rPr lang="ko-KR" altLang="en-US" dirty="0"/>
              <a:t> 소재가 사진이랑 다른 경우에 대처할 방법이 없다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84E2-1ABF-785F-36AC-B913222B6633}"/>
              </a:ext>
            </a:extLst>
          </p:cNvPr>
          <p:cNvSpPr txBox="1"/>
          <p:nvPr/>
        </p:nvSpPr>
        <p:spPr>
          <a:xfrm>
            <a:off x="2078182" y="4253345"/>
            <a:ext cx="3602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자신의 사이즈와 맞지 않아도 예쁜 목욕가운이 별로 없어 </a:t>
            </a:r>
            <a:r>
              <a:rPr lang="ko-KR" altLang="en-US" dirty="0" err="1"/>
              <a:t>맞지않은채로</a:t>
            </a:r>
            <a:r>
              <a:rPr lang="ko-KR" altLang="en-US" dirty="0"/>
              <a:t> 그냥 입는다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58766-71B8-213F-C683-F3E12010E901}"/>
              </a:ext>
            </a:extLst>
          </p:cNvPr>
          <p:cNvSpPr txBox="1"/>
          <p:nvPr/>
        </p:nvSpPr>
        <p:spPr>
          <a:xfrm>
            <a:off x="5957455" y="2008909"/>
            <a:ext cx="50430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강점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목욕가운을 재미있고 친숙한 아이템으로 만들기 위해 브랜드가 가진 이미지를 넣어 </a:t>
            </a:r>
            <a:r>
              <a:rPr lang="ko-KR" altLang="en-US" dirty="0" err="1"/>
              <a:t>컬러플하고</a:t>
            </a:r>
            <a:r>
              <a:rPr lang="ko-KR" altLang="en-US" dirty="0"/>
              <a:t> 재미있는 캐릭터로 만들어서 아이템의 친숙함을 높였다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0C0BE-8C8C-4286-BAB0-0810FACB940B}"/>
              </a:ext>
            </a:extLst>
          </p:cNvPr>
          <p:cNvSpPr txBox="1"/>
          <p:nvPr/>
        </p:nvSpPr>
        <p:spPr>
          <a:xfrm>
            <a:off x="11277600" y="2008909"/>
            <a:ext cx="5195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/>
              <a:t>체형에 맞는 다양한 사이즈의 목욕가운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나이대에 따라 다양하게 </a:t>
            </a:r>
            <a:r>
              <a:rPr lang="ko-KR" altLang="en-US" dirty="0" err="1"/>
              <a:t>구매할수</a:t>
            </a:r>
            <a:r>
              <a:rPr lang="ko-KR" altLang="en-US" dirty="0"/>
              <a:t> 있는 디자인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선물</a:t>
            </a:r>
            <a:r>
              <a:rPr lang="en-US" altLang="ko-KR" dirty="0"/>
              <a:t>,</a:t>
            </a:r>
            <a:r>
              <a:rPr lang="ko-KR" altLang="en-US" dirty="0"/>
              <a:t> 파티용으로 구매할 수 있는 아이템으로 변화시킨다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1E5D8E-0E4F-8C9E-FFF4-663E06363DDD}"/>
              </a:ext>
            </a:extLst>
          </p:cNvPr>
          <p:cNvSpPr txBox="1"/>
          <p:nvPr/>
        </p:nvSpPr>
        <p:spPr>
          <a:xfrm>
            <a:off x="5957455" y="3592792"/>
            <a:ext cx="5043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한계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한정적인 디자인으로 목욕가운 구매자들이 한정적으로 흡수되었고 사이즈도 다양하지 못하다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68827-6022-011D-E6C7-4971C25F6A7D}"/>
              </a:ext>
            </a:extLst>
          </p:cNvPr>
          <p:cNvSpPr txBox="1"/>
          <p:nvPr/>
        </p:nvSpPr>
        <p:spPr>
          <a:xfrm>
            <a:off x="969818" y="6428509"/>
            <a:ext cx="1474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목욕가운을 대중화하기 위해 친숙한 아이템으로 만들고 다양한 사이즈와 디자인을 통해 자유롭게 선택하고 사용할 수 있는 브랜드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BDBEEB-7CDE-F8BE-2860-076914A8DC7B}"/>
              </a:ext>
            </a:extLst>
          </p:cNvPr>
          <p:cNvSpPr txBox="1"/>
          <p:nvPr/>
        </p:nvSpPr>
        <p:spPr>
          <a:xfrm>
            <a:off x="2701636" y="2632364"/>
            <a:ext cx="4904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사이즈와 디자인의 다양화</a:t>
            </a:r>
            <a:endParaRPr lang="en-US" altLang="ko-KR" dirty="0"/>
          </a:p>
          <a:p>
            <a:r>
              <a:rPr lang="ko-KR" altLang="en-US" dirty="0"/>
              <a:t>목욕가운 전문 패션 브랜드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28B0C-2A1C-1D38-9481-6AA00CE23348}"/>
              </a:ext>
            </a:extLst>
          </p:cNvPr>
          <p:cNvSpPr txBox="1"/>
          <p:nvPr/>
        </p:nvSpPr>
        <p:spPr>
          <a:xfrm>
            <a:off x="10931236" y="6636328"/>
            <a:ext cx="490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대형 브랜드의 진입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076E87-1A35-2E19-C02E-E79DECAC02E1}"/>
              </a:ext>
            </a:extLst>
          </p:cNvPr>
          <p:cNvSpPr txBox="1"/>
          <p:nvPr/>
        </p:nvSpPr>
        <p:spPr>
          <a:xfrm>
            <a:off x="2701636" y="6636328"/>
            <a:ext cx="490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현재 목욕가운 시장은 거의 없다시피 하다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C46BB5-427C-3080-9C1C-037B1845AEEA}"/>
              </a:ext>
            </a:extLst>
          </p:cNvPr>
          <p:cNvSpPr txBox="1"/>
          <p:nvPr/>
        </p:nvSpPr>
        <p:spPr>
          <a:xfrm>
            <a:off x="11069781" y="2479964"/>
            <a:ext cx="490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목욕가운의 제작비용이 많이 드는데 자본부족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319</Words>
  <Application>Microsoft Office PowerPoint</Application>
  <PresentationFormat>사용자 지정</PresentationFormat>
  <Paragraphs>53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DAYUEN JUNG</cp:lastModifiedBy>
  <cp:revision>4</cp:revision>
  <dcterms:created xsi:type="dcterms:W3CDTF">2025-04-26T00:56:45Z</dcterms:created>
  <dcterms:modified xsi:type="dcterms:W3CDTF">2025-04-26T13:45:26Z</dcterms:modified>
</cp:coreProperties>
</file>
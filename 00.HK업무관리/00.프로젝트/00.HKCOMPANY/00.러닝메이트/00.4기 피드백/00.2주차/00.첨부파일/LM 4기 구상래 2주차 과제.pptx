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79" r:id="rId3"/>
    <p:sldId id="282" r:id="rId4"/>
    <p:sldId id="283" r:id="rId5"/>
    <p:sldId id="290" r:id="rId6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035570" y="2289521"/>
            <a:ext cx="12267044" cy="64227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클로그를 신는 사람 중에는 발목 밴드를 내려서 신어도 발목 밴드가 발을 안정적으로 잡아주지 못해서 신발이 벗겨지거나 불편함을 느끼는 사람이 많을 것이다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1035570" y="3285317"/>
            <a:ext cx="12267044" cy="63707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이런 문제를 인식한 사람 중에는 벨크로</a:t>
            </a:r>
            <a:r>
              <a:rPr lang="en-US" altLang="ko-KR"/>
              <a:t>(</a:t>
            </a:r>
            <a:r>
              <a:rPr lang="ko-KR" altLang="en-US"/>
              <a:t>찍찍이</a:t>
            </a:r>
            <a:r>
              <a:rPr lang="en-US" altLang="ko-KR"/>
              <a:t>)</a:t>
            </a:r>
            <a:r>
              <a:rPr lang="ko-KR" altLang="en-US"/>
              <a:t>로 발목 밴드의 길이를 조절할 수 있는 클로그를 신어 보았으나 길이 조절 폭이 작고</a:t>
            </a:r>
            <a:r>
              <a:rPr lang="en-US" altLang="ko-KR"/>
              <a:t>,</a:t>
            </a:r>
            <a:r>
              <a:rPr lang="ko-KR" altLang="en-US"/>
              <a:t> 조작 바업과 슬리퍼 형태로 전환 착용 과정이 번거로운 등의 이유로 그 기능에 실망한 사람이 있을 것이다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5" name="가로 글상자 4"/>
          <p:cNvSpPr txBox="1"/>
          <p:nvPr/>
        </p:nvSpPr>
        <p:spPr>
          <a:xfrm>
            <a:off x="1035570" y="4309976"/>
            <a:ext cx="12267044" cy="64111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슬리퍼에서 샌들로</a:t>
            </a:r>
            <a:r>
              <a:rPr lang="en-US" altLang="ko-KR"/>
              <a:t>,</a:t>
            </a:r>
            <a:r>
              <a:rPr lang="ko-KR" altLang="en-US"/>
              <a:t> 샌들에서 슬리퍼 형태로 전환 착용과 길이 조절이 간단하면서 디자인이 괜찮은 클로그를 만들 수  있다면 기존 클로그를 애용하는 사람 중 일부는 우리의 고객이 될 것이다</a:t>
            </a:r>
            <a:r>
              <a:rPr lang="en-US" altLang="ko-KR"/>
              <a:t>.</a:t>
            </a:r>
            <a:r>
              <a:rPr lang="ko-KR" altLang="en-US"/>
              <a:t>  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1035570" y="5262476"/>
            <a:ext cx="12267044" cy="3648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착용자 중에는 지비츠의 과도하고 아동스러운 신발 꾸미기에 거부감을 가지는 사람이 있을 것이다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1035570" y="6287134"/>
            <a:ext cx="12267044" cy="90233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신발 끈 조임장치의 다이얼 부분을 다양한 캐릭터</a:t>
            </a:r>
            <a:r>
              <a:rPr lang="en-US" altLang="ko-KR"/>
              <a:t>,</a:t>
            </a:r>
            <a:r>
              <a:rPr lang="ko-KR" altLang="en-US"/>
              <a:t> 로고</a:t>
            </a:r>
            <a:r>
              <a:rPr lang="en-US" altLang="ko-KR"/>
              <a:t>,</a:t>
            </a:r>
            <a:r>
              <a:rPr lang="ko-KR" altLang="en-US"/>
              <a:t> 문양 등으로 깔끔한 원형으로 제작해서 신발 꾸미기 아이템으로 활용할 수 있게 만든다면</a:t>
            </a:r>
            <a:r>
              <a:rPr lang="en-US" altLang="ko-KR"/>
              <a:t>,</a:t>
            </a:r>
            <a:r>
              <a:rPr lang="ko-KR" altLang="en-US"/>
              <a:t> 지비츠로 신발 꾸미기에 익숙한 사람은 물론</a:t>
            </a:r>
            <a:r>
              <a:rPr lang="en-US" altLang="ko-KR"/>
              <a:t>,</a:t>
            </a:r>
            <a:r>
              <a:rPr lang="ko-KR" altLang="en-US"/>
              <a:t> 지비츠의 과도한 신발 꾸미기에 거부을 가진 사람도 고객으로 만들 수 있을 것이다</a:t>
            </a:r>
            <a:endParaRPr lang="en-US" altLang="ko-KR"/>
          </a:p>
        </p:txBody>
      </p:sp>
      <p:sp>
        <p:nvSpPr>
          <p:cNvPr id="8" name="가로 글상자 7"/>
          <p:cNvSpPr txBox="1"/>
          <p:nvPr/>
        </p:nvSpPr>
        <p:spPr>
          <a:xfrm>
            <a:off x="1035570" y="7189470"/>
            <a:ext cx="12267044" cy="63817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지비츠로 신발 꾸미기가 일반화된 클로그에서 신발 끈 조임장치의 다이얼을 활용한 신발 꾸미기가 유행한다면</a:t>
            </a:r>
            <a:r>
              <a:rPr lang="en-US" altLang="ko-KR"/>
              <a:t>,</a:t>
            </a:r>
            <a:r>
              <a:rPr lang="ko-KR" altLang="en-US"/>
              <a:t> 클로그뿐 아니라 다이얼 운동화 등에서도 신발 꾸미기가 유행할 수 있을 것이다 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14572616" y="2565746"/>
            <a:ext cx="906606" cy="366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14572616" y="3420831"/>
            <a:ext cx="906606" cy="366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14572616" y="4571711"/>
            <a:ext cx="906606" cy="366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14572616" y="5426796"/>
            <a:ext cx="906606" cy="366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14572616" y="6577676"/>
            <a:ext cx="906606" cy="366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4" name="가로 글상자 13"/>
          <p:cNvSpPr txBox="1"/>
          <p:nvPr/>
        </p:nvSpPr>
        <p:spPr>
          <a:xfrm>
            <a:off x="14572616" y="7432761"/>
            <a:ext cx="906606" cy="3660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050001" y="2303953"/>
            <a:ext cx="12267048" cy="3611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애용자 중 </a:t>
            </a:r>
            <a:r>
              <a:rPr lang="en-US" altLang="ko-KR"/>
              <a:t>10%</a:t>
            </a:r>
            <a:r>
              <a:rPr lang="ko-KR" altLang="en-US"/>
              <a:t>이상은 클로그 발목 밴드의 기능을 효과적으로 개선한 우리 클로그 제품에 관심을 가질 것이다</a:t>
            </a:r>
            <a:endParaRPr lang="en-US" altLang="ko-KR"/>
          </a:p>
        </p:txBody>
      </p:sp>
      <p:sp>
        <p:nvSpPr>
          <p:cNvPr id="5" name="가로 글상자 4"/>
          <p:cNvSpPr txBox="1"/>
          <p:nvPr/>
        </p:nvSpPr>
        <p:spPr>
          <a:xfrm>
            <a:off x="1050001" y="3256453"/>
            <a:ext cx="12267048" cy="3611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우리 클로그 제품을 착용한 고객들 중 절반 이상은 그 기능을 만족하고 추후 재구매로 이어질 것이다</a:t>
            </a:r>
            <a:endParaRPr lang="en-US" altLang="ko-KR"/>
          </a:p>
        </p:txBody>
      </p:sp>
      <p:sp>
        <p:nvSpPr>
          <p:cNvPr id="6" name="가로 글상자 5"/>
          <p:cNvSpPr txBox="1"/>
          <p:nvPr/>
        </p:nvSpPr>
        <p:spPr>
          <a:xfrm>
            <a:off x="1050001" y="4295545"/>
            <a:ext cx="12267048" cy="36027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이용자 중 </a:t>
            </a:r>
            <a:r>
              <a:rPr lang="en-US" altLang="ko-KR"/>
              <a:t>50%</a:t>
            </a:r>
            <a:r>
              <a:rPr lang="ko-KR" altLang="en-US"/>
              <a:t> 이상은 지비츠로 신발 꾸미기 경험이 있을 것이다</a:t>
            </a:r>
            <a:endParaRPr lang="en-US" altLang="ko-KR"/>
          </a:p>
        </p:txBody>
      </p:sp>
      <p:sp>
        <p:nvSpPr>
          <p:cNvPr id="7" name="가로 글상자 6"/>
          <p:cNvSpPr txBox="1"/>
          <p:nvPr/>
        </p:nvSpPr>
        <p:spPr>
          <a:xfrm>
            <a:off x="1050001" y="5262476"/>
            <a:ext cx="12267048" cy="3648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우리 클로그 제품의 고객들 중 </a:t>
            </a:r>
            <a:r>
              <a:rPr lang="en-US" altLang="ko-KR"/>
              <a:t>50%</a:t>
            </a:r>
            <a:r>
              <a:rPr lang="ko-KR" altLang="en-US"/>
              <a:t> 이상은 다이얼로 신발 꾸미기 서비스를 이용할 것이다</a:t>
            </a: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1050001" y="6272703"/>
            <a:ext cx="12267048" cy="6405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우리 클로그 제품으로 다이얼을 활용한 신발 꾸미기를 이용한 고객들 중 </a:t>
            </a:r>
            <a:r>
              <a:rPr lang="en-US" altLang="ko-KR"/>
              <a:t>50%</a:t>
            </a:r>
            <a:r>
              <a:rPr lang="ko-KR" altLang="en-US"/>
              <a:t> 이상은 다이얼이 달린 운동화 등에도 신발 꾸미기 아이템을 활용할 의사가 있을 것이다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14558182" y="2484524"/>
            <a:ext cx="900547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14558182" y="3436620"/>
            <a:ext cx="900547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14558182" y="4474845"/>
            <a:ext cx="900547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14558183" y="5426941"/>
            <a:ext cx="900547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14558183" y="6551295"/>
            <a:ext cx="900547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미확인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819092" y="2058612"/>
            <a:ext cx="995796" cy="200665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케이스</a:t>
            </a:r>
            <a:r>
              <a:rPr lang="en-US" altLang="ko-KR"/>
              <a:t>1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고객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=</a:t>
            </a:r>
            <a:r>
              <a:rPr lang="ko-KR" altLang="en-US"/>
              <a:t> 사용자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=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문제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당사자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2031365" y="1877896"/>
            <a:ext cx="3694545" cy="11840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신고 벗기 편한 클로그의 편리함을 좋아하지만</a:t>
            </a:r>
            <a:r>
              <a:rPr lang="en-US" altLang="ko-KR"/>
              <a:t>,</a:t>
            </a:r>
            <a:r>
              <a:rPr lang="ko-KR" altLang="en-US"/>
              <a:t> 동시에 의도치 않게 쉽게 벗겨지는 클로그가 불편하기도함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2031365" y="3061941"/>
            <a:ext cx="3694545" cy="90807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신발 꾸미기로 개성을 표출하고 싶은 욕구가 있지만 아동스럽고 과도한 개성 표출에는 부담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5913524" y="1877896"/>
            <a:ext cx="5195456" cy="35857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강점</a:t>
            </a:r>
            <a:r>
              <a:rPr lang="en-US" altLang="ko-KR"/>
              <a:t>)</a:t>
            </a:r>
            <a:r>
              <a:rPr lang="ko-KR" altLang="en-US"/>
              <a:t>  </a:t>
            </a:r>
            <a:r>
              <a:rPr lang="en-US" altLang="ko-KR"/>
              <a:t>-</a:t>
            </a:r>
            <a:r>
              <a:rPr lang="ko-KR" altLang="en-US"/>
              <a:t> 벨클로로 발목 밴드의 길이를 조절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5913524" y="3877021"/>
            <a:ext cx="5195456" cy="11788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한계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길이 조절 폭이 좁음</a:t>
            </a:r>
            <a:r>
              <a:rPr lang="en-US" altLang="ko-KR"/>
              <a:t>.</a:t>
            </a:r>
            <a:r>
              <a:rPr lang="ko-KR" altLang="en-US"/>
              <a:t> 길이 조절 폭이 넓어질수록 발목 밴드의 결속이 해체될 가능성 큼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길이 조절 조작</a:t>
            </a:r>
            <a:r>
              <a:rPr lang="en-US" altLang="ko-KR"/>
              <a:t>,</a:t>
            </a:r>
            <a:r>
              <a:rPr lang="ko-KR" altLang="en-US"/>
              <a:t> 샌들에서 슬리퍼로 전환착용 과정이 번거로움</a:t>
            </a: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11267728" y="1877896"/>
            <a:ext cx="5224319" cy="117772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다이얼을 이용하여 강력하고 간편하게 발목 밴드 길이를 조절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발목 밴드의 아치 형상이 유지되어 슬리퍼에서 샌들</a:t>
            </a:r>
            <a:r>
              <a:rPr lang="en-US" altLang="ko-KR"/>
              <a:t>,</a:t>
            </a:r>
            <a:r>
              <a:rPr lang="ko-KR" altLang="en-US"/>
              <a:t> 샌들에서 슬리퍼로 전환 착용이 간편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2031365" y="4104495"/>
            <a:ext cx="3694545" cy="6370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클로그가 아닌 다른 신발에서도 개성을 표현하고 싶은 욕구</a:t>
            </a: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11267728" y="3617248"/>
            <a:ext cx="5224319" cy="145767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 원형의 깔끔한 형태로 다양한 캐릭터</a:t>
            </a:r>
            <a:r>
              <a:rPr lang="en-US" altLang="ko-KR"/>
              <a:t>,</a:t>
            </a:r>
            <a:r>
              <a:rPr lang="ko-KR" altLang="en-US"/>
              <a:t> 문양의 신발 꾸미기 아이템 제공</a:t>
            </a:r>
            <a:r>
              <a:rPr lang="en-US" altLang="ko-KR"/>
              <a:t>,</a:t>
            </a:r>
            <a:r>
              <a:rPr lang="ko-KR" altLang="en-US"/>
              <a:t> 절제되고 고급스러운 신발 꾸미기 가능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클로그뿐 아니라 다이얼이 달린 운동화 등에도 신발 꾸미기 아이템 제공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718068" y="7181907"/>
            <a:ext cx="15773978" cy="90291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착용자가 길이 조절이 되지 않는 발목 밴드로 느끼는 불편함과 이를 개선한 제품에서도 여전히 해결되지 않는 불편함을 해결하기 위해 발목 밴드 길이 조절 방식을 다이얼이 결합된 새로운 장치를 통해 해결하며</a:t>
            </a:r>
            <a:r>
              <a:rPr lang="en-US" altLang="ko-KR"/>
              <a:t>,</a:t>
            </a:r>
            <a:r>
              <a:rPr lang="ko-KR" altLang="en-US"/>
              <a:t> 이것으로 길이 조절이 가능하면서도 그 사용편의성까지 높여주고 감각적인 스타일의 클로그를 만들 수 있습니다</a:t>
            </a:r>
            <a:r>
              <a:rPr lang="en-US" altLang="ko-KR"/>
              <a:t>.</a:t>
            </a:r>
            <a:r>
              <a:rPr lang="ko-KR" altLang="en-US"/>
              <a:t> 그리고 다이얼을 신발 꾸미기 아이템으로 활용해서 깔끔하고 고급스러운 신발 꾸미기를 가능하게 합니다  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433</ep:Words>
  <ep:PresentationFormat>On-screen Show (16:9)</ep:PresentationFormat>
  <ep:Paragraphs>39</ep:Paragraphs>
  <ep:Slides>4</ep:Slides>
  <ep:Notes>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Theme</vt:lpstr>
      <vt:lpstr>슬라이드 1</vt:lpstr>
      <vt:lpstr>슬라이드 2</vt:lpstr>
      <vt:lpstr>슬라이드 3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2025-04-21T00:55:53.000</dcterms:created>
  <dc:creator>mangoboard.net_48059005</dc:creator>
  <cp:lastModifiedBy>A</cp:lastModifiedBy>
  <dcterms:modified xsi:type="dcterms:W3CDTF">2025-04-26T12:53:35.216</dcterms:modified>
  <cp:revision>17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
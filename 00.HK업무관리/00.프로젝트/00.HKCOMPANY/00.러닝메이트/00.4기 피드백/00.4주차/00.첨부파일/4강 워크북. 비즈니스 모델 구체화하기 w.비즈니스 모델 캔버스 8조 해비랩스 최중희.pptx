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0" r:id="rId4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822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189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02" y="0"/>
            <a:ext cx="17556480" cy="987552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FD0F85D7-03EA-429F-82B3-3C72078E6E71}"/>
              </a:ext>
            </a:extLst>
          </p:cNvPr>
          <p:cNvSpPr/>
          <p:nvPr/>
        </p:nvSpPr>
        <p:spPr>
          <a:xfrm>
            <a:off x="13955852" y="1990838"/>
            <a:ext cx="29126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건강기능식품 이용자</a:t>
            </a:r>
            <a:endParaRPr lang="en-US" altLang="ko-KR" dirty="0">
              <a:latin typeface="+mj-ea"/>
              <a:ea typeface="+mj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특히 </a:t>
            </a:r>
            <a:r>
              <a:rPr lang="en-US" altLang="ko-KR" dirty="0">
                <a:latin typeface="+mj-ea"/>
                <a:ea typeface="+mj-ea"/>
              </a:rPr>
              <a:t>30~40</a:t>
            </a:r>
            <a:r>
              <a:rPr lang="ko-KR" altLang="en-US" dirty="0">
                <a:latin typeface="+mj-ea"/>
                <a:ea typeface="+mj-ea"/>
              </a:rPr>
              <a:t>대 여성</a:t>
            </a:r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17CDC3C-5651-4C6F-8A96-47C6AE11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7556163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0C726AA-1682-47FE-8E24-E233467D4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75"/>
            <a:ext cx="17556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621C532-FB64-485E-B637-7DD1B598096D}"/>
              </a:ext>
            </a:extLst>
          </p:cNvPr>
          <p:cNvSpPr/>
          <p:nvPr/>
        </p:nvSpPr>
        <p:spPr>
          <a:xfrm>
            <a:off x="7302455" y="1899398"/>
            <a:ext cx="295125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en-US" dirty="0">
                <a:solidFill>
                  <a:prstClr val="black"/>
                </a:solidFill>
                <a:latin typeface="+mj-ea"/>
                <a:ea typeface="+mj-ea"/>
              </a:rPr>
              <a:t>건강기능식품에 대한</a:t>
            </a:r>
            <a:endParaRPr lang="en-US" altLang="ko-KR" dirty="0">
              <a:solidFill>
                <a:prstClr val="black"/>
              </a:solidFill>
              <a:latin typeface="+mj-ea"/>
              <a:ea typeface="+mj-ea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solidFill>
                  <a:prstClr val="black"/>
                </a:solidFill>
                <a:latin typeface="+mj-ea"/>
                <a:ea typeface="+mj-ea"/>
              </a:rPr>
              <a:t> </a:t>
            </a:r>
            <a:r>
              <a:rPr lang="ko-KR" altLang="en-US" dirty="0">
                <a:solidFill>
                  <a:prstClr val="black"/>
                </a:solidFill>
                <a:latin typeface="+mj-ea"/>
                <a:ea typeface="+mj-ea"/>
              </a:rPr>
              <a:t>다양한 맞춤형 정보제공</a:t>
            </a:r>
            <a:endParaRPr lang="ko-KR" altLang="ko-KR" dirty="0">
              <a:solidFill>
                <a:prstClr val="black"/>
              </a:solidFill>
              <a:latin typeface="+mj-ea"/>
              <a:ea typeface="+mj-ea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en-US" dirty="0">
                <a:solidFill>
                  <a:prstClr val="black"/>
                </a:solidFill>
                <a:latin typeface="+mj-ea"/>
                <a:ea typeface="+mj-ea"/>
              </a:rPr>
              <a:t>건강기능식품의 섭취관리</a:t>
            </a:r>
            <a:endParaRPr lang="ko-KR" altLang="ko-KR" dirty="0">
              <a:solidFill>
                <a:prstClr val="black"/>
              </a:solidFill>
              <a:latin typeface="+mj-ea"/>
              <a:ea typeface="+mj-ea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en-US" dirty="0">
                <a:solidFill>
                  <a:prstClr val="black"/>
                </a:solidFill>
                <a:latin typeface="+mj-ea"/>
                <a:ea typeface="+mj-ea"/>
              </a:rPr>
              <a:t>미션성공여부에 따른</a:t>
            </a:r>
            <a:endParaRPr lang="en-US" altLang="ko-KR" dirty="0">
              <a:solidFill>
                <a:prstClr val="black"/>
              </a:solidFill>
              <a:latin typeface="+mj-ea"/>
              <a:ea typeface="+mj-ea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solidFill>
                  <a:prstClr val="black"/>
                </a:solidFill>
                <a:latin typeface="+mj-ea"/>
                <a:ea typeface="+mj-ea"/>
              </a:rPr>
              <a:t> App</a:t>
            </a:r>
            <a:r>
              <a:rPr lang="ko-KR" altLang="en-US" dirty="0">
                <a:solidFill>
                  <a:prstClr val="black"/>
                </a:solidFill>
                <a:latin typeface="+mj-ea"/>
                <a:ea typeface="+mj-ea"/>
              </a:rPr>
              <a:t>내 활용가능 보상제공</a:t>
            </a:r>
            <a:endParaRPr lang="ko-KR" altLang="ko-KR" dirty="0">
              <a:solidFill>
                <a:prstClr val="black"/>
              </a:solidFill>
              <a:latin typeface="+mj-ea"/>
              <a:ea typeface="+mj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3B631D0-D8E0-4BA5-A5C0-8FE3F30FE29F}"/>
              </a:ext>
            </a:extLst>
          </p:cNvPr>
          <p:cNvSpPr/>
          <p:nvPr/>
        </p:nvSpPr>
        <p:spPr>
          <a:xfrm>
            <a:off x="10360736" y="4229871"/>
            <a:ext cx="341643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자사 </a:t>
            </a:r>
            <a:r>
              <a:rPr lang="en-US" altLang="ko-KR" sz="1600" dirty="0">
                <a:latin typeface="+mj-ea"/>
                <a:ea typeface="+mj-ea"/>
              </a:rPr>
              <a:t>App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자사 홈페이지</a:t>
            </a:r>
            <a:endParaRPr lang="en-US" altLang="ko-KR" sz="1600" dirty="0">
              <a:latin typeface="+mj-ea"/>
              <a:ea typeface="+mj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 err="1">
                <a:latin typeface="+mj-ea"/>
                <a:ea typeface="+mj-ea"/>
              </a:rPr>
              <a:t>쿠팡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네이버 스마트스토어 등</a:t>
            </a:r>
            <a:endParaRPr lang="en-US" altLang="ko-KR" sz="1600" dirty="0">
              <a:latin typeface="+mj-ea"/>
              <a:ea typeface="+mj-ea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82CFFDA3-1557-4768-B099-9C2941BF6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68275"/>
            <a:ext cx="17556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D7220DDD-69D8-40EA-AC2F-CA8DAE946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20675"/>
            <a:ext cx="17556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439D5D2-9492-4A38-857A-A7F51CD12558}"/>
              </a:ext>
            </a:extLst>
          </p:cNvPr>
          <p:cNvSpPr/>
          <p:nvPr/>
        </p:nvSpPr>
        <p:spPr>
          <a:xfrm>
            <a:off x="10360736" y="1752714"/>
            <a:ext cx="357575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en-US" sz="1600" dirty="0" err="1">
                <a:solidFill>
                  <a:prstClr val="black"/>
                </a:solidFill>
                <a:latin typeface="Arial" panose="020B0604020202020204" pitchFamily="34" charset="0"/>
              </a:rPr>
              <a:t>상담챗봇</a:t>
            </a:r>
            <a:r>
              <a:rPr lang="ko-KR" altLang="en-US" sz="1600" dirty="0">
                <a:solidFill>
                  <a:prstClr val="black"/>
                </a:solidFill>
                <a:latin typeface="Arial" panose="020B0604020202020204" pitchFamily="34" charset="0"/>
              </a:rPr>
              <a:t> 기반 정보습득 및 제공</a:t>
            </a:r>
            <a:endParaRPr lang="ko-KR" altLang="ko-KR" sz="16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en-US" sz="1600" dirty="0">
                <a:solidFill>
                  <a:prstClr val="black"/>
                </a:solidFill>
                <a:latin typeface="Arial" panose="020B0604020202020204" pitchFamily="34" charset="0"/>
              </a:rPr>
              <a:t>가족단위 </a:t>
            </a:r>
            <a:r>
              <a:rPr lang="en-US" altLang="ko-KR" sz="1600" dirty="0">
                <a:solidFill>
                  <a:prstClr val="black"/>
                </a:solidFill>
                <a:latin typeface="Arial" panose="020B0604020202020204" pitchFamily="34" charset="0"/>
              </a:rPr>
              <a:t>SNS</a:t>
            </a:r>
            <a:r>
              <a:rPr lang="ko-KR" altLang="en-US" sz="1600" dirty="0">
                <a:solidFill>
                  <a:prstClr val="black"/>
                </a:solidFill>
                <a:latin typeface="Arial" panose="020B0604020202020204" pitchFamily="34" charset="0"/>
              </a:rPr>
              <a:t>기반 섭취관리</a:t>
            </a:r>
            <a:endParaRPr lang="en-US" altLang="ko-KR" sz="16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en-US" sz="1600" dirty="0">
                <a:solidFill>
                  <a:prstClr val="black"/>
                </a:solidFill>
                <a:latin typeface="Arial" panose="020B0604020202020204" pitchFamily="34" charset="0"/>
              </a:rPr>
              <a:t>섭취관리 및 이벤트 관련 </a:t>
            </a:r>
            <a:r>
              <a:rPr lang="en-US" altLang="ko-KR" sz="1600" dirty="0">
                <a:solidFill>
                  <a:prstClr val="black"/>
                </a:solidFill>
                <a:latin typeface="Arial" panose="020B0604020202020204" pitchFamily="34" charset="0"/>
              </a:rPr>
              <a:t>Push</a:t>
            </a:r>
            <a:endParaRPr lang="ko-KR" altLang="ko-KR" sz="16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F83940E-0E1B-4BDC-B23D-50E5CBD8D6A6}"/>
              </a:ext>
            </a:extLst>
          </p:cNvPr>
          <p:cNvSpPr/>
          <p:nvPr/>
        </p:nvSpPr>
        <p:spPr>
          <a:xfrm>
            <a:off x="9082881" y="7006528"/>
            <a:ext cx="6814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상품 판매매출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광고유치 수익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ADD8209-428E-4017-8C65-C3ABA2E4B103}"/>
              </a:ext>
            </a:extLst>
          </p:cNvPr>
          <p:cNvSpPr/>
          <p:nvPr/>
        </p:nvSpPr>
        <p:spPr>
          <a:xfrm>
            <a:off x="3944984" y="4198461"/>
            <a:ext cx="33574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j-ea"/>
                <a:ea typeface="+mj-ea"/>
              </a:rPr>
              <a:t>MBTI</a:t>
            </a:r>
            <a:r>
              <a:rPr lang="ko-KR" altLang="en-US" sz="1600" dirty="0">
                <a:latin typeface="+mj-ea"/>
                <a:ea typeface="+mj-ea"/>
              </a:rPr>
              <a:t>스타일의 건강습관 및</a:t>
            </a:r>
            <a:endParaRPr lang="en-US" altLang="ko-KR" sz="1600" dirty="0">
              <a:latin typeface="+mj-ea"/>
              <a:ea typeface="+mj-ea"/>
            </a:endParaRPr>
          </a:p>
          <a:p>
            <a:r>
              <a:rPr lang="en-US" altLang="ko-KR" sz="1600" dirty="0">
                <a:latin typeface="+mj-ea"/>
                <a:ea typeface="+mj-ea"/>
              </a:rPr>
              <a:t> </a:t>
            </a:r>
            <a:r>
              <a:rPr lang="ko-KR" altLang="en-US" sz="1600" dirty="0">
                <a:latin typeface="+mj-ea"/>
                <a:ea typeface="+mj-ea"/>
              </a:rPr>
              <a:t>섭취성향 분석 설문조사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데이터관리 관련 특허 </a:t>
            </a:r>
            <a:r>
              <a:rPr lang="en-US" altLang="ko-KR" sz="1600" dirty="0">
                <a:latin typeface="+mj-ea"/>
                <a:ea typeface="+mj-ea"/>
              </a:rPr>
              <a:t>2</a:t>
            </a:r>
            <a:r>
              <a:rPr lang="ko-KR" altLang="en-US" sz="1600" dirty="0">
                <a:latin typeface="+mj-ea"/>
                <a:ea typeface="+mj-ea"/>
              </a:rPr>
              <a:t>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건강기능식품 </a:t>
            </a:r>
            <a:r>
              <a:rPr lang="ko-KR" altLang="en-US" sz="1600" dirty="0" err="1">
                <a:latin typeface="+mj-ea"/>
                <a:ea typeface="+mj-ea"/>
              </a:rPr>
              <a:t>유통사</a:t>
            </a:r>
            <a:r>
              <a:rPr lang="ko-KR" altLang="en-US" sz="1600" dirty="0">
                <a:latin typeface="+mj-ea"/>
                <a:ea typeface="+mj-ea"/>
              </a:rPr>
              <a:t> 네트워크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디자이너 및 개발자 동료</a:t>
            </a:r>
            <a:endParaRPr lang="en-US" altLang="ko-KR" sz="1600" dirty="0">
              <a:latin typeface="+mj-ea"/>
              <a:ea typeface="+mj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5742393-D1F3-4FDD-946C-9F7F87075D99}"/>
              </a:ext>
            </a:extLst>
          </p:cNvPr>
          <p:cNvSpPr/>
          <p:nvPr/>
        </p:nvSpPr>
        <p:spPr>
          <a:xfrm>
            <a:off x="3839068" y="1771519"/>
            <a:ext cx="369678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건강기능식품 섭취관리</a:t>
            </a:r>
            <a:endParaRPr lang="en-US" altLang="ko-KR" sz="1600" dirty="0">
              <a:latin typeface="+mj-ea"/>
              <a:ea typeface="+mj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건강기능식품 맞춤형 정보제공</a:t>
            </a:r>
            <a:endParaRPr lang="en-US" altLang="ko-KR" sz="1600" dirty="0">
              <a:latin typeface="+mj-ea"/>
              <a:ea typeface="+mj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건강기능식품 비교분석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건강기능식품 판매</a:t>
            </a:r>
            <a:endParaRPr lang="en-US" altLang="ko-KR" sz="1600" dirty="0">
              <a:latin typeface="+mj-ea"/>
              <a:ea typeface="+mj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j-ea"/>
                <a:ea typeface="+mj-ea"/>
              </a:rPr>
              <a:t>AI</a:t>
            </a:r>
            <a:r>
              <a:rPr lang="ko-KR" altLang="en-US" sz="1600" dirty="0">
                <a:latin typeface="+mj-ea"/>
                <a:ea typeface="+mj-ea"/>
              </a:rPr>
              <a:t>기반 건강기능식품 관련 상담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38643D3-4EAF-48B8-8AB0-9E2033EF3CA2}"/>
              </a:ext>
            </a:extLst>
          </p:cNvPr>
          <p:cNvSpPr/>
          <p:nvPr/>
        </p:nvSpPr>
        <p:spPr>
          <a:xfrm>
            <a:off x="756861" y="2001406"/>
            <a:ext cx="29522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건강기능식품 제조사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건강기능식품 </a:t>
            </a:r>
            <a:r>
              <a:rPr lang="ko-KR" altLang="en-US" dirty="0" err="1">
                <a:latin typeface="+mj-ea"/>
                <a:ea typeface="+mj-ea"/>
              </a:rPr>
              <a:t>유통사</a:t>
            </a:r>
            <a:endParaRPr lang="ko-KR" altLang="en-US" dirty="0">
              <a:latin typeface="+mj-ea"/>
              <a:ea typeface="+mj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AI </a:t>
            </a:r>
            <a:r>
              <a:rPr lang="ko-KR" altLang="en-US" dirty="0">
                <a:latin typeface="+mj-ea"/>
                <a:ea typeface="+mj-ea"/>
              </a:rPr>
              <a:t>및 </a:t>
            </a:r>
            <a:r>
              <a:rPr lang="en-US" altLang="ko-KR" dirty="0">
                <a:latin typeface="+mj-ea"/>
                <a:ea typeface="+mj-ea"/>
              </a:rPr>
              <a:t>App</a:t>
            </a:r>
            <a:r>
              <a:rPr lang="ko-KR" altLang="en-US" dirty="0">
                <a:latin typeface="+mj-ea"/>
                <a:ea typeface="+mj-ea"/>
              </a:rPr>
              <a:t>개발 협력자</a:t>
            </a:r>
            <a:endParaRPr lang="en-US" altLang="ko-KR" dirty="0">
              <a:latin typeface="+mj-ea"/>
              <a:ea typeface="+mj-ea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33" name="Rectangle 21">
            <a:extLst>
              <a:ext uri="{FF2B5EF4-FFF2-40B4-BE49-F238E27FC236}">
                <a16:creationId xmlns:a16="http://schemas.microsoft.com/office/drawing/2014/main" id="{344D654E-81EE-4AD1-B29F-9E5E58410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73075"/>
            <a:ext cx="17556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Rectangle 24">
            <a:extLst>
              <a:ext uri="{FF2B5EF4-FFF2-40B4-BE49-F238E27FC236}">
                <a16:creationId xmlns:a16="http://schemas.microsoft.com/office/drawing/2014/main" id="{6A74B42C-4879-4001-8156-F29BAA2B0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25475"/>
            <a:ext cx="17556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Rectangle 27">
            <a:extLst>
              <a:ext uri="{FF2B5EF4-FFF2-40B4-BE49-F238E27FC236}">
                <a16:creationId xmlns:a16="http://schemas.microsoft.com/office/drawing/2014/main" id="{5B2708D7-145C-40BA-9BC1-F904D4FB9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777875"/>
            <a:ext cx="17556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FD2F85E-51CC-4BD2-B6B2-F9064D5AB9F1}"/>
              </a:ext>
            </a:extLst>
          </p:cNvPr>
          <p:cNvSpPr/>
          <p:nvPr/>
        </p:nvSpPr>
        <p:spPr>
          <a:xfrm>
            <a:off x="825500" y="7006528"/>
            <a:ext cx="87757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App</a:t>
            </a:r>
            <a:r>
              <a:rPr lang="ko-KR" altLang="en-US" dirty="0"/>
              <a:t>개발 및 유지보수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서버비용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인건비</a:t>
            </a:r>
            <a:r>
              <a:rPr lang="en-US" altLang="ko-KR" dirty="0"/>
              <a:t>(</a:t>
            </a:r>
            <a:r>
              <a:rPr lang="ko-KR" altLang="en-US" dirty="0"/>
              <a:t>개발자 및 디자이너</a:t>
            </a:r>
            <a:r>
              <a:rPr lang="en-US" altLang="ko-KR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상품 매입원가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기타 수수료 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110</Words>
  <Application>Microsoft Office PowerPoint</Application>
  <PresentationFormat>사용자 지정</PresentationFormat>
  <Paragraphs>36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중희 최</cp:lastModifiedBy>
  <cp:revision>5</cp:revision>
  <dcterms:created xsi:type="dcterms:W3CDTF">2025-04-27T10:44:52Z</dcterms:created>
  <dcterms:modified xsi:type="dcterms:W3CDTF">2025-05-11T10:50:56Z</dcterms:modified>
</cp:coreProperties>
</file>
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85ADC8-17AF-4509-8F12-53C519836553}" v="1" dt="2025-05-10T10:57:12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철 최" userId="2a8a583e4027ffe0" providerId="LiveId" clId="{F085ADC8-17AF-4509-8F12-53C519836553}"/>
    <pc:docChg chg="modSld">
      <pc:chgData name="현철 최" userId="2a8a583e4027ffe0" providerId="LiveId" clId="{F085ADC8-17AF-4509-8F12-53C519836553}" dt="2025-05-10T10:57:12.076" v="20" actId="20577"/>
      <pc:docMkLst>
        <pc:docMk/>
      </pc:docMkLst>
      <pc:sldChg chg="modSp mod">
        <pc:chgData name="현철 최" userId="2a8a583e4027ffe0" providerId="LiveId" clId="{F085ADC8-17AF-4509-8F12-53C519836553}" dt="2025-05-10T10:57:12.076" v="20" actId="20577"/>
        <pc:sldMkLst>
          <pc:docMk/>
          <pc:sldMk cId="0" sldId="259"/>
        </pc:sldMkLst>
        <pc:spChg chg="mod">
          <ac:chgData name="현철 최" userId="2a8a583e4027ffe0" providerId="LiveId" clId="{F085ADC8-17AF-4509-8F12-53C519836553}" dt="2025-05-10T10:56:42.737" v="0" actId="20577"/>
          <ac:spMkLst>
            <pc:docMk/>
            <pc:sldMk cId="0" sldId="259"/>
            <ac:spMk id="4" creationId="{1384557C-81F6-E89C-6AB2-02102722393B}"/>
          </ac:spMkLst>
        </pc:spChg>
        <pc:spChg chg="mod">
          <ac:chgData name="현철 최" userId="2a8a583e4027ffe0" providerId="LiveId" clId="{F085ADC8-17AF-4509-8F12-53C519836553}" dt="2025-05-10T10:57:12.076" v="20" actId="20577"/>
          <ac:spMkLst>
            <pc:docMk/>
            <pc:sldMk cId="0" sldId="259"/>
            <ac:spMk id="12" creationId="{029BE77C-ABC1-2C32-41E5-B102C51577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470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4403A4-C4D5-D34D-6F40-350623442BDA}"/>
              </a:ext>
            </a:extLst>
          </p:cNvPr>
          <p:cNvSpPr txBox="1"/>
          <p:nvPr/>
        </p:nvSpPr>
        <p:spPr>
          <a:xfrm>
            <a:off x="13961660" y="2095816"/>
            <a:ext cx="28250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개인</a:t>
            </a:r>
            <a:r>
              <a:rPr lang="en-US" altLang="ko-KR" dirty="0"/>
              <a:t>) </a:t>
            </a:r>
            <a:r>
              <a:rPr lang="ko-KR" altLang="en-US" dirty="0"/>
              <a:t>직장생활을 하는 </a:t>
            </a:r>
            <a:r>
              <a:rPr lang="ko-KR" altLang="en-US" dirty="0" err="1"/>
              <a:t>반려견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인 보호자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개인</a:t>
            </a:r>
            <a:r>
              <a:rPr lang="en-US" altLang="ko-KR" dirty="0"/>
              <a:t>) </a:t>
            </a:r>
            <a:r>
              <a:rPr lang="ko-KR" altLang="en-US" dirty="0"/>
              <a:t>만성질환 </a:t>
            </a:r>
            <a:r>
              <a:rPr lang="ko-KR" altLang="en-US" dirty="0" err="1"/>
              <a:t>반려견</a:t>
            </a:r>
            <a:r>
              <a:rPr lang="ko-KR" altLang="en-US" dirty="0"/>
              <a:t> 보호자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기업</a:t>
            </a:r>
            <a:r>
              <a:rPr lang="en-US" altLang="ko-KR" dirty="0"/>
              <a:t>) </a:t>
            </a:r>
            <a:r>
              <a:rPr lang="ko-KR" altLang="en-US" dirty="0"/>
              <a:t>애견 병원 및 건강</a:t>
            </a:r>
            <a:r>
              <a:rPr lang="en-US" altLang="ko-KR" dirty="0"/>
              <a:t>, </a:t>
            </a:r>
            <a:r>
              <a:rPr lang="ko-KR" altLang="en-US" dirty="0"/>
              <a:t>일반 케어 사업자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4557C-81F6-E89C-6AB2-02102722393B}"/>
              </a:ext>
            </a:extLst>
          </p:cNvPr>
          <p:cNvSpPr txBox="1"/>
          <p:nvPr/>
        </p:nvSpPr>
        <p:spPr>
          <a:xfrm>
            <a:off x="7249237" y="1932002"/>
            <a:ext cx="29592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편의성</a:t>
            </a:r>
            <a:r>
              <a:rPr lang="en-US" altLang="ko-KR" dirty="0"/>
              <a:t>) </a:t>
            </a:r>
            <a:r>
              <a:rPr lang="ko-KR" altLang="en-US" dirty="0"/>
              <a:t>사료 외 영양제  자동 급여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편의성</a:t>
            </a:r>
            <a:r>
              <a:rPr lang="en-US" altLang="ko-KR" dirty="0"/>
              <a:t>) </a:t>
            </a:r>
            <a:r>
              <a:rPr lang="ko-KR" altLang="en-US" dirty="0"/>
              <a:t>처방약 그대로 장착하여 투약 관리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맞춤형</a:t>
            </a:r>
            <a:r>
              <a:rPr lang="en-US" altLang="ko-KR" dirty="0"/>
              <a:t>) </a:t>
            </a:r>
            <a:r>
              <a:rPr lang="ko-KR" altLang="en-US" dirty="0"/>
              <a:t>사료와 동시에 제공하거나 별도 제공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비용 절감</a:t>
            </a:r>
            <a:r>
              <a:rPr lang="en-US" altLang="ko-KR" dirty="0"/>
              <a:t>) </a:t>
            </a:r>
            <a:r>
              <a:rPr lang="ko-KR" altLang="en-US" dirty="0"/>
              <a:t>기존 제품의 사료 투약 및 건강 관리 가능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E3A38-834C-F706-8261-0CCEA4A24E7F}"/>
              </a:ext>
            </a:extLst>
          </p:cNvPr>
          <p:cNvSpPr txBox="1"/>
          <p:nvPr/>
        </p:nvSpPr>
        <p:spPr>
          <a:xfrm>
            <a:off x="10431382" y="1961657"/>
            <a:ext cx="3307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개인 </a:t>
            </a:r>
            <a:r>
              <a:rPr lang="ko-KR" altLang="en-US" dirty="0" err="1"/>
              <a:t>반려견</a:t>
            </a:r>
            <a:r>
              <a:rPr lang="ko-KR" altLang="en-US" dirty="0"/>
              <a:t> 맞춤형 관리 위한 설정 서비스 제공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모바일 </a:t>
            </a:r>
            <a:r>
              <a:rPr lang="en-US" altLang="ko-KR" dirty="0"/>
              <a:t>APP </a:t>
            </a:r>
            <a:r>
              <a:rPr lang="ko-KR" altLang="en-US" dirty="0"/>
              <a:t>제공으로 상담</a:t>
            </a:r>
            <a:r>
              <a:rPr lang="en-US" altLang="ko-KR" dirty="0"/>
              <a:t>, </a:t>
            </a:r>
            <a:r>
              <a:rPr lang="ko-KR" altLang="en-US" dirty="0"/>
              <a:t>커뮤니티</a:t>
            </a:r>
            <a:r>
              <a:rPr lang="en-US" altLang="ko-KR" dirty="0"/>
              <a:t>, FAQ </a:t>
            </a:r>
            <a:r>
              <a:rPr lang="ko-KR" altLang="en-US" dirty="0"/>
              <a:t>제공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667A8-5090-E5CF-615B-D35764E11CB1}"/>
              </a:ext>
            </a:extLst>
          </p:cNvPr>
          <p:cNvSpPr txBox="1"/>
          <p:nvPr/>
        </p:nvSpPr>
        <p:spPr>
          <a:xfrm>
            <a:off x="10557225" y="4621452"/>
            <a:ext cx="31286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전자 상거래 플랫폼을 통한 판매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애켠</a:t>
            </a:r>
            <a:r>
              <a:rPr lang="ko-KR" altLang="en-US" dirty="0"/>
              <a:t> 케어 사업자 및 애견 병원을 통한 판매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92113-7B3E-A385-C4BF-A2F4E917B16C}"/>
              </a:ext>
            </a:extLst>
          </p:cNvPr>
          <p:cNvSpPr txBox="1"/>
          <p:nvPr/>
        </p:nvSpPr>
        <p:spPr>
          <a:xfrm>
            <a:off x="9141668" y="7105099"/>
            <a:ext cx="6771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제품 판매 비용 수익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상담 수수료 수익화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반려견</a:t>
            </a:r>
            <a:r>
              <a:rPr lang="ko-KR" altLang="en-US" dirty="0"/>
              <a:t> 건강 유지 단계별 서비스로 차별화 솔루션 수익화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반려견</a:t>
            </a:r>
            <a:r>
              <a:rPr lang="ko-KR" altLang="en-US" dirty="0"/>
              <a:t> 관련 기업 광고 서비스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5155E8-457A-ACD1-007D-3B530A42A231}"/>
              </a:ext>
            </a:extLst>
          </p:cNvPr>
          <p:cNvSpPr txBox="1"/>
          <p:nvPr/>
        </p:nvSpPr>
        <p:spPr>
          <a:xfrm>
            <a:off x="3957111" y="4540017"/>
            <a:ext cx="3167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제품 구조 특허</a:t>
            </a:r>
            <a:r>
              <a:rPr lang="en-US" altLang="ko-KR" dirty="0"/>
              <a:t>, </a:t>
            </a:r>
            <a:r>
              <a:rPr lang="ko-KR" altLang="en-US" dirty="0"/>
              <a:t>상표 등록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고급 브랜드화 추진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반려견</a:t>
            </a:r>
            <a:r>
              <a:rPr lang="ko-KR" altLang="en-US" dirty="0"/>
              <a:t> 건강 데이터 수집</a:t>
            </a:r>
            <a:r>
              <a:rPr lang="en-US" altLang="ko-KR" dirty="0"/>
              <a:t>,</a:t>
            </a:r>
            <a:r>
              <a:rPr lang="ko-KR" altLang="en-US" dirty="0"/>
              <a:t>분석으로 핵심 자원화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98F38-38B0-98EE-4B5A-105DCA05AE72}"/>
              </a:ext>
            </a:extLst>
          </p:cNvPr>
          <p:cNvSpPr txBox="1"/>
          <p:nvPr/>
        </p:nvSpPr>
        <p:spPr>
          <a:xfrm>
            <a:off x="3957111" y="2066835"/>
            <a:ext cx="3167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제품 구조 특허</a:t>
            </a:r>
            <a:r>
              <a:rPr lang="en-US" altLang="ko-KR" dirty="0"/>
              <a:t>, </a:t>
            </a:r>
            <a:r>
              <a:rPr lang="ko-KR" altLang="en-US" dirty="0"/>
              <a:t>상표 등록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고급 브랜드화 추진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2ADD1D-D20D-88F5-2428-56010E48FF80}"/>
              </a:ext>
            </a:extLst>
          </p:cNvPr>
          <p:cNvSpPr txBox="1"/>
          <p:nvPr/>
        </p:nvSpPr>
        <p:spPr>
          <a:xfrm>
            <a:off x="604665" y="2066835"/>
            <a:ext cx="3167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반려견</a:t>
            </a:r>
            <a:r>
              <a:rPr lang="ko-KR" altLang="en-US" dirty="0"/>
              <a:t> 건강 및 케어 관련 업체와 제휴 추진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반려견</a:t>
            </a:r>
            <a:r>
              <a:rPr lang="ko-KR" altLang="en-US" dirty="0"/>
              <a:t> 건강 관리에 관심이 높은 진성 </a:t>
            </a:r>
            <a:r>
              <a:rPr lang="ko-KR" altLang="en-US" dirty="0" err="1"/>
              <a:t>고객군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9BE77C-ABC1-2C32-41E5-B102C515773C}"/>
              </a:ext>
            </a:extLst>
          </p:cNvPr>
          <p:cNvSpPr txBox="1"/>
          <p:nvPr/>
        </p:nvSpPr>
        <p:spPr>
          <a:xfrm>
            <a:off x="642128" y="7105100"/>
            <a:ext cx="7183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고정바용</a:t>
            </a:r>
            <a:r>
              <a:rPr lang="en-US" altLang="ko-KR" dirty="0"/>
              <a:t>(</a:t>
            </a:r>
            <a:r>
              <a:rPr lang="ko-KR" altLang="en-US" dirty="0"/>
              <a:t>임대료</a:t>
            </a:r>
            <a:r>
              <a:rPr lang="en-US" altLang="ko-KR" dirty="0"/>
              <a:t>, </a:t>
            </a:r>
            <a:r>
              <a:rPr lang="ko-KR" altLang="en-US" dirty="0"/>
              <a:t>급여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개발비용 </a:t>
            </a:r>
            <a:r>
              <a:rPr lang="en-US" altLang="ko-KR" dirty="0"/>
              <a:t>(</a:t>
            </a:r>
            <a:r>
              <a:rPr lang="ko-KR" altLang="en-US" dirty="0"/>
              <a:t>자동 </a:t>
            </a:r>
            <a:r>
              <a:rPr lang="ko-KR" altLang="en-US" dirty="0" err="1"/>
              <a:t>급식기</a:t>
            </a:r>
            <a:r>
              <a:rPr lang="ko-KR" altLang="en-US" dirty="0"/>
              <a:t> </a:t>
            </a:r>
            <a:r>
              <a:rPr lang="en-US" altLang="ko-KR" dirty="0"/>
              <a:t>3D </a:t>
            </a:r>
            <a:r>
              <a:rPr lang="ko-KR" altLang="en-US" dirty="0"/>
              <a:t>설계 및 프로토 타입 제작비용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생산비용 </a:t>
            </a:r>
            <a:r>
              <a:rPr lang="en-US" altLang="ko-KR" dirty="0"/>
              <a:t>(HW Board </a:t>
            </a:r>
            <a:r>
              <a:rPr lang="ko-KR" altLang="en-US"/>
              <a:t>양산 및 </a:t>
            </a:r>
            <a:r>
              <a:rPr lang="ko-KR" altLang="en-US" dirty="0"/>
              <a:t>제품 생산비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홍보 마케팅 비용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185</Words>
  <Application>Microsoft Office PowerPoint</Application>
  <PresentationFormat>사용자 지정</PresentationFormat>
  <Paragraphs>29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현철 최</cp:lastModifiedBy>
  <cp:revision>2</cp:revision>
  <dcterms:created xsi:type="dcterms:W3CDTF">2025-04-27T10:44:52Z</dcterms:created>
  <dcterms:modified xsi:type="dcterms:W3CDTF">2025-05-10T10:57:16Z</dcterms:modified>
</cp:coreProperties>
</file>
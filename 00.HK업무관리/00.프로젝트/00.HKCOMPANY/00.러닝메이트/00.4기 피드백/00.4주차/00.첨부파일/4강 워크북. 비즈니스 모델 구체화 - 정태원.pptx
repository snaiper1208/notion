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</p:sld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image" Target="../media/image2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image" Target="../media/image3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image" Target="../media/image5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5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가로 글상자 2"/>
          <p:cNvSpPr txBox="1"/>
          <p:nvPr/>
        </p:nvSpPr>
        <p:spPr>
          <a:xfrm>
            <a:off x="13893724" y="1839334"/>
            <a:ext cx="2958354" cy="398806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600"/>
              <a:t>20~30대 1인 가구 반려견 보호자 (서울/수도권 중심)</a:t>
            </a:r>
            <a:endParaRPr lang="ko-KR" altLang="en-US" sz="1600"/>
          </a:p>
          <a:p>
            <a:pPr lvl="0">
              <a:defRPr/>
            </a:pPr>
            <a:endParaRPr lang="ko-KR" altLang="en-US" sz="1600"/>
          </a:p>
          <a:p>
            <a:pPr lvl="0">
              <a:defRPr/>
            </a:pPr>
            <a:r>
              <a:rPr lang="ko-KR" altLang="en-US" sz="1600"/>
              <a:t>야근, 외출 등으로 산책 시간이 부족한 직장인</a:t>
            </a:r>
            <a:endParaRPr lang="ko-KR" altLang="en-US" sz="1600"/>
          </a:p>
          <a:p>
            <a:pPr lvl="0">
              <a:defRPr/>
            </a:pPr>
            <a:endParaRPr lang="ko-KR" altLang="en-US" sz="1600"/>
          </a:p>
          <a:p>
            <a:pPr lvl="0">
              <a:defRPr/>
            </a:pPr>
            <a:r>
              <a:rPr lang="ko-KR" altLang="en-US" sz="1600"/>
              <a:t>반려견에 대한 책임감은 있으나 직접 돌보는 데 어려움을 느끼는 보호자</a:t>
            </a:r>
            <a:endParaRPr lang="ko-KR" altLang="en-US" sz="1600"/>
          </a:p>
          <a:p>
            <a:pPr lvl="0">
              <a:defRPr/>
            </a:pPr>
            <a:endParaRPr lang="ko-KR" altLang="en-US" sz="1600"/>
          </a:p>
          <a:p>
            <a:pPr lvl="0">
              <a:defRPr/>
            </a:pPr>
            <a:r>
              <a:rPr lang="ko-KR" altLang="en-US" sz="1600"/>
              <a:t>앱 기반 서비스에 익숙하고 후기/인증 정보를 중요시하는 MZ세대</a:t>
            </a:r>
            <a:endParaRPr lang="ko-KR" altLang="en-US" sz="1600"/>
          </a:p>
          <a:p>
            <a:pPr lvl="0">
              <a:defRPr/>
            </a:pPr>
            <a:endParaRPr lang="ko-KR" altLang="en-US" sz="1600"/>
          </a:p>
          <a:p>
            <a:pPr lvl="0">
              <a:defRPr/>
            </a:pPr>
            <a:r>
              <a:rPr lang="ko-KR" altLang="en-US" sz="1600"/>
              <a:t>장시간 외출 또는 출장으로 반려견 돌봄이 필요한 보호자</a:t>
            </a:r>
            <a:endParaRPr lang="ko-KR" altLang="en-US" sz="1600"/>
          </a:p>
        </p:txBody>
      </p:sp>
      <p:sp>
        <p:nvSpPr>
          <p:cNvPr id="4" name="가로 글상자 3"/>
          <p:cNvSpPr txBox="1"/>
          <p:nvPr/>
        </p:nvSpPr>
        <p:spPr>
          <a:xfrm>
            <a:off x="7259842" y="1839334"/>
            <a:ext cx="3070412" cy="374433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600"/>
              <a:t>믿을 수 있는 산책자와 연결해주는 검증된 산책 매칭 플랫폼</a:t>
            </a:r>
            <a:endParaRPr lang="ko-KR" altLang="en-US" sz="1600"/>
          </a:p>
          <a:p>
            <a:pPr lvl="0">
              <a:defRPr/>
            </a:pPr>
            <a:endParaRPr lang="ko-KR" altLang="en-US" sz="1600"/>
          </a:p>
          <a:p>
            <a:pPr lvl="0">
              <a:defRPr/>
            </a:pPr>
            <a:r>
              <a:rPr lang="ko-KR" altLang="en-US" sz="1600"/>
              <a:t>실시간 위치 공유, 인증샷, 후기 시스템 제공 → 보호자 안심</a:t>
            </a:r>
            <a:endParaRPr lang="ko-KR" altLang="en-US" sz="1600"/>
          </a:p>
          <a:p>
            <a:pPr lvl="0">
              <a:defRPr/>
            </a:pPr>
            <a:endParaRPr lang="ko-KR" altLang="en-US" sz="1600"/>
          </a:p>
          <a:p>
            <a:pPr lvl="0">
              <a:defRPr/>
            </a:pPr>
            <a:r>
              <a:rPr lang="ko-KR" altLang="en-US" sz="1600"/>
              <a:t>산책자 신원 확인, 교육 수료, 후기로 만든 신뢰 기반 매칭 구조</a:t>
            </a:r>
            <a:endParaRPr lang="ko-KR" altLang="en-US" sz="1600"/>
          </a:p>
          <a:p>
            <a:pPr lvl="0">
              <a:defRPr/>
            </a:pPr>
            <a:endParaRPr lang="ko-KR" altLang="en-US" sz="1600"/>
          </a:p>
          <a:p>
            <a:pPr lvl="0">
              <a:defRPr/>
            </a:pPr>
            <a:r>
              <a:rPr lang="ko-KR" altLang="en-US" sz="1600"/>
              <a:t>반복 요청/전담 산책자 지정 기능 → 사용자 맞춤화</a:t>
            </a:r>
            <a:endParaRPr lang="ko-KR" altLang="en-US" sz="1600"/>
          </a:p>
          <a:p>
            <a:pPr lvl="0">
              <a:defRPr/>
            </a:pPr>
            <a:endParaRPr lang="ko-KR" altLang="en-US" sz="1600"/>
          </a:p>
          <a:p>
            <a:pPr lvl="0">
              <a:defRPr/>
            </a:pPr>
            <a:r>
              <a:rPr lang="ko-KR" altLang="en-US" sz="1600"/>
              <a:t>산책자 기본 보험 포함 → 사고 대비 보장 체계</a:t>
            </a:r>
            <a:endParaRPr lang="ko-KR" altLang="en-US" sz="1600"/>
          </a:p>
        </p:txBody>
      </p:sp>
      <p:sp>
        <p:nvSpPr>
          <p:cNvPr id="5" name="가로 글상자 4"/>
          <p:cNvSpPr txBox="1"/>
          <p:nvPr/>
        </p:nvSpPr>
        <p:spPr>
          <a:xfrm>
            <a:off x="10554371" y="4282216"/>
            <a:ext cx="3115236" cy="186902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모바일 앱 (iOS / Android)</a:t>
            </a:r>
            <a:endParaRPr lang="ko-KR" altLang="en-US" sz="1300"/>
          </a:p>
          <a:p>
            <a:pPr lvl="0">
              <a:defRPr/>
            </a:pPr>
            <a:endParaRPr lang="ko-KR" altLang="en-US" sz="1300"/>
          </a:p>
          <a:p>
            <a:pPr lvl="0">
              <a:defRPr/>
            </a:pPr>
            <a:r>
              <a:rPr lang="ko-KR" altLang="en-US" sz="1300"/>
              <a:t>공식 웹사이트 (예약 및 산책자 정보 확인용)</a:t>
            </a:r>
            <a:endParaRPr lang="ko-KR" altLang="en-US" sz="1300"/>
          </a:p>
          <a:p>
            <a:pPr lvl="0">
              <a:defRPr/>
            </a:pPr>
            <a:endParaRPr lang="ko-KR" altLang="en-US" sz="1300"/>
          </a:p>
          <a:p>
            <a:pPr lvl="0">
              <a:defRPr/>
            </a:pPr>
            <a:r>
              <a:rPr lang="ko-KR" altLang="en-US" sz="1300"/>
              <a:t>인스타그램, 유튜브, 커뮤니티 기반 SNS 광고</a:t>
            </a:r>
            <a:r>
              <a:rPr lang="en-US" altLang="ko-KR" sz="1300"/>
              <a:t>,</a:t>
            </a:r>
            <a:r>
              <a:rPr lang="ko-KR" altLang="en-US" sz="1300"/>
              <a:t> 카카오톡 채널 및 메시지 알림</a:t>
            </a:r>
            <a:endParaRPr lang="ko-KR" altLang="en-US" sz="1300"/>
          </a:p>
          <a:p>
            <a:pPr lvl="0">
              <a:defRPr/>
            </a:pPr>
            <a:endParaRPr lang="ko-KR" altLang="en-US" sz="1300"/>
          </a:p>
          <a:p>
            <a:pPr lvl="0">
              <a:defRPr/>
            </a:pPr>
            <a:r>
              <a:rPr lang="ko-KR" altLang="en-US" sz="1300"/>
              <a:t>오프라인 팝업 체험 마케팅 (펫 페어 등)</a:t>
            </a:r>
            <a:endParaRPr lang="ko-KR" altLang="en-US" sz="1300"/>
          </a:p>
        </p:txBody>
      </p:sp>
      <p:sp>
        <p:nvSpPr>
          <p:cNvPr id="6" name="가로 글상자 5"/>
          <p:cNvSpPr txBox="1"/>
          <p:nvPr/>
        </p:nvSpPr>
        <p:spPr>
          <a:xfrm>
            <a:off x="10554370" y="1772097"/>
            <a:ext cx="3339353" cy="173119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/>
              <a:t>자동화된 예약/결제/리뷰 시스템</a:t>
            </a:r>
            <a:endParaRPr lang="ko-KR" altLang="en-US" sz="1200"/>
          </a:p>
          <a:p>
            <a:pPr lvl="0">
              <a:defRPr/>
            </a:pPr>
            <a:endParaRPr lang="ko-KR" altLang="en-US" sz="1200"/>
          </a:p>
          <a:p>
            <a:pPr lvl="0">
              <a:defRPr/>
            </a:pPr>
            <a:r>
              <a:rPr lang="ko-KR" altLang="en-US" sz="1200"/>
              <a:t>정기 산책 예약 기능 제공 (구독 기반)</a:t>
            </a:r>
            <a:endParaRPr lang="ko-KR" altLang="en-US" sz="1200"/>
          </a:p>
          <a:p>
            <a:pPr lvl="0">
              <a:defRPr/>
            </a:pPr>
            <a:endParaRPr lang="ko-KR" altLang="en-US" sz="1200"/>
          </a:p>
          <a:p>
            <a:pPr lvl="0">
              <a:defRPr/>
            </a:pPr>
            <a:r>
              <a:rPr lang="ko-KR" altLang="en-US" sz="1200"/>
              <a:t>산책자-보호자 간 1:1 라이브 채팅 및 알림 기능</a:t>
            </a:r>
            <a:endParaRPr lang="ko-KR" altLang="en-US" sz="1200"/>
          </a:p>
          <a:p>
            <a:pPr lvl="0">
              <a:defRPr/>
            </a:pPr>
            <a:r>
              <a:rPr lang="ko-KR" altLang="en-US" sz="1200"/>
              <a:t>고객 만족도 조사 및 후기 기반 개선 시스템</a:t>
            </a:r>
            <a:endParaRPr lang="ko-KR" altLang="en-US" sz="1200"/>
          </a:p>
          <a:p>
            <a:pPr lvl="0">
              <a:defRPr/>
            </a:pPr>
            <a:endParaRPr lang="ko-KR" altLang="en-US" sz="1200"/>
          </a:p>
          <a:p>
            <a:pPr lvl="0">
              <a:defRPr/>
            </a:pPr>
            <a:r>
              <a:rPr lang="ko-KR" altLang="en-US" sz="1200"/>
              <a:t>첫 이용 무료 이벤트, 추천 리워드, 후기 이벤트 등 CRM 프로모션</a:t>
            </a:r>
            <a:endParaRPr lang="ko-KR" altLang="en-US" sz="1200"/>
          </a:p>
        </p:txBody>
      </p:sp>
      <p:sp>
        <p:nvSpPr>
          <p:cNvPr id="7" name="가로 글상자 6"/>
          <p:cNvSpPr txBox="1"/>
          <p:nvPr/>
        </p:nvSpPr>
        <p:spPr>
          <a:xfrm>
            <a:off x="9007960" y="6938010"/>
            <a:ext cx="7844118" cy="146113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산책 1회 단위 이용 요금 (고정 요율 기반)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정기 산책 구독제 (주 1회, 주 3회 등 요금제)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산책자 연결 중개 수수료 (수익 쉐어)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프리미엄 옵션 (전담 산책자 배정, 비디오 인증 등)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B2B 제휴 수익 (펫숍, 보험사, 반려동물 브랜드 등)</a:t>
            </a:r>
            <a:endParaRPr lang="ko-KR" altLang="en-US"/>
          </a:p>
        </p:txBody>
      </p:sp>
      <p:sp>
        <p:nvSpPr>
          <p:cNvPr id="8" name="가로 글상자 7"/>
          <p:cNvSpPr txBox="1"/>
          <p:nvPr/>
        </p:nvSpPr>
        <p:spPr>
          <a:xfrm>
            <a:off x="3942900" y="4282216"/>
            <a:ext cx="3429001" cy="246910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500"/>
              <a:t>산책자 인력 풀 (검증된 파트너 네트워크)</a:t>
            </a:r>
            <a:endParaRPr lang="ko-KR" altLang="en-US" sz="1500"/>
          </a:p>
          <a:p>
            <a:pPr lvl="0">
              <a:defRPr/>
            </a:pPr>
            <a:r>
              <a:rPr lang="ko-KR" altLang="en-US" sz="1500"/>
              <a:t>매칭 알고리즘, 위치 추적 및 인증샷 기능 등 기술 인프라</a:t>
            </a:r>
            <a:endParaRPr lang="ko-KR" altLang="en-US" sz="1500"/>
          </a:p>
          <a:p>
            <a:pPr lvl="0">
              <a:defRPr/>
            </a:pPr>
            <a:r>
              <a:rPr lang="ko-KR" altLang="en-US" sz="1500"/>
              <a:t>보호자/산책자 관리용 DB 및 사용자 행동 분석 시스템</a:t>
            </a:r>
            <a:endParaRPr lang="ko-KR" altLang="en-US" sz="1500"/>
          </a:p>
          <a:p>
            <a:pPr lvl="0">
              <a:defRPr/>
            </a:pPr>
            <a:r>
              <a:rPr lang="ko-KR" altLang="en-US" sz="1500"/>
              <a:t>보험 시스템 연계 (기본/프리미엄 보장)</a:t>
            </a:r>
            <a:endParaRPr lang="ko-KR" altLang="en-US" sz="1500"/>
          </a:p>
          <a:p>
            <a:pPr lvl="0">
              <a:defRPr/>
            </a:pPr>
            <a:r>
              <a:rPr lang="ko-KR" altLang="en-US" sz="1500"/>
              <a:t>고객응대 인력 및 운영팀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9" name="가로 글상자 8"/>
          <p:cNvSpPr txBox="1"/>
          <p:nvPr/>
        </p:nvSpPr>
        <p:spPr>
          <a:xfrm>
            <a:off x="3942899" y="1772097"/>
            <a:ext cx="3148855" cy="115017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400"/>
              <a:t>보호자-산책자 매칭 시스템 운영</a:t>
            </a:r>
            <a:endParaRPr lang="ko-KR" altLang="en-US" sz="1400"/>
          </a:p>
          <a:p>
            <a:pPr lvl="0">
              <a:defRPr/>
            </a:pPr>
            <a:r>
              <a:rPr lang="ko-KR" altLang="en-US" sz="1400"/>
              <a:t>앱 서비스 개발 및 유지보수</a:t>
            </a:r>
            <a:endParaRPr lang="ko-KR" altLang="en-US" sz="1400"/>
          </a:p>
          <a:p>
            <a:pPr lvl="0">
              <a:defRPr/>
            </a:pPr>
            <a:r>
              <a:rPr lang="ko-KR" altLang="en-US" sz="1400"/>
              <a:t>파트너 산책자 모집 및 교육, 인증 관리</a:t>
            </a:r>
            <a:endParaRPr lang="ko-KR" altLang="en-US" sz="1400"/>
          </a:p>
          <a:p>
            <a:pPr lvl="0">
              <a:defRPr/>
            </a:pPr>
            <a:r>
              <a:rPr lang="ko-KR" altLang="en-US" sz="1400"/>
              <a:t>리뷰, 평점 등 신뢰 기반 매커니즘 유지</a:t>
            </a:r>
            <a:endParaRPr lang="ko-KR" altLang="en-US" sz="1400"/>
          </a:p>
          <a:p>
            <a:pPr lvl="0">
              <a:defRPr/>
            </a:pPr>
            <a:r>
              <a:rPr lang="ko-KR" altLang="en-US" sz="1400"/>
              <a:t>프로모션 및 마케팅, 고객 피드백 분석</a:t>
            </a:r>
            <a:endParaRPr lang="ko-KR" altLang="en-US" sz="1400"/>
          </a:p>
        </p:txBody>
      </p:sp>
      <p:sp>
        <p:nvSpPr>
          <p:cNvPr id="10" name="가로 글상자 9"/>
          <p:cNvSpPr txBox="1"/>
          <p:nvPr/>
        </p:nvSpPr>
        <p:spPr>
          <a:xfrm>
            <a:off x="693195" y="1839334"/>
            <a:ext cx="3025588" cy="392138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반려견 보험사 (산책 중 사고 보장)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산책자 교육 파트너 (훈련소, 펫교육기관 등)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반려동물 브랜드(B2B 제휴: 간식, 용품 등)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SNS 인플루언서 마케팅 대행사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지역 펫숍, 동물병원 등과의 오프라인 제휴</a:t>
            </a:r>
            <a:endParaRPr lang="ko-KR" altLang="en-US"/>
          </a:p>
        </p:txBody>
      </p:sp>
      <p:sp>
        <p:nvSpPr>
          <p:cNvPr id="11" name="가로 글상자 10"/>
          <p:cNvSpPr txBox="1"/>
          <p:nvPr/>
        </p:nvSpPr>
        <p:spPr>
          <a:xfrm>
            <a:off x="900503" y="6938010"/>
            <a:ext cx="7877736" cy="146113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500"/>
              <a:t>앱 개발 및 유지보수 인건비</a:t>
            </a:r>
            <a:endParaRPr lang="ko-KR" altLang="en-US" sz="1500"/>
          </a:p>
          <a:p>
            <a:pPr lvl="0">
              <a:defRPr/>
            </a:pPr>
            <a:r>
              <a:rPr lang="ko-KR" altLang="en-US" sz="1500"/>
              <a:t>산책자 리크루팅 및 교육 비용</a:t>
            </a:r>
            <a:endParaRPr lang="ko-KR" altLang="en-US" sz="1500"/>
          </a:p>
          <a:p>
            <a:pPr lvl="0">
              <a:defRPr/>
            </a:pPr>
            <a:r>
              <a:rPr lang="ko-KR" altLang="en-US" sz="1500"/>
              <a:t>결제/위치인증/영상처리 등 외부 API 연동 비용</a:t>
            </a:r>
            <a:endParaRPr lang="ko-KR" altLang="en-US" sz="1500"/>
          </a:p>
          <a:p>
            <a:pPr lvl="0">
              <a:defRPr/>
            </a:pPr>
            <a:r>
              <a:rPr lang="ko-KR" altLang="en-US" sz="1500"/>
              <a:t>마케팅 및 광고 비용 (SNS, 인플루언서, 오프라인 이벤트 등)</a:t>
            </a:r>
            <a:endParaRPr lang="ko-KR" altLang="en-US" sz="1500"/>
          </a:p>
          <a:p>
            <a:pPr lvl="0">
              <a:defRPr/>
            </a:pPr>
            <a:r>
              <a:rPr lang="ko-KR" altLang="en-US" sz="1500"/>
              <a:t>보험/안전 시스템 운영비</a:t>
            </a:r>
            <a:endParaRPr lang="ko-KR" altLang="en-US" sz="1500"/>
          </a:p>
          <a:p>
            <a:pPr lvl="0">
              <a:defRPr/>
            </a:pPr>
            <a:r>
              <a:rPr lang="ko-KR" altLang="en-US" sz="1500"/>
              <a:t>고객센터 및 운영 인력 인건비</a:t>
            </a:r>
            <a:endParaRPr lang="ko-KR" alt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mangoboard.net</ep:Company>
  <ep:Words>280</ep:Words>
  <ep:PresentationFormat>On-screen Show (16:9)</ep:PresentationFormat>
  <ep:Paragraphs>65</ep:Paragraphs>
  <ep:Slides>5</ep:Slides>
  <ep:Notes>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Office Theme</vt:lpstr>
      <vt:lpstr>슬라이드 1</vt:lpstr>
      <vt:lpstr>슬라이드 2</vt:lpstr>
      <vt:lpstr>슬라이드 3</vt:lpstr>
      <vt:lpstr>슬라이드 4</vt:lpstr>
      <vt:lpstr>슬라이드 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2025-04-27T10:44:52.000</dcterms:created>
  <dc:creator>mangoboard.net_48059005</dc:creator>
  <cp:lastModifiedBy>98tom</cp:lastModifiedBy>
  <dcterms:modified xsi:type="dcterms:W3CDTF">2025-05-10T05:38:32.362</dcterms:modified>
  <cp:revision>4</cp:revision>
  <dc:subject>Presentation</dc:subject>
  <dc:title>러닝메이트 워크북v2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
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4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3C399-17E8-101D-E95F-2670DEFEF189}"/>
              </a:ext>
            </a:extLst>
          </p:cNvPr>
          <p:cNvSpPr txBox="1"/>
          <p:nvPr/>
        </p:nvSpPr>
        <p:spPr>
          <a:xfrm>
            <a:off x="14018559" y="1968224"/>
            <a:ext cx="2602006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- 3040</a:t>
            </a:r>
            <a:r>
              <a:rPr lang="ko-KR" altLang="en-US" dirty="0"/>
              <a:t>대 </a:t>
            </a:r>
            <a:r>
              <a:rPr lang="en-US" altLang="ko-KR" dirty="0"/>
              <a:t>1</a:t>
            </a:r>
            <a:r>
              <a:rPr lang="ko-KR" altLang="en-US" dirty="0"/>
              <a:t>인 가구 남성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고혈압</a:t>
            </a:r>
            <a:r>
              <a:rPr lang="en-US" altLang="ko-KR" dirty="0"/>
              <a:t>, </a:t>
            </a:r>
            <a:r>
              <a:rPr lang="ko-KR" altLang="en-US" dirty="0"/>
              <a:t>당뇨</a:t>
            </a:r>
            <a:r>
              <a:rPr lang="en-US" altLang="ko-KR" dirty="0"/>
              <a:t>, </a:t>
            </a:r>
            <a:r>
              <a:rPr lang="ko-KR" altLang="en-US" dirty="0"/>
              <a:t>고지혈증 등 만성질환자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요리에 익숙하지 않은 사람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건강에 관심 있지만 실천이 어려운 사람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F16AB3F-004A-B145-197A-1DF4EFB817B0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3294691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37564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09291E0-F970-E391-983E-4F4CC644D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926155"/>
              </p:ext>
            </p:extLst>
          </p:nvPr>
        </p:nvGraphicFramePr>
        <p:xfrm>
          <a:off x="7397890" y="1942441"/>
          <a:ext cx="2760382" cy="3749993"/>
        </p:xfrm>
        <a:graphic>
          <a:graphicData uri="http://schemas.openxmlformats.org/drawingml/2006/table">
            <a:tbl>
              <a:tblPr/>
              <a:tblGrid>
                <a:gridCol w="2760382">
                  <a:extLst>
                    <a:ext uri="{9D8B030D-6E8A-4147-A177-3AD203B41FA5}">
                      <a16:colId xmlns:a16="http://schemas.microsoft.com/office/drawing/2014/main" val="4179532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질환별 맞춤 식단 추천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- 1</a:t>
                      </a:r>
                      <a:r>
                        <a:rPr lang="ko-KR" altLang="en-US" dirty="0"/>
                        <a:t>인 가구 최적화된 간편 레시피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건강정보 및 음식 기록 자동화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식사 </a:t>
                      </a:r>
                      <a:r>
                        <a:rPr lang="ko-KR" altLang="en-US" dirty="0" err="1"/>
                        <a:t>리마인더</a:t>
                      </a:r>
                      <a:r>
                        <a:rPr lang="ko-KR" altLang="en-US" dirty="0"/>
                        <a:t> 및 생활 습관 개선 유도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의료적 신뢰도 기반 콘텐츠 제공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63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99994B3-7E06-B1F0-26A5-A81CAF76ED9E}"/>
              </a:ext>
            </a:extLst>
          </p:cNvPr>
          <p:cNvSpPr txBox="1"/>
          <p:nvPr/>
        </p:nvSpPr>
        <p:spPr>
          <a:xfrm>
            <a:off x="10724030" y="4213447"/>
            <a:ext cx="2760382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모바일 앱 </a:t>
            </a:r>
            <a:r>
              <a:rPr lang="en-US" altLang="ko-KR" dirty="0"/>
              <a:t>(iOS/Android)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앱스토어</a:t>
            </a:r>
            <a:r>
              <a:rPr lang="en-US" altLang="ko-KR" dirty="0"/>
              <a:t>/</a:t>
            </a:r>
            <a:r>
              <a:rPr lang="ko-KR" altLang="en-US" dirty="0"/>
              <a:t>구글플레이 마케팅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건강 커뮤니티 및 유튜브 광고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508BD-1025-8D66-8A95-550E73ACB783}"/>
              </a:ext>
            </a:extLst>
          </p:cNvPr>
          <p:cNvSpPr txBox="1"/>
          <p:nvPr/>
        </p:nvSpPr>
        <p:spPr>
          <a:xfrm>
            <a:off x="9060959" y="7076216"/>
            <a:ext cx="7559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프리미엄 구독 모델 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/</a:t>
            </a:r>
            <a:r>
              <a:rPr lang="ko-KR" altLang="en-US" dirty="0"/>
              <a:t>연 단위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건강식품</a:t>
            </a:r>
            <a:r>
              <a:rPr lang="en-US" altLang="ko-KR" dirty="0"/>
              <a:t>/</a:t>
            </a:r>
            <a:r>
              <a:rPr lang="ko-KR" altLang="en-US" dirty="0" err="1"/>
              <a:t>간편식</a:t>
            </a:r>
            <a:r>
              <a:rPr lang="ko-KR" altLang="en-US" dirty="0"/>
              <a:t> 연계 판매 수수료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제약사</a:t>
            </a:r>
            <a:r>
              <a:rPr lang="en-US" altLang="ko-KR" dirty="0"/>
              <a:t>, </a:t>
            </a:r>
            <a:r>
              <a:rPr lang="ko-KR" altLang="en-US" dirty="0"/>
              <a:t>보험사와의 제휴 광고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데이터 기반 리서치 제공 </a:t>
            </a:r>
            <a:r>
              <a:rPr lang="en-US" altLang="ko-KR" dirty="0"/>
              <a:t>(</a:t>
            </a:r>
            <a:r>
              <a:rPr lang="ko-KR" altLang="en-US" dirty="0" err="1"/>
              <a:t>익명화된</a:t>
            </a:r>
            <a:r>
              <a:rPr lang="ko-KR" altLang="en-US" dirty="0"/>
              <a:t> 통계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8C641-9B40-C256-10C7-A4F78A3EC9B1}"/>
              </a:ext>
            </a:extLst>
          </p:cNvPr>
          <p:cNvSpPr txBox="1"/>
          <p:nvPr/>
        </p:nvSpPr>
        <p:spPr>
          <a:xfrm>
            <a:off x="10522325" y="1980606"/>
            <a:ext cx="3301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개인화된 식단</a:t>
            </a:r>
            <a:r>
              <a:rPr lang="en-US" altLang="ko-KR" dirty="0"/>
              <a:t>/</a:t>
            </a:r>
            <a:r>
              <a:rPr lang="ko-KR" altLang="en-US" dirty="0"/>
              <a:t>건강 관리 제안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푸시 알림 및 메시지를 통한 지속적 관계 유지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사용자 행동 기반 피드백 제공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전문가 상담 기능</a:t>
            </a:r>
            <a:r>
              <a:rPr lang="en-US" altLang="ko-KR" dirty="0"/>
              <a:t>(</a:t>
            </a:r>
            <a:r>
              <a:rPr lang="ko-KR" altLang="en-US" dirty="0"/>
              <a:t>프리미엄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B438D2-4841-85AF-4AFA-6336F6DDE273}"/>
              </a:ext>
            </a:extLst>
          </p:cNvPr>
          <p:cNvSpPr txBox="1"/>
          <p:nvPr/>
        </p:nvSpPr>
        <p:spPr>
          <a:xfrm>
            <a:off x="3985699" y="4566455"/>
            <a:ext cx="331470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식단 및 질환 관련 콘텐츠 </a:t>
            </a:r>
            <a:r>
              <a:rPr lang="en-US" altLang="ko-KR" dirty="0"/>
              <a:t>DB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개발팀 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/AI/</a:t>
            </a:r>
            <a:r>
              <a:rPr lang="ko-KR" altLang="en-US" dirty="0"/>
              <a:t>데이터 분석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데이터 관리 시스템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7D2860D-C9B0-E64A-52D1-66C681501F5D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4166478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0354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48AEEE9-F57B-1671-10CD-898BCBCE4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02964"/>
              </p:ext>
            </p:extLst>
          </p:nvPr>
        </p:nvGraphicFramePr>
        <p:xfrm>
          <a:off x="3966881" y="1957512"/>
          <a:ext cx="3066956" cy="1463040"/>
        </p:xfrm>
        <a:graphic>
          <a:graphicData uri="http://schemas.openxmlformats.org/drawingml/2006/table">
            <a:tbl>
              <a:tblPr/>
              <a:tblGrid>
                <a:gridCol w="3066956">
                  <a:extLst>
                    <a:ext uri="{9D8B030D-6E8A-4147-A177-3AD203B41FA5}">
                      <a16:colId xmlns:a16="http://schemas.microsoft.com/office/drawing/2014/main" val="921661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질환별 식단 개발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앱 개발 및 운영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사용자 행동 분석 및 추천 알고리즘 개선</a:t>
                      </a:r>
                      <a:br>
                        <a:rPr lang="ko-KR" altLang="en-US" dirty="0"/>
                      </a:br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제휴 파트너와 협력 마케팅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19326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A8DB4D7-3B80-89ED-A727-B642A252B3B4}"/>
              </a:ext>
            </a:extLst>
          </p:cNvPr>
          <p:cNvSpPr txBox="1"/>
          <p:nvPr/>
        </p:nvSpPr>
        <p:spPr>
          <a:xfrm>
            <a:off x="763982" y="1962051"/>
            <a:ext cx="3007425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식품</a:t>
            </a:r>
            <a:r>
              <a:rPr lang="en-US" altLang="ko-KR" dirty="0"/>
              <a:t>/</a:t>
            </a:r>
            <a:r>
              <a:rPr lang="ko-KR" altLang="en-US" dirty="0" err="1"/>
              <a:t>간편식</a:t>
            </a:r>
            <a:r>
              <a:rPr lang="ko-KR" altLang="en-US" dirty="0"/>
              <a:t> 브랜드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영양사</a:t>
            </a:r>
            <a:r>
              <a:rPr lang="en-US" altLang="ko-KR" dirty="0"/>
              <a:t>/</a:t>
            </a:r>
            <a:r>
              <a:rPr lang="ko-KR" altLang="en-US" dirty="0"/>
              <a:t>의료 전문가 집단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병원</a:t>
            </a:r>
            <a:r>
              <a:rPr lang="en-US" altLang="ko-KR" dirty="0"/>
              <a:t>, </a:t>
            </a:r>
            <a:r>
              <a:rPr lang="ko-KR" altLang="en-US" dirty="0"/>
              <a:t>약국</a:t>
            </a:r>
            <a:r>
              <a:rPr lang="en-US" altLang="ko-KR" dirty="0"/>
              <a:t>, </a:t>
            </a:r>
            <a:r>
              <a:rPr lang="ko-KR" altLang="en-US" dirty="0"/>
              <a:t>보험사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건강기기 및 웨어러블 제조사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3BC0B4-2366-D51A-9DBB-E5AB2CBC9BFB}"/>
              </a:ext>
            </a:extLst>
          </p:cNvPr>
          <p:cNvSpPr txBox="1"/>
          <p:nvPr/>
        </p:nvSpPr>
        <p:spPr>
          <a:xfrm>
            <a:off x="789522" y="7090587"/>
            <a:ext cx="7559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앱 개발 및 유지보수 비용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콘텐츠 개발 </a:t>
            </a:r>
            <a:r>
              <a:rPr lang="en-US" altLang="ko-KR" dirty="0"/>
              <a:t>(</a:t>
            </a:r>
            <a:r>
              <a:rPr lang="ko-KR" altLang="en-US" dirty="0"/>
              <a:t>식단</a:t>
            </a:r>
            <a:r>
              <a:rPr lang="en-US" altLang="ko-KR" dirty="0"/>
              <a:t>, </a:t>
            </a:r>
            <a:r>
              <a:rPr lang="ko-KR" altLang="en-US" dirty="0"/>
              <a:t>건강정보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마케팅 및 사용자 확보 비용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제휴 및 라이선스 비용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260</Words>
  <Application>Microsoft Office PowerPoint</Application>
  <PresentationFormat>사용자 지정</PresentationFormat>
  <Paragraphs>13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홍창범</cp:lastModifiedBy>
  <cp:revision>4</cp:revision>
  <dcterms:created xsi:type="dcterms:W3CDTF">2025-04-27T10:44:52Z</dcterms:created>
  <dcterms:modified xsi:type="dcterms:W3CDTF">2025-05-07T12:40:28Z</dcterms:modified>
</cp:coreProperties>
</file>
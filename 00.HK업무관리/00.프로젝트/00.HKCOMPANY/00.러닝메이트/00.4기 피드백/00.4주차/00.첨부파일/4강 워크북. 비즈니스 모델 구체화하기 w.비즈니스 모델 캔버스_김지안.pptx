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9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67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8D509E-DCD0-04AF-E2FE-ABBC839AE2A6}"/>
              </a:ext>
            </a:extLst>
          </p:cNvPr>
          <p:cNvSpPr txBox="1"/>
          <p:nvPr/>
        </p:nvSpPr>
        <p:spPr>
          <a:xfrm>
            <a:off x="781050" y="1847850"/>
            <a:ext cx="2819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ko-Kore-KR" dirty="0"/>
              <a:t>LG</a:t>
            </a:r>
            <a:r>
              <a:rPr kumimoji="1" lang="ko-KR" altLang="en-US" dirty="0"/>
              <a:t>생활건강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en-US" altLang="ko-KR" dirty="0"/>
              <a:t>UNIST</a:t>
            </a:r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구강관련 </a:t>
            </a:r>
            <a:r>
              <a:rPr kumimoji="1" lang="ko-KR" altLang="en-US" dirty="0" err="1"/>
              <a:t>인플루언서</a:t>
            </a:r>
            <a:r>
              <a:rPr kumimoji="1" lang="en-US" altLang="ko-KR" dirty="0"/>
              <a:t>/</a:t>
            </a:r>
            <a:r>
              <a:rPr kumimoji="1" lang="ko-KR" altLang="en-US" dirty="0" err="1"/>
              <a:t>유튜버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ore-KR" altLang="en-US" dirty="0"/>
              <a:t>지역</a:t>
            </a:r>
            <a:r>
              <a:rPr kumimoji="1" lang="ko-KR" altLang="en-US" dirty="0"/>
              <a:t> 보건소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9D38A-C056-B7FE-7C07-EADD19510CF4}"/>
              </a:ext>
            </a:extLst>
          </p:cNvPr>
          <p:cNvSpPr txBox="1"/>
          <p:nvPr/>
        </p:nvSpPr>
        <p:spPr>
          <a:xfrm>
            <a:off x="2190750" y="6643863"/>
            <a:ext cx="6057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ko-KR" altLang="en-US" dirty="0"/>
              <a:t>웹사이트 서버비용</a:t>
            </a:r>
            <a:r>
              <a:rPr kumimoji="1" lang="en-US" altLang="ko-KR" dirty="0"/>
              <a:t>,</a:t>
            </a:r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전사관리</a:t>
            </a:r>
            <a:r>
              <a:rPr kumimoji="1" lang="en-US" altLang="ko-KR" dirty="0"/>
              <a:t> SaaS </a:t>
            </a:r>
            <a:r>
              <a:rPr kumimoji="1" lang="ko-KR" altLang="en-US" dirty="0"/>
              <a:t>구독료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마케팅비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시장조사비 </a:t>
            </a:r>
            <a:r>
              <a:rPr kumimoji="1" lang="en-US" altLang="ko-KR" dirty="0"/>
              <a:t>+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VoC</a:t>
            </a:r>
            <a:r>
              <a:rPr kumimoji="1" lang="en-US" altLang="ko-KR" dirty="0"/>
              <a:t> </a:t>
            </a:r>
            <a:r>
              <a:rPr kumimoji="1" lang="ko-KR" altLang="en-US" dirty="0"/>
              <a:t>관리비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인건비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endParaRPr kumimoji="1"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6D532-3C67-6D81-C102-89F22068BA66}"/>
              </a:ext>
            </a:extLst>
          </p:cNvPr>
          <p:cNvSpPr txBox="1"/>
          <p:nvPr/>
        </p:nvSpPr>
        <p:spPr>
          <a:xfrm>
            <a:off x="10439400" y="6643863"/>
            <a:ext cx="5772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ko-KR" altLang="en-US" dirty="0"/>
              <a:t>구강제품 광고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치과 광고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en-US" altLang="ko-KR" dirty="0"/>
              <a:t>PB</a:t>
            </a:r>
            <a:r>
              <a:rPr kumimoji="1" lang="ko-KR" altLang="en-US" dirty="0"/>
              <a:t> 상품 판매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영세 구강용품 제조사 제휴 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44EC56-77F5-4DC4-BA1C-E1C740FD7826}"/>
              </a:ext>
            </a:extLst>
          </p:cNvPr>
          <p:cNvSpPr txBox="1"/>
          <p:nvPr/>
        </p:nvSpPr>
        <p:spPr>
          <a:xfrm>
            <a:off x="4000500" y="4289369"/>
            <a:ext cx="281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ko-KR" altLang="en-US" dirty="0"/>
              <a:t>구강관련 컨텐츠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브랜딩</a:t>
            </a:r>
            <a:r>
              <a:rPr kumimoji="1" lang="en-US" altLang="ko-KR" dirty="0"/>
              <a:t>,</a:t>
            </a:r>
            <a:r>
              <a:rPr kumimoji="1" lang="ko-KR" altLang="en-US" dirty="0"/>
              <a:t> 마케팅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endParaRPr kumimoji="1"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091BD-2B72-68A7-0842-A33D5AB8EDFB}"/>
              </a:ext>
            </a:extLst>
          </p:cNvPr>
          <p:cNvSpPr txBox="1"/>
          <p:nvPr/>
        </p:nvSpPr>
        <p:spPr>
          <a:xfrm>
            <a:off x="4000500" y="1889774"/>
            <a:ext cx="29527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ko-KR" altLang="en-US" dirty="0"/>
              <a:t>구강관련 트래픽 유입 컨텐츠 기획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en-US" altLang="ko-KR" dirty="0"/>
              <a:t>MVP</a:t>
            </a:r>
            <a:r>
              <a:rPr kumimoji="1" lang="ko-KR" altLang="en-US" dirty="0"/>
              <a:t> 개발 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인스타그램</a:t>
            </a:r>
            <a:r>
              <a:rPr kumimoji="1" lang="en-US" altLang="ko-KR" dirty="0"/>
              <a:t>,</a:t>
            </a:r>
            <a:r>
              <a:rPr kumimoji="1" lang="ko-KR" altLang="en-US" dirty="0"/>
              <a:t> 네이버 블로그를 통한 마케팅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문의 응대 및 피드백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트렌드 분석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endParaRPr kumimoji="1"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FB2E4B-2916-CCA7-DE35-D17BDE810F91}"/>
              </a:ext>
            </a:extLst>
          </p:cNvPr>
          <p:cNvSpPr txBox="1"/>
          <p:nvPr/>
        </p:nvSpPr>
        <p:spPr>
          <a:xfrm>
            <a:off x="13822363" y="1981045"/>
            <a:ext cx="2952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ko-KR" dirty="0"/>
              <a:t>50</a:t>
            </a:r>
            <a:r>
              <a:rPr kumimoji="1" lang="ko-KR" altLang="en-US" dirty="0"/>
              <a:t>대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여성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회사원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중산층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맞벌이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 err="1"/>
              <a:t>입냄새</a:t>
            </a:r>
            <a:r>
              <a:rPr kumimoji="1" lang="en-US" altLang="ko-KR" dirty="0"/>
              <a:t>,</a:t>
            </a:r>
            <a:r>
              <a:rPr kumimoji="1" lang="ko-KR" altLang="en-US" dirty="0"/>
              <a:t> 구강관리에 예민</a:t>
            </a:r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770AC8-EB25-B7E1-0110-2DE3180089CA}"/>
              </a:ext>
            </a:extLst>
          </p:cNvPr>
          <p:cNvSpPr txBox="1"/>
          <p:nvPr/>
        </p:nvSpPr>
        <p:spPr>
          <a:xfrm>
            <a:off x="7301706" y="1999940"/>
            <a:ext cx="2952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ko-KR" altLang="en-US" dirty="0"/>
              <a:t>케이스별 구강제품 추천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구강제품 정보 공유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endParaRPr kumimoji="1" lang="ko-Kore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C5CFA9-E4DF-537D-ED1B-8A5AB4712973}"/>
              </a:ext>
            </a:extLst>
          </p:cNvPr>
          <p:cNvSpPr txBox="1"/>
          <p:nvPr/>
        </p:nvSpPr>
        <p:spPr>
          <a:xfrm>
            <a:off x="10439400" y="4289369"/>
            <a:ext cx="2952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ko-KR" altLang="en-US" dirty="0"/>
              <a:t>자사 </a:t>
            </a:r>
            <a:r>
              <a:rPr kumimoji="1" lang="en-US" altLang="ko-KR" dirty="0"/>
              <a:t>MVP </a:t>
            </a:r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인스타그램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네이버 블로그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건강 관련 네이버카페 </a:t>
            </a:r>
            <a:r>
              <a:rPr kumimoji="1" lang="en-US" altLang="ko-KR" dirty="0"/>
              <a:t>+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오픈카카오톡</a:t>
            </a:r>
            <a:endParaRPr kumimoji="1"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24B054-C3DE-289C-F560-EDFF7F39E0C3}"/>
              </a:ext>
            </a:extLst>
          </p:cNvPr>
          <p:cNvSpPr txBox="1"/>
          <p:nvPr/>
        </p:nvSpPr>
        <p:spPr>
          <a:xfrm>
            <a:off x="10602913" y="1934875"/>
            <a:ext cx="2952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ko-KR" dirty="0"/>
              <a:t>1:1</a:t>
            </a:r>
            <a:r>
              <a:rPr kumimoji="1" lang="ko-KR" altLang="en-US" dirty="0"/>
              <a:t> 카카오톡 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자사 플랫폼 </a:t>
            </a:r>
            <a:r>
              <a:rPr kumimoji="1" lang="ko-KR" altLang="en-US" dirty="0" err="1"/>
              <a:t>얼라인</a:t>
            </a:r>
            <a:endParaRPr kumimoji="1" lang="en-US" altLang="ko-K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96</Words>
  <Application>Microsoft Macintosh PowerPoint</Application>
  <PresentationFormat>사용자 지정</PresentationFormat>
  <Paragraphs>39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(학부생) 김지안 (컴퓨터공학과)</cp:lastModifiedBy>
  <cp:revision>3</cp:revision>
  <dcterms:created xsi:type="dcterms:W3CDTF">2025-04-27T10:44:52Z</dcterms:created>
  <dcterms:modified xsi:type="dcterms:W3CDTF">2025-05-10T05:41:17Z</dcterms:modified>
</cp:coreProperties>
</file>
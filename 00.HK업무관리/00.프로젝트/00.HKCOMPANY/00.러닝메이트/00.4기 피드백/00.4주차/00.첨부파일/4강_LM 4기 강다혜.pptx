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0" r:id="rId3"/>
  </p:sldMasterIdLst>
  <p:notesMasterIdLst>
    <p:notesMasterId r:id="rId5"/>
  </p:notesMasterIdLst>
  <p:sldIdLst>
    <p:sldId id="256" r:id="rId7"/>
    <p:sldId id="259" r:id="rId9"/>
    <p:sldId id="260" r:id="rId10"/>
  </p:sldIdLst>
  <p:notesMasterIdLst/>
  <p:sldSz cx="17556480" cy="9875520"/>
  <p:notesSz cx="9875520" cy="175564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9" Type="http://schemas.openxmlformats.org/officeDocument/2006/relationships/slide" Target="slides/slide2.xml"></Relationship><Relationship Id="rId10" Type="http://schemas.openxmlformats.org/officeDocument/2006/relationships/slide" Target="slides/slide3.xml"></Relationship><Relationship Id="rId13" Type="http://schemas.openxmlformats.org/officeDocument/2006/relationships/viewProps" Target="viewProps.xml"></Relationship><Relationship Id="rId14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image" Target="../media/image-1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image" Target="../media/image-4-1.png"></Relationship><Relationship Id="rId3" Type="http://schemas.openxmlformats.org/officeDocument/2006/relationships/notesSlide" Target="../notesSlides/notesSlide2.xml"></Relationship><Relationship Id="rId4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image" Target="../media/image-5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3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텍스트 상자 1"/>
          <p:cNvSpPr txBox="1">
            <a:spLocks/>
          </p:cNvSpPr>
          <p:nvPr/>
        </p:nvSpPr>
        <p:spPr>
          <a:xfrm rot="0">
            <a:off x="13781405" y="1843405"/>
            <a:ext cx="3212465" cy="17068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후천적 시각장애인, 특히 실명 초기 적응자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스마트폰/보조기기 활용이 가능한 사용자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복직 준비 중인 성인 시각장애인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‘혼자서 독립적으로’ 정보를 얻고 싶은 사용자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4" name="텍스트 상자 2"/>
          <p:cNvSpPr txBox="1">
            <a:spLocks/>
          </p:cNvSpPr>
          <p:nvPr/>
        </p:nvSpPr>
        <p:spPr>
          <a:xfrm rot="0">
            <a:off x="10511790" y="1843405"/>
            <a:ext cx="3212465" cy="17068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사용 맥락 기반 개인화 콘텐츠 추천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예측 가능한 사용자 흐름 설계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데이터 기반 피드백 순환 구조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비의존적 사용자 중심 UX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사용자 커뮤니티를 통한 집단 지성 활용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5" name="텍스트 상자 3"/>
          <p:cNvSpPr txBox="1">
            <a:spLocks/>
          </p:cNvSpPr>
          <p:nvPr/>
        </p:nvSpPr>
        <p:spPr>
          <a:xfrm rot="0">
            <a:off x="7185025" y="1843405"/>
            <a:ext cx="3212465" cy="216789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실생활 상황별 시뮬레이션 기반 오디오 </a:t>
            </a:r>
            <a:r>
              <a:rPr sz="1500">
                <a:latin typeface="맑은 고딕" charset="0"/>
                <a:ea typeface="맑은 고딕" charset="0"/>
              </a:rPr>
              <a:t>안내 </a:t>
            </a:r>
            <a:r>
              <a:rPr sz="1500">
                <a:latin typeface="맑은 고딕" charset="0"/>
                <a:ea typeface="맑은 고딕" charset="0"/>
              </a:rPr>
              <a:t>콘텐츠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/>
              <a:t>사용자 상황에 맞는 직관적이고 예측 가능한 단계별 가이드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통합적 사용자 경험(보조기기, 내비, 음성 콘텐츠 간 연결성 확보)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/>
              <a:t>개인화된 학습 시스템을 통한 점진적 독립성 강화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6" name="텍스트 상자 4"/>
          <p:cNvSpPr txBox="1">
            <a:spLocks/>
          </p:cNvSpPr>
          <p:nvPr/>
        </p:nvSpPr>
        <p:spPr>
          <a:xfrm rot="0">
            <a:off x="3916045" y="1843405"/>
            <a:ext cx="3136265" cy="170688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실생활 시뮬레이션 콘텐츠 설계 및 제작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내비게이션 및 보조기기 연동 시스템 개발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사용자 데이터 기반 맥락 인식 엔진 구축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UX 리서치 및 피드백 관리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7" name="텍스트 상자 5"/>
          <p:cNvSpPr txBox="1">
            <a:spLocks/>
          </p:cNvSpPr>
          <p:nvPr/>
        </p:nvSpPr>
        <p:spPr>
          <a:xfrm rot="0">
            <a:off x="646430" y="1843405"/>
            <a:ext cx="3155315" cy="216789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보조기기 및 스크린리더 제작 업체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내비게이션 API 제공 기업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시각장애 복지기관 및 병원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정부 부처 및 CSR 협업 기업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대중교통 및 도시 인프라 관련 기관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음성비서 플랫폼 (시리, 빅스비, 구글 어시스턴트 등)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8" name="텍스트 상자 6"/>
          <p:cNvSpPr txBox="1">
            <a:spLocks/>
          </p:cNvSpPr>
          <p:nvPr/>
        </p:nvSpPr>
        <p:spPr>
          <a:xfrm rot="0">
            <a:off x="949960" y="7089775"/>
            <a:ext cx="7623175" cy="10153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오디오 콘텐츠 제작 및 녹음 인건비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앱 개발 및 기술 유지보수 비용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사용자 리서치 및 인터뷰 운영 비용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제휴 및 마케팅 비용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9" name="텍스트 상자 7"/>
          <p:cNvSpPr txBox="1">
            <a:spLocks/>
          </p:cNvSpPr>
          <p:nvPr/>
        </p:nvSpPr>
        <p:spPr>
          <a:xfrm rot="0">
            <a:off x="9161780" y="7089775"/>
            <a:ext cx="7774940" cy="101536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기본 </a:t>
            </a:r>
            <a:r>
              <a:rPr sz="1500">
                <a:latin typeface="맑은 고딕" charset="0"/>
                <a:ea typeface="맑은 고딕" charset="0"/>
              </a:rPr>
              <a:t>기능</a:t>
            </a:r>
            <a:r>
              <a:rPr lang="ko-KR" sz="1500">
                <a:latin typeface="맑은 고딕" charset="0"/>
                <a:ea typeface="맑은 고딕" charset="0"/>
              </a:rPr>
              <a:t> </a:t>
            </a:r>
            <a:r>
              <a:rPr lang="ko-KR" sz="1500">
                <a:latin typeface="맑은 고딕" charset="0"/>
                <a:ea typeface="맑은 고딕" charset="0"/>
              </a:rPr>
              <a:t>무료 /</a:t>
            </a:r>
            <a:r>
              <a:rPr sz="1500">
                <a:latin typeface="맑은 고딕" charset="0"/>
                <a:ea typeface="맑은 고딕" charset="0"/>
              </a:rPr>
              <a:t>프리미엄 기능 포함 구독 서비스 (B2C)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기관 대상 연동 API 및 커스터마이징 라이선스 (B2B)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내비게이션/보조기기 업체와 연동 파트너십 수익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정부 복지사업/CSR 예산 수주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10" name="텍스트 상자 8"/>
          <p:cNvSpPr txBox="1">
            <a:spLocks/>
          </p:cNvSpPr>
          <p:nvPr/>
        </p:nvSpPr>
        <p:spPr>
          <a:xfrm rot="0">
            <a:off x="10493375" y="4295775"/>
            <a:ext cx="3232150" cy="193738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모바일 앱 (iOS, Android)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스크린리더 내 음성 호출 기능 연동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복지관, 병원, 특수교육기관과의 제휴 유통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웹사이트 및 오디오 플랫</a:t>
            </a:r>
            <a:r>
              <a:rPr sz="1500">
                <a:latin typeface="맑은 고딕" charset="0"/>
                <a:ea typeface="맑은 고딕" charset="0"/>
              </a:rPr>
              <a:t>폼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음성 비서 플랫폼 (시리, 빅스비, 구글 어시스턴트 등) 연동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  <p:sp>
        <p:nvSpPr>
          <p:cNvPr id="11" name="텍스트 상자 9"/>
          <p:cNvSpPr txBox="1">
            <a:spLocks/>
          </p:cNvSpPr>
          <p:nvPr/>
        </p:nvSpPr>
        <p:spPr>
          <a:xfrm rot="0">
            <a:off x="3916045" y="4333240"/>
            <a:ext cx="3136265" cy="216789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시각장애 사용자 행동 시나리오 데이터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음성 가이드/내비 연동 기술 역량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사용자 흐름 기반 콘텐츠 기획 및 편집 인력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기술 통합 API 및 UI 설계</a:t>
            </a:r>
            <a:endParaRPr lang="ko-KR" altLang="en-US" sz="1500">
              <a:latin typeface="맑은 고딕" charset="0"/>
              <a:ea typeface="맑은 고딕" charset="0"/>
            </a:endParaRPr>
          </a:p>
          <a:p>
            <a:pPr marL="254000" indent="-254000" algn="l" hangingPunct="1">
              <a:buFont typeface="Wingdings"/>
              <a:buChar char=""/>
            </a:pPr>
            <a:r>
              <a:rPr sz="1500">
                <a:latin typeface="맑은 고딕" charset="0"/>
                <a:ea typeface="맑은 고딕" charset="0"/>
              </a:rPr>
              <a:t>시각장애인 참여 사용성 테스트 패널</a:t>
            </a:r>
            <a:endParaRPr lang="ko-KR" altLang="en-US" sz="150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mangoboard.net</Company>
  <DocSecurity>0</DocSecurity>
  <HyperlinksChanged>false</HyperlinksChanged>
  <Lines>0</Lines>
  <LinksUpToDate>false</LinksUpToDate>
  <Pages>3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mangoboard.net_48059005</dc:creator>
  <cp:lastModifiedBy>yallll.ru</cp:lastModifiedBy>
  <dc:title>러닝메이트 워크북v2</dc:title>
  <dc:subject>Presentation</dc:subject>
  <cp:version>10.105.270.55406</cp:version>
  <dcterms:modified xsi:type="dcterms:W3CDTF">2025-04-27T10:44:52Z</dcterms:modified>
</cp:coreProperties>
</file>
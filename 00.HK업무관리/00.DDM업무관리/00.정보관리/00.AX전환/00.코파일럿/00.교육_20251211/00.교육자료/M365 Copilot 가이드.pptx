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5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4"/>
    <p:sldMasterId id="2147483739" r:id="rId5"/>
    <p:sldMasterId id="2147483750" r:id="rId6"/>
    <p:sldMasterId id="2147483768" r:id="rId7"/>
    <p:sldMasterId id="2147483783" r:id="rId8"/>
  </p:sldMasterIdLst>
  <p:notesMasterIdLst>
    <p:notesMasterId r:id="rId28"/>
  </p:notesMasterIdLst>
  <p:sldIdLst>
    <p:sldId id="2147328380" r:id="rId9"/>
    <p:sldId id="2147483602" r:id="rId10"/>
    <p:sldId id="2147483604" r:id="rId11"/>
    <p:sldId id="2147483605" r:id="rId12"/>
    <p:sldId id="2147483606" r:id="rId13"/>
    <p:sldId id="2147483607" r:id="rId14"/>
    <p:sldId id="2147483603" r:id="rId15"/>
    <p:sldId id="2147483601" r:id="rId16"/>
    <p:sldId id="2147483608" r:id="rId17"/>
    <p:sldId id="2147483611" r:id="rId18"/>
    <p:sldId id="2147483613" r:id="rId19"/>
    <p:sldId id="2147483616" r:id="rId20"/>
    <p:sldId id="2147483615" r:id="rId21"/>
    <p:sldId id="2147483614" r:id="rId22"/>
    <p:sldId id="2147483612" r:id="rId23"/>
    <p:sldId id="267" r:id="rId24"/>
    <p:sldId id="2147483609" r:id="rId25"/>
    <p:sldId id="2147483610" r:id="rId26"/>
    <p:sldId id="2147477955" r:id="rId27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52BE20C-9D79-475B-9F1F-D56963070D20}">
          <p14:sldIdLst>
            <p14:sldId id="2147328380"/>
            <p14:sldId id="2147483602"/>
            <p14:sldId id="2147483604"/>
            <p14:sldId id="2147483605"/>
            <p14:sldId id="2147483606"/>
            <p14:sldId id="2147483607"/>
            <p14:sldId id="2147483603"/>
            <p14:sldId id="2147483601"/>
            <p14:sldId id="2147483608"/>
            <p14:sldId id="2147483611"/>
            <p14:sldId id="2147483613"/>
            <p14:sldId id="2147483616"/>
            <p14:sldId id="2147483615"/>
            <p14:sldId id="2147483614"/>
            <p14:sldId id="2147483612"/>
            <p14:sldId id="267"/>
            <p14:sldId id="2147483609"/>
            <p14:sldId id="2147483610"/>
            <p14:sldId id="2147477955"/>
          </p14:sldIdLst>
        </p14:section>
      </p14:sectionLst>
    </p:ext>
    <p:ext uri="{EFAFB233-063F-42B5-8137-9DF3F51BA10A}">
      <p15:sldGuideLst xmlns:p15="http://schemas.microsoft.com/office/powerpoint/2012/main">
        <p15:guide id="2" pos="3120" userDrawn="1">
          <p15:clr>
            <a:srgbClr val="A4A3A4"/>
          </p15:clr>
        </p15:guide>
        <p15:guide id="3" orient="horz" pos="550" userDrawn="1">
          <p15:clr>
            <a:srgbClr val="A4A3A4"/>
          </p15:clr>
        </p15:guide>
        <p15:guide id="4" orient="horz" pos="278" userDrawn="1">
          <p15:clr>
            <a:srgbClr val="A4A3A4"/>
          </p15:clr>
        </p15:guide>
        <p15:guide id="5" pos="262" userDrawn="1">
          <p15:clr>
            <a:srgbClr val="A4A3A4"/>
          </p15:clr>
        </p15:guide>
        <p15:guide id="8" pos="965" userDrawn="1">
          <p15:clr>
            <a:srgbClr val="A4A3A4"/>
          </p15:clr>
        </p15:guide>
        <p15:guide id="13" orient="horz" pos="3997" userDrawn="1">
          <p15:clr>
            <a:srgbClr val="A4A3A4"/>
          </p15:clr>
        </p15:guide>
        <p15:guide id="14" pos="5978" userDrawn="1">
          <p15:clr>
            <a:srgbClr val="A4A3A4"/>
          </p15:clr>
        </p15:guide>
        <p15:guide id="15" orient="horz" pos="1162" userDrawn="1">
          <p15:clr>
            <a:srgbClr val="A4A3A4"/>
          </p15:clr>
        </p15:guide>
        <p15:guide id="16" orient="horz" pos="2205" userDrawn="1">
          <p15:clr>
            <a:srgbClr val="A4A3A4"/>
          </p15:clr>
        </p15:guide>
        <p15:guide id="17" orient="horz" pos="349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3BF80B5-104A-529A-180D-3C347868FBB0}" name="최원석" initials="최" userId="S::120670@godaedong.onmicrosoft.com::ab1b4259-859a-4919-9abf-b77e9f90f02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ADA"/>
    <a:srgbClr val="404040"/>
    <a:srgbClr val="7F7F7F"/>
    <a:srgbClr val="F2F2F2"/>
    <a:srgbClr val="D9D9D9"/>
    <a:srgbClr val="00B0F0"/>
    <a:srgbClr val="26ABA4"/>
    <a:srgbClr val="DADADA"/>
    <a:srgbClr val="EF3F23"/>
    <a:srgbClr val="9E9F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4A2EB-E379-4AE0-8765-72BC80BC1FA8}" v="175" dt="2025-12-01T04:28:11.590"/>
    <p1510:client id="{57D87E96-BD84-4547-93B2-13E3912B9276}" v="198" dt="2025-12-01T04:28:05.037"/>
    <p1510:client id="{BA312BBC-7F6D-4C5D-AE9A-621A17B0BA37}" v="885" dt="2025-11-30T07:24:12.0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120"/>
        <p:guide orient="horz" pos="550"/>
        <p:guide orient="horz" pos="278"/>
        <p:guide pos="262"/>
        <p:guide pos="965"/>
        <p:guide orient="horz" pos="3997"/>
        <p:guide pos="5978"/>
        <p:guide orient="horz" pos="1162"/>
        <p:guide orient="horz" pos="2205"/>
        <p:guide orient="horz" pos="349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심수진" userId="0fac9ca0-c97f-45f3-95fa-216c159f6140" providerId="ADAL" clId="{FC185C1C-4584-47EF-BED8-418993A688A6}"/>
    <pc:docChg chg="undo custSel addSld delSld modSld modSection">
      <pc:chgData name="심수진" userId="0fac9ca0-c97f-45f3-95fa-216c159f6140" providerId="ADAL" clId="{FC185C1C-4584-47EF-BED8-418993A688A6}" dt="2025-12-01T04:28:05.037" v="197" actId="1036"/>
      <pc:docMkLst>
        <pc:docMk/>
      </pc:docMkLst>
      <pc:sldChg chg="del">
        <pc:chgData name="심수진" userId="0fac9ca0-c97f-45f3-95fa-216c159f6140" providerId="ADAL" clId="{FC185C1C-4584-47EF-BED8-418993A688A6}" dt="2025-12-01T04:21:03.268" v="22" actId="47"/>
        <pc:sldMkLst>
          <pc:docMk/>
          <pc:sldMk cId="0" sldId="258"/>
        </pc:sldMkLst>
      </pc:sldChg>
      <pc:sldChg chg="del">
        <pc:chgData name="심수진" userId="0fac9ca0-c97f-45f3-95fa-216c159f6140" providerId="ADAL" clId="{FC185C1C-4584-47EF-BED8-418993A688A6}" dt="2025-12-01T04:21:45.938" v="34" actId="47"/>
        <pc:sldMkLst>
          <pc:docMk/>
          <pc:sldMk cId="0" sldId="259"/>
        </pc:sldMkLst>
      </pc:sldChg>
      <pc:sldChg chg="del">
        <pc:chgData name="심수진" userId="0fac9ca0-c97f-45f3-95fa-216c159f6140" providerId="ADAL" clId="{FC185C1C-4584-47EF-BED8-418993A688A6}" dt="2025-12-01T04:22:22.528" v="46" actId="47"/>
        <pc:sldMkLst>
          <pc:docMk/>
          <pc:sldMk cId="0" sldId="260"/>
        </pc:sldMkLst>
      </pc:sldChg>
      <pc:sldChg chg="modSp del mod">
        <pc:chgData name="심수진" userId="0fac9ca0-c97f-45f3-95fa-216c159f6140" providerId="ADAL" clId="{FC185C1C-4584-47EF-BED8-418993A688A6}" dt="2025-12-01T04:25:37.062" v="88" actId="47"/>
        <pc:sldMkLst>
          <pc:docMk/>
          <pc:sldMk cId="0" sldId="261"/>
        </pc:sldMkLst>
        <pc:spChg chg="mod">
          <ac:chgData name="심수진" userId="0fac9ca0-c97f-45f3-95fa-216c159f6140" providerId="ADAL" clId="{FC185C1C-4584-47EF-BED8-418993A688A6}" dt="2025-12-01T04:24:47.055" v="71" actId="14100"/>
          <ac:spMkLst>
            <pc:docMk/>
            <pc:sldMk cId="0" sldId="261"/>
            <ac:spMk id="58" creationId="{00000000-0000-0000-0000-000000000000}"/>
          </ac:spMkLst>
        </pc:spChg>
        <pc:spChg chg="mod">
          <ac:chgData name="심수진" userId="0fac9ca0-c97f-45f3-95fa-216c159f6140" providerId="ADAL" clId="{FC185C1C-4584-47EF-BED8-418993A688A6}" dt="2025-12-01T04:24:43.609" v="70" actId="14100"/>
          <ac:spMkLst>
            <pc:docMk/>
            <pc:sldMk cId="0" sldId="261"/>
            <ac:spMk id="60" creationId="{00000000-0000-0000-0000-000000000000}"/>
          </ac:spMkLst>
        </pc:spChg>
        <pc:spChg chg="mod">
          <ac:chgData name="심수진" userId="0fac9ca0-c97f-45f3-95fa-216c159f6140" providerId="ADAL" clId="{FC185C1C-4584-47EF-BED8-418993A688A6}" dt="2025-12-01T04:24:50.627" v="77" actId="1036"/>
          <ac:spMkLst>
            <pc:docMk/>
            <pc:sldMk cId="0" sldId="261"/>
            <ac:spMk id="61" creationId="{00000000-0000-0000-0000-000000000000}"/>
          </ac:spMkLst>
        </pc:spChg>
      </pc:sldChg>
      <pc:sldChg chg="modSp mod">
        <pc:chgData name="심수진" userId="0fac9ca0-c97f-45f3-95fa-216c159f6140" providerId="ADAL" clId="{FC185C1C-4584-47EF-BED8-418993A688A6}" dt="2025-12-01T04:24:20.981" v="68" actId="14100"/>
        <pc:sldMkLst>
          <pc:docMk/>
          <pc:sldMk cId="0" sldId="262"/>
        </pc:sldMkLst>
        <pc:spChg chg="mod">
          <ac:chgData name="심수진" userId="0fac9ca0-c97f-45f3-95fa-216c159f6140" providerId="ADAL" clId="{FC185C1C-4584-47EF-BED8-418993A688A6}" dt="2025-12-01T04:24:20.981" v="68" actId="14100"/>
          <ac:spMkLst>
            <pc:docMk/>
            <pc:sldMk cId="0" sldId="262"/>
            <ac:spMk id="75" creationId="{00000000-0000-0000-0000-000000000000}"/>
          </ac:spMkLst>
        </pc:spChg>
        <pc:spChg chg="mod">
          <ac:chgData name="심수진" userId="0fac9ca0-c97f-45f3-95fa-216c159f6140" providerId="ADAL" clId="{FC185C1C-4584-47EF-BED8-418993A688A6}" dt="2025-12-01T04:24:20.981" v="68" actId="14100"/>
          <ac:spMkLst>
            <pc:docMk/>
            <pc:sldMk cId="0" sldId="262"/>
            <ac:spMk id="125" creationId="{00000000-0000-0000-0000-000000000000}"/>
          </ac:spMkLst>
        </pc:spChg>
      </pc:sldChg>
      <pc:sldChg chg="addSp delSp modSp add mod">
        <pc:chgData name="심수진" userId="0fac9ca0-c97f-45f3-95fa-216c159f6140" providerId="ADAL" clId="{FC185C1C-4584-47EF-BED8-418993A688A6}" dt="2025-12-01T04:27:37.447" v="137" actId="20577"/>
        <pc:sldMkLst>
          <pc:docMk/>
          <pc:sldMk cId="1153533550" sldId="2147483608"/>
        </pc:sldMkLst>
        <pc:spChg chg="mod">
          <ac:chgData name="심수진" userId="0fac9ca0-c97f-45f3-95fa-216c159f6140" providerId="ADAL" clId="{FC185C1C-4584-47EF-BED8-418993A688A6}" dt="2025-12-01T04:27:37.447" v="137" actId="20577"/>
          <ac:spMkLst>
            <pc:docMk/>
            <pc:sldMk cId="1153533550" sldId="2147483608"/>
            <ac:spMk id="2" creationId="{9446E21B-10D3-CA4E-5AC2-42BDB1B6FBF1}"/>
          </ac:spMkLst>
        </pc:spChg>
        <pc:spChg chg="del">
          <ac:chgData name="심수진" userId="0fac9ca0-c97f-45f3-95fa-216c159f6140" providerId="ADAL" clId="{FC185C1C-4584-47EF-BED8-418993A688A6}" dt="2025-12-01T04:20:05.247" v="2" actId="478"/>
          <ac:spMkLst>
            <pc:docMk/>
            <pc:sldMk cId="1153533550" sldId="2147483608"/>
            <ac:spMk id="12" creationId="{B6681B75-E1B1-B79A-3D73-285D0A40C8C2}"/>
          </ac:spMkLst>
        </pc:spChg>
        <pc:spChg chg="del">
          <ac:chgData name="심수진" userId="0fac9ca0-c97f-45f3-95fa-216c159f6140" providerId="ADAL" clId="{FC185C1C-4584-47EF-BED8-418993A688A6}" dt="2025-12-01T04:20:05.247" v="2" actId="478"/>
          <ac:spMkLst>
            <pc:docMk/>
            <pc:sldMk cId="1153533550" sldId="2147483608"/>
            <ac:spMk id="13" creationId="{15275BA6-52F5-26F9-2C2B-26A5B3315BBC}"/>
          </ac:spMkLst>
        </pc:spChg>
        <pc:spChg chg="del">
          <ac:chgData name="심수진" userId="0fac9ca0-c97f-45f3-95fa-216c159f6140" providerId="ADAL" clId="{FC185C1C-4584-47EF-BED8-418993A688A6}" dt="2025-12-01T04:20:05.247" v="2" actId="478"/>
          <ac:spMkLst>
            <pc:docMk/>
            <pc:sldMk cId="1153533550" sldId="2147483608"/>
            <ac:spMk id="17" creationId="{BB91912E-F386-66CB-CC77-1F1AC1C8BA35}"/>
          </ac:spMkLst>
        </pc:spChg>
        <pc:spChg chg="del">
          <ac:chgData name="심수진" userId="0fac9ca0-c97f-45f3-95fa-216c159f6140" providerId="ADAL" clId="{FC185C1C-4584-47EF-BED8-418993A688A6}" dt="2025-12-01T04:20:05.247" v="2" actId="478"/>
          <ac:spMkLst>
            <pc:docMk/>
            <pc:sldMk cId="1153533550" sldId="2147483608"/>
            <ac:spMk id="18" creationId="{02A63A75-F7C4-92C0-CEDD-9CFD0BC641E4}"/>
          </ac:spMkLst>
        </pc:spChg>
        <pc:spChg chg="del">
          <ac:chgData name="심수진" userId="0fac9ca0-c97f-45f3-95fa-216c159f6140" providerId="ADAL" clId="{FC185C1C-4584-47EF-BED8-418993A688A6}" dt="2025-12-01T04:20:05.247" v="2" actId="478"/>
          <ac:spMkLst>
            <pc:docMk/>
            <pc:sldMk cId="1153533550" sldId="2147483608"/>
            <ac:spMk id="19" creationId="{A7E693F2-356D-DE8D-D193-B4EE84DB537E}"/>
          </ac:spMkLst>
        </pc:spChg>
        <pc:spChg chg="del">
          <ac:chgData name="심수진" userId="0fac9ca0-c97f-45f3-95fa-216c159f6140" providerId="ADAL" clId="{FC185C1C-4584-47EF-BED8-418993A688A6}" dt="2025-12-01T04:20:05.247" v="2" actId="478"/>
          <ac:spMkLst>
            <pc:docMk/>
            <pc:sldMk cId="1153533550" sldId="2147483608"/>
            <ac:spMk id="26" creationId="{05668284-4364-09CF-77E4-5B37D1B89411}"/>
          </ac:spMkLst>
        </pc:spChg>
        <pc:spChg chg="add mod">
          <ac:chgData name="심수진" userId="0fac9ca0-c97f-45f3-95fa-216c159f6140" providerId="ADAL" clId="{FC185C1C-4584-47EF-BED8-418993A688A6}" dt="2025-12-01T04:20:55.673" v="21" actId="1035"/>
          <ac:spMkLst>
            <pc:docMk/>
            <pc:sldMk cId="1153533550" sldId="2147483608"/>
            <ac:spMk id="32" creationId="{B2D38C2E-503F-1AE6-5AE9-D6807461222B}"/>
          </ac:spMkLst>
        </pc:spChg>
        <pc:spChg chg="add mod">
          <ac:chgData name="심수진" userId="0fac9ca0-c97f-45f3-95fa-216c159f6140" providerId="ADAL" clId="{FC185C1C-4584-47EF-BED8-418993A688A6}" dt="2025-12-01T04:20:55.673" v="21" actId="1035"/>
          <ac:spMkLst>
            <pc:docMk/>
            <pc:sldMk cId="1153533550" sldId="2147483608"/>
            <ac:spMk id="34" creationId="{2C6D9A47-BBB1-EBBF-3FE2-8A0C4ADC85EC}"/>
          </ac:spMkLst>
        </pc:spChg>
        <pc:spChg chg="add mod">
          <ac:chgData name="심수진" userId="0fac9ca0-c97f-45f3-95fa-216c159f6140" providerId="ADAL" clId="{FC185C1C-4584-47EF-BED8-418993A688A6}" dt="2025-12-01T04:20:55.673" v="21" actId="1035"/>
          <ac:spMkLst>
            <pc:docMk/>
            <pc:sldMk cId="1153533550" sldId="2147483608"/>
            <ac:spMk id="39" creationId="{A438CE47-379B-4643-4949-B6A4EB149BE1}"/>
          </ac:spMkLst>
        </pc:spChg>
        <pc:spChg chg="add mod">
          <ac:chgData name="심수진" userId="0fac9ca0-c97f-45f3-95fa-216c159f6140" providerId="ADAL" clId="{FC185C1C-4584-47EF-BED8-418993A688A6}" dt="2025-12-01T04:20:55.673" v="21" actId="1035"/>
          <ac:spMkLst>
            <pc:docMk/>
            <pc:sldMk cId="1153533550" sldId="2147483608"/>
            <ac:spMk id="42" creationId="{009BFB6B-EA14-09A4-3753-FBE29A138C10}"/>
          </ac:spMkLst>
        </pc:spChg>
        <pc:spChg chg="add mod">
          <ac:chgData name="심수진" userId="0fac9ca0-c97f-45f3-95fa-216c159f6140" providerId="ADAL" clId="{FC185C1C-4584-47EF-BED8-418993A688A6}" dt="2025-12-01T04:20:55.673" v="21" actId="1035"/>
          <ac:spMkLst>
            <pc:docMk/>
            <pc:sldMk cId="1153533550" sldId="2147483608"/>
            <ac:spMk id="43" creationId="{BC48FD6B-368A-7836-BDF1-D8C5622CA9E1}"/>
          </ac:spMkLst>
        </pc:spChg>
        <pc:spChg chg="add mod">
          <ac:chgData name="심수진" userId="0fac9ca0-c97f-45f3-95fa-216c159f6140" providerId="ADAL" clId="{FC185C1C-4584-47EF-BED8-418993A688A6}" dt="2025-12-01T04:20:55.673" v="21" actId="1035"/>
          <ac:spMkLst>
            <pc:docMk/>
            <pc:sldMk cId="1153533550" sldId="2147483608"/>
            <ac:spMk id="76" creationId="{57120A80-29A3-DB48-7A35-1F4E1D7C77A0}"/>
          </ac:spMkLst>
        </pc:spChg>
        <pc:spChg chg="add mod">
          <ac:chgData name="심수진" userId="0fac9ca0-c97f-45f3-95fa-216c159f6140" providerId="ADAL" clId="{FC185C1C-4584-47EF-BED8-418993A688A6}" dt="2025-12-01T04:20:55.673" v="21" actId="1035"/>
          <ac:spMkLst>
            <pc:docMk/>
            <pc:sldMk cId="1153533550" sldId="2147483608"/>
            <ac:spMk id="80" creationId="{EF0A30B8-0BBC-4A93-D2A5-AA9981B7ABC1}"/>
          </ac:spMkLst>
        </pc:spChg>
        <pc:spChg chg="add mod">
          <ac:chgData name="심수진" userId="0fac9ca0-c97f-45f3-95fa-216c159f6140" providerId="ADAL" clId="{FC185C1C-4584-47EF-BED8-418993A688A6}" dt="2025-12-01T04:20:55.673" v="21" actId="1035"/>
          <ac:spMkLst>
            <pc:docMk/>
            <pc:sldMk cId="1153533550" sldId="2147483608"/>
            <ac:spMk id="85" creationId="{598CF977-8C87-2E6C-3CA2-9E239ACF1896}"/>
          </ac:spMkLst>
        </pc:spChg>
        <pc:spChg chg="add mod">
          <ac:chgData name="심수진" userId="0fac9ca0-c97f-45f3-95fa-216c159f6140" providerId="ADAL" clId="{FC185C1C-4584-47EF-BED8-418993A688A6}" dt="2025-12-01T04:20:55.673" v="21" actId="1035"/>
          <ac:spMkLst>
            <pc:docMk/>
            <pc:sldMk cId="1153533550" sldId="2147483608"/>
            <ac:spMk id="97" creationId="{2F824588-D71C-D446-2CF9-0EBD5DD931B9}"/>
          </ac:spMkLst>
        </pc:spChg>
        <pc:spChg chg="add mod">
          <ac:chgData name="심수진" userId="0fac9ca0-c97f-45f3-95fa-216c159f6140" providerId="ADAL" clId="{FC185C1C-4584-47EF-BED8-418993A688A6}" dt="2025-12-01T04:20:55.673" v="21" actId="1035"/>
          <ac:spMkLst>
            <pc:docMk/>
            <pc:sldMk cId="1153533550" sldId="2147483608"/>
            <ac:spMk id="101" creationId="{F87F6DF3-AF4E-2A92-8C35-0E552F46DDCC}"/>
          </ac:spMkLst>
        </pc:spChg>
        <pc:spChg chg="add del mod">
          <ac:chgData name="심수진" userId="0fac9ca0-c97f-45f3-95fa-216c159f6140" providerId="ADAL" clId="{FC185C1C-4584-47EF-BED8-418993A688A6}" dt="2025-12-01T04:20:20.290" v="5" actId="478"/>
          <ac:spMkLst>
            <pc:docMk/>
            <pc:sldMk cId="1153533550" sldId="2147483608"/>
            <ac:spMk id="112" creationId="{63D18B19-689F-894F-969B-6253ADD39981}"/>
          </ac:spMkLst>
        </pc:spChg>
        <pc:spChg chg="add mod">
          <ac:chgData name="심수진" userId="0fac9ca0-c97f-45f3-95fa-216c159f6140" providerId="ADAL" clId="{FC185C1C-4584-47EF-BED8-418993A688A6}" dt="2025-12-01T04:20:47.150" v="13" actId="164"/>
          <ac:spMkLst>
            <pc:docMk/>
            <pc:sldMk cId="1153533550" sldId="2147483608"/>
            <ac:spMk id="113" creationId="{F3A5643E-217E-4AC5-BE2C-EE442B7F7593}"/>
          </ac:spMkLst>
        </pc:spChg>
        <pc:grpChg chg="del">
          <ac:chgData name="심수진" userId="0fac9ca0-c97f-45f3-95fa-216c159f6140" providerId="ADAL" clId="{FC185C1C-4584-47EF-BED8-418993A688A6}" dt="2025-12-01T04:20:05.247" v="2" actId="478"/>
          <ac:grpSpMkLst>
            <pc:docMk/>
            <pc:sldMk cId="1153533550" sldId="2147483608"/>
            <ac:grpSpMk id="6" creationId="{B5BC9FDA-32F3-484A-3F43-C5E9DF02FBE7}"/>
          </ac:grpSpMkLst>
        </pc:grpChg>
        <pc:grpChg chg="del">
          <ac:chgData name="심수진" userId="0fac9ca0-c97f-45f3-95fa-216c159f6140" providerId="ADAL" clId="{FC185C1C-4584-47EF-BED8-418993A688A6}" dt="2025-12-01T04:20:05.247" v="2" actId="478"/>
          <ac:grpSpMkLst>
            <pc:docMk/>
            <pc:sldMk cId="1153533550" sldId="2147483608"/>
            <ac:grpSpMk id="14" creationId="{F725B3AF-DBDD-8BF5-94C5-8412F1104A19}"/>
          </ac:grpSpMkLst>
        </pc:grpChg>
        <pc:grpChg chg="del">
          <ac:chgData name="심수진" userId="0fac9ca0-c97f-45f3-95fa-216c159f6140" providerId="ADAL" clId="{FC185C1C-4584-47EF-BED8-418993A688A6}" dt="2025-12-01T04:20:05.247" v="2" actId="478"/>
          <ac:grpSpMkLst>
            <pc:docMk/>
            <pc:sldMk cId="1153533550" sldId="2147483608"/>
            <ac:grpSpMk id="21" creationId="{F4592FD7-C615-87F7-B61D-982530D74D65}"/>
          </ac:grpSpMkLst>
        </pc:grpChg>
        <pc:grpChg chg="add mod">
          <ac:chgData name="심수진" userId="0fac9ca0-c97f-45f3-95fa-216c159f6140" providerId="ADAL" clId="{FC185C1C-4584-47EF-BED8-418993A688A6}" dt="2025-12-01T04:27:36.430" v="136" actId="1076"/>
          <ac:grpSpMkLst>
            <pc:docMk/>
            <pc:sldMk cId="1153533550" sldId="2147483608"/>
            <ac:grpSpMk id="115" creationId="{F275373D-BDB9-DB03-BFDB-FDBD62952DBC}"/>
          </ac:grpSpMkLst>
        </pc:grpChg>
        <pc:picChg chg="del">
          <ac:chgData name="심수진" userId="0fac9ca0-c97f-45f3-95fa-216c159f6140" providerId="ADAL" clId="{FC185C1C-4584-47EF-BED8-418993A688A6}" dt="2025-12-01T04:20:05.247" v="2" actId="478"/>
          <ac:picMkLst>
            <pc:docMk/>
            <pc:sldMk cId="1153533550" sldId="2147483608"/>
            <ac:picMk id="27" creationId="{6897704D-F9C0-701D-E997-AAFE21E01DA7}"/>
          </ac:picMkLst>
        </pc:picChg>
        <pc:picChg chg="add mod">
          <ac:chgData name="심수진" userId="0fac9ca0-c97f-45f3-95fa-216c159f6140" providerId="ADAL" clId="{FC185C1C-4584-47EF-BED8-418993A688A6}" dt="2025-12-01T04:20:47.150" v="13" actId="164"/>
          <ac:picMkLst>
            <pc:docMk/>
            <pc:sldMk cId="1153533550" sldId="2147483608"/>
            <ac:picMk id="114" creationId="{2D8CEA81-9908-30BE-35B7-FD767EF662C5}"/>
          </ac:picMkLst>
        </pc:picChg>
      </pc:sldChg>
      <pc:sldChg chg="addSp delSp modSp add mod">
        <pc:chgData name="심수진" userId="0fac9ca0-c97f-45f3-95fa-216c159f6140" providerId="ADAL" clId="{FC185C1C-4584-47EF-BED8-418993A688A6}" dt="2025-12-01T04:27:55.642" v="175" actId="478"/>
        <pc:sldMkLst>
          <pc:docMk/>
          <pc:sldMk cId="3855965419" sldId="2147483611"/>
        </pc:sldMkLst>
        <pc:spChg chg="mod">
          <ac:chgData name="심수진" userId="0fac9ca0-c97f-45f3-95fa-216c159f6140" providerId="ADAL" clId="{FC185C1C-4584-47EF-BED8-418993A688A6}" dt="2025-12-01T04:27:27.834" v="129" actId="20577"/>
          <ac:spMkLst>
            <pc:docMk/>
            <pc:sldMk cId="3855965419" sldId="2147483611"/>
            <ac:spMk id="2" creationId="{5603229A-04DF-C79A-F921-DF95C50DC92D}"/>
          </ac:spMkLst>
        </pc:spChg>
        <pc:spChg chg="add mod">
          <ac:chgData name="심수진" userId="0fac9ca0-c97f-45f3-95fa-216c159f6140" providerId="ADAL" clId="{FC185C1C-4584-47EF-BED8-418993A688A6}" dt="2025-12-01T04:27:54.128" v="174" actId="1036"/>
          <ac:spMkLst>
            <pc:docMk/>
            <pc:sldMk cId="3855965419" sldId="2147483611"/>
            <ac:spMk id="11" creationId="{9433D98B-39C6-0730-B4BF-E5FD766DED2E}"/>
          </ac:spMkLst>
        </pc:spChg>
        <pc:spChg chg="add mod">
          <ac:chgData name="심수진" userId="0fac9ca0-c97f-45f3-95fa-216c159f6140" providerId="ADAL" clId="{FC185C1C-4584-47EF-BED8-418993A688A6}" dt="2025-12-01T04:27:54.128" v="174" actId="1036"/>
          <ac:spMkLst>
            <pc:docMk/>
            <pc:sldMk cId="3855965419" sldId="2147483611"/>
            <ac:spMk id="12" creationId="{F1219472-E992-EF07-EA6E-90412F6DC6E6}"/>
          </ac:spMkLst>
        </pc:spChg>
        <pc:spChg chg="add mod">
          <ac:chgData name="심수진" userId="0fac9ca0-c97f-45f3-95fa-216c159f6140" providerId="ADAL" clId="{FC185C1C-4584-47EF-BED8-418993A688A6}" dt="2025-12-01T04:27:54.128" v="174" actId="1036"/>
          <ac:spMkLst>
            <pc:docMk/>
            <pc:sldMk cId="3855965419" sldId="2147483611"/>
            <ac:spMk id="17" creationId="{A01C388A-275F-FF2D-E144-56BAA32F6DD9}"/>
          </ac:spMkLst>
        </pc:spChg>
        <pc:spChg chg="add mod">
          <ac:chgData name="심수진" userId="0fac9ca0-c97f-45f3-95fa-216c159f6140" providerId="ADAL" clId="{FC185C1C-4584-47EF-BED8-418993A688A6}" dt="2025-12-01T04:27:54.128" v="174" actId="1036"/>
          <ac:spMkLst>
            <pc:docMk/>
            <pc:sldMk cId="3855965419" sldId="2147483611"/>
            <ac:spMk id="24" creationId="{E52D58AA-EB0A-1B3D-5E0C-394B3438B5EB}"/>
          </ac:spMkLst>
        </pc:spChg>
        <pc:spChg chg="del">
          <ac:chgData name="심수진" userId="0fac9ca0-c97f-45f3-95fa-216c159f6140" providerId="ADAL" clId="{FC185C1C-4584-47EF-BED8-418993A688A6}" dt="2025-12-01T04:21:12.527" v="24" actId="478"/>
          <ac:spMkLst>
            <pc:docMk/>
            <pc:sldMk cId="3855965419" sldId="2147483611"/>
            <ac:spMk id="28" creationId="{5CC8CF9F-001C-65C1-638A-31DAD514C3F3}"/>
          </ac:spMkLst>
        </pc:spChg>
        <pc:spChg chg="del">
          <ac:chgData name="심수진" userId="0fac9ca0-c97f-45f3-95fa-216c159f6140" providerId="ADAL" clId="{FC185C1C-4584-47EF-BED8-418993A688A6}" dt="2025-12-01T04:21:12.527" v="24" actId="478"/>
          <ac:spMkLst>
            <pc:docMk/>
            <pc:sldMk cId="3855965419" sldId="2147483611"/>
            <ac:spMk id="33" creationId="{327550A1-82E1-86EB-F75D-C7B691ECEE4F}"/>
          </ac:spMkLst>
        </pc:spChg>
        <pc:spChg chg="del">
          <ac:chgData name="심수진" userId="0fac9ca0-c97f-45f3-95fa-216c159f6140" providerId="ADAL" clId="{FC185C1C-4584-47EF-BED8-418993A688A6}" dt="2025-12-01T04:21:12.527" v="24" actId="478"/>
          <ac:spMkLst>
            <pc:docMk/>
            <pc:sldMk cId="3855965419" sldId="2147483611"/>
            <ac:spMk id="38" creationId="{DB68DE34-5AD1-8685-352D-356313F5DB92}"/>
          </ac:spMkLst>
        </pc:spChg>
        <pc:spChg chg="del">
          <ac:chgData name="심수진" userId="0fac9ca0-c97f-45f3-95fa-216c159f6140" providerId="ADAL" clId="{FC185C1C-4584-47EF-BED8-418993A688A6}" dt="2025-12-01T04:21:12.527" v="24" actId="478"/>
          <ac:spMkLst>
            <pc:docMk/>
            <pc:sldMk cId="3855965419" sldId="2147483611"/>
            <ac:spMk id="40" creationId="{9AF9584A-BA8D-9D06-3356-5830D8B78A8D}"/>
          </ac:spMkLst>
        </pc:spChg>
        <pc:spChg chg="del">
          <ac:chgData name="심수진" userId="0fac9ca0-c97f-45f3-95fa-216c159f6140" providerId="ADAL" clId="{FC185C1C-4584-47EF-BED8-418993A688A6}" dt="2025-12-01T04:21:12.527" v="24" actId="478"/>
          <ac:spMkLst>
            <pc:docMk/>
            <pc:sldMk cId="3855965419" sldId="2147483611"/>
            <ac:spMk id="43" creationId="{FDFDF878-6E42-F6B3-7B9C-DDCD9A057BF1}"/>
          </ac:spMkLst>
        </pc:spChg>
        <pc:spChg chg="del">
          <ac:chgData name="심수진" userId="0fac9ca0-c97f-45f3-95fa-216c159f6140" providerId="ADAL" clId="{FC185C1C-4584-47EF-BED8-418993A688A6}" dt="2025-12-01T04:21:12.527" v="24" actId="478"/>
          <ac:spMkLst>
            <pc:docMk/>
            <pc:sldMk cId="3855965419" sldId="2147483611"/>
            <ac:spMk id="68" creationId="{529F3F1F-1B1C-E807-E03C-610933599EEE}"/>
          </ac:spMkLst>
        </pc:spChg>
        <pc:spChg chg="del">
          <ac:chgData name="심수진" userId="0fac9ca0-c97f-45f3-95fa-216c159f6140" providerId="ADAL" clId="{FC185C1C-4584-47EF-BED8-418993A688A6}" dt="2025-12-01T04:21:12.527" v="24" actId="478"/>
          <ac:spMkLst>
            <pc:docMk/>
            <pc:sldMk cId="3855965419" sldId="2147483611"/>
            <ac:spMk id="75" creationId="{A9B2CE5C-33B6-2C61-999F-3907BF3439BB}"/>
          </ac:spMkLst>
        </pc:spChg>
        <pc:spChg chg="del">
          <ac:chgData name="심수진" userId="0fac9ca0-c97f-45f3-95fa-216c159f6140" providerId="ADAL" clId="{FC185C1C-4584-47EF-BED8-418993A688A6}" dt="2025-12-01T04:21:12.527" v="24" actId="478"/>
          <ac:spMkLst>
            <pc:docMk/>
            <pc:sldMk cId="3855965419" sldId="2147483611"/>
            <ac:spMk id="101" creationId="{ABB3BB2D-9115-5718-38B2-71CE461CF16E}"/>
          </ac:spMkLst>
        </pc:spChg>
        <pc:spChg chg="del">
          <ac:chgData name="심수진" userId="0fac9ca0-c97f-45f3-95fa-216c159f6140" providerId="ADAL" clId="{FC185C1C-4584-47EF-BED8-418993A688A6}" dt="2025-12-01T04:21:12.527" v="24" actId="478"/>
          <ac:spMkLst>
            <pc:docMk/>
            <pc:sldMk cId="3855965419" sldId="2147483611"/>
            <ac:spMk id="108" creationId="{B8300106-9CC3-01FE-312A-5F6F36C3327C}"/>
          </ac:spMkLst>
        </pc:spChg>
        <pc:spChg chg="del">
          <ac:chgData name="심수진" userId="0fac9ca0-c97f-45f3-95fa-216c159f6140" providerId="ADAL" clId="{FC185C1C-4584-47EF-BED8-418993A688A6}" dt="2025-12-01T04:21:12.527" v="24" actId="478"/>
          <ac:spMkLst>
            <pc:docMk/>
            <pc:sldMk cId="3855965419" sldId="2147483611"/>
            <ac:spMk id="110" creationId="{44364F32-3E6A-689F-7B25-BA2EAC37CE9D}"/>
          </ac:spMkLst>
        </pc:spChg>
        <pc:spChg chg="add mod">
          <ac:chgData name="심수진" userId="0fac9ca0-c97f-45f3-95fa-216c159f6140" providerId="ADAL" clId="{FC185C1C-4584-47EF-BED8-418993A688A6}" dt="2025-12-01T04:27:54.128" v="174" actId="1036"/>
          <ac:spMkLst>
            <pc:docMk/>
            <pc:sldMk cId="3855965419" sldId="2147483611"/>
            <ac:spMk id="121" creationId="{5DABD7F7-C92C-AA4A-BE89-BA1F0200A0B8}"/>
          </ac:spMkLst>
        </pc:spChg>
        <pc:spChg chg="add mod">
          <ac:chgData name="심수진" userId="0fac9ca0-c97f-45f3-95fa-216c159f6140" providerId="ADAL" clId="{FC185C1C-4584-47EF-BED8-418993A688A6}" dt="2025-12-01T04:27:54.128" v="174" actId="1036"/>
          <ac:spMkLst>
            <pc:docMk/>
            <pc:sldMk cId="3855965419" sldId="2147483611"/>
            <ac:spMk id="132" creationId="{AEF482CD-1A8C-E06C-8F75-ACC9B60A4965}"/>
          </ac:spMkLst>
        </pc:spChg>
        <pc:spChg chg="add mod">
          <ac:chgData name="심수진" userId="0fac9ca0-c97f-45f3-95fa-216c159f6140" providerId="ADAL" clId="{FC185C1C-4584-47EF-BED8-418993A688A6}" dt="2025-12-01T04:27:54.128" v="174" actId="1036"/>
          <ac:spMkLst>
            <pc:docMk/>
            <pc:sldMk cId="3855965419" sldId="2147483611"/>
            <ac:spMk id="133" creationId="{43C7C411-504C-FD63-5933-082AD31127B3}"/>
          </ac:spMkLst>
        </pc:spChg>
        <pc:spChg chg="add mod">
          <ac:chgData name="심수진" userId="0fac9ca0-c97f-45f3-95fa-216c159f6140" providerId="ADAL" clId="{FC185C1C-4584-47EF-BED8-418993A688A6}" dt="2025-12-01T04:27:54.128" v="174" actId="1036"/>
          <ac:spMkLst>
            <pc:docMk/>
            <pc:sldMk cId="3855965419" sldId="2147483611"/>
            <ac:spMk id="141" creationId="{610228BB-F555-BC1F-165E-4C5AFBAE3B10}"/>
          </ac:spMkLst>
        </pc:spChg>
        <pc:spChg chg="add mod">
          <ac:chgData name="심수진" userId="0fac9ca0-c97f-45f3-95fa-216c159f6140" providerId="ADAL" clId="{FC185C1C-4584-47EF-BED8-418993A688A6}" dt="2025-12-01T04:27:54.128" v="174" actId="1036"/>
          <ac:spMkLst>
            <pc:docMk/>
            <pc:sldMk cId="3855965419" sldId="2147483611"/>
            <ac:spMk id="142" creationId="{AA8D95BD-96E1-BB22-675A-6D765D49A9AC}"/>
          </ac:spMkLst>
        </pc:spChg>
        <pc:spChg chg="add del mod">
          <ac:chgData name="심수진" userId="0fac9ca0-c97f-45f3-95fa-216c159f6140" providerId="ADAL" clId="{FC185C1C-4584-47EF-BED8-418993A688A6}" dt="2025-12-01T04:27:55.642" v="175" actId="478"/>
          <ac:spMkLst>
            <pc:docMk/>
            <pc:sldMk cId="3855965419" sldId="2147483611"/>
            <ac:spMk id="151" creationId="{E906AA3D-7221-E44A-4A7E-747CF9C8EF71}"/>
          </ac:spMkLst>
        </pc:spChg>
        <pc:spChg chg="add mod">
          <ac:chgData name="심수진" userId="0fac9ca0-c97f-45f3-95fa-216c159f6140" providerId="ADAL" clId="{FC185C1C-4584-47EF-BED8-418993A688A6}" dt="2025-12-01T04:21:41.590" v="33" actId="164"/>
          <ac:spMkLst>
            <pc:docMk/>
            <pc:sldMk cId="3855965419" sldId="2147483611"/>
            <ac:spMk id="152" creationId="{28BBFB24-FE82-556A-5413-FCF29E40BF42}"/>
          </ac:spMkLst>
        </pc:spChg>
        <pc:grpChg chg="del">
          <ac:chgData name="심수진" userId="0fac9ca0-c97f-45f3-95fa-216c159f6140" providerId="ADAL" clId="{FC185C1C-4584-47EF-BED8-418993A688A6}" dt="2025-12-01T04:21:35.780" v="31" actId="478"/>
          <ac:grpSpMkLst>
            <pc:docMk/>
            <pc:sldMk cId="3855965419" sldId="2147483611"/>
            <ac:grpSpMk id="115" creationId="{0ABA563D-8D00-52BE-A5EF-650857F9BA0F}"/>
          </ac:grpSpMkLst>
        </pc:grpChg>
        <pc:grpChg chg="add mod">
          <ac:chgData name="심수진" userId="0fac9ca0-c97f-45f3-95fa-216c159f6140" providerId="ADAL" clId="{FC185C1C-4584-47EF-BED8-418993A688A6}" dt="2025-12-01T04:27:31.196" v="130" actId="1076"/>
          <ac:grpSpMkLst>
            <pc:docMk/>
            <pc:sldMk cId="3855965419" sldId="2147483611"/>
            <ac:grpSpMk id="154" creationId="{E58BC185-752A-9031-E79D-890BD26781D7}"/>
          </ac:grpSpMkLst>
        </pc:grpChg>
        <pc:picChg chg="add mod">
          <ac:chgData name="심수진" userId="0fac9ca0-c97f-45f3-95fa-216c159f6140" providerId="ADAL" clId="{FC185C1C-4584-47EF-BED8-418993A688A6}" dt="2025-12-01T04:21:41.590" v="33" actId="164"/>
          <ac:picMkLst>
            <pc:docMk/>
            <pc:sldMk cId="3855965419" sldId="2147483611"/>
            <ac:picMk id="153" creationId="{7F598532-802F-07E2-82C7-94312CB27BE0}"/>
          </ac:picMkLst>
        </pc:picChg>
      </pc:sldChg>
      <pc:sldChg chg="addSp delSp modSp add mod">
        <pc:chgData name="심수진" userId="0fac9ca0-c97f-45f3-95fa-216c159f6140" providerId="ADAL" clId="{FC185C1C-4584-47EF-BED8-418993A688A6}" dt="2025-12-01T04:28:05.037" v="197" actId="1036"/>
        <pc:sldMkLst>
          <pc:docMk/>
          <pc:sldMk cId="670136421" sldId="2147483613"/>
        </pc:sldMkLst>
        <pc:spChg chg="mod">
          <ac:chgData name="심수진" userId="0fac9ca0-c97f-45f3-95fa-216c159f6140" providerId="ADAL" clId="{FC185C1C-4584-47EF-BED8-418993A688A6}" dt="2025-12-01T04:27:21.202" v="124" actId="20577"/>
          <ac:spMkLst>
            <pc:docMk/>
            <pc:sldMk cId="670136421" sldId="2147483613"/>
            <ac:spMk id="2" creationId="{48ED67E9-0B15-5BEC-CF21-919ABCEC143E}"/>
          </ac:spMkLst>
        </pc:spChg>
        <pc:spChg chg="del">
          <ac:chgData name="심수진" userId="0fac9ca0-c97f-45f3-95fa-216c159f6140" providerId="ADAL" clId="{FC185C1C-4584-47EF-BED8-418993A688A6}" dt="2025-12-01T04:22:19.202" v="44" actId="478"/>
          <ac:spMkLst>
            <pc:docMk/>
            <pc:sldMk cId="670136421" sldId="2147483613"/>
            <ac:spMk id="15" creationId="{210CCAA5-4EFD-6EC2-EB30-098C2EF590A4}"/>
          </ac:spMkLst>
        </pc:spChg>
        <pc:spChg chg="add mod">
          <ac:chgData name="심수진" userId="0fac9ca0-c97f-45f3-95fa-216c159f6140" providerId="ADAL" clId="{FC185C1C-4584-47EF-BED8-418993A688A6}" dt="2025-12-01T04:22:13.664" v="43" actId="164"/>
          <ac:spMkLst>
            <pc:docMk/>
            <pc:sldMk cId="670136421" sldId="2147483613"/>
            <ac:spMk id="20" creationId="{8DC9D8A2-B2D4-E125-B1EA-17A74C041022}"/>
          </ac:spMkLst>
        </pc:spChg>
        <pc:spChg chg="del">
          <ac:chgData name="심수진" userId="0fac9ca0-c97f-45f3-95fa-216c159f6140" providerId="ADAL" clId="{FC185C1C-4584-47EF-BED8-418993A688A6}" dt="2025-12-01T04:22:19.202" v="44" actId="478"/>
          <ac:spMkLst>
            <pc:docMk/>
            <pc:sldMk cId="670136421" sldId="2147483613"/>
            <ac:spMk id="25" creationId="{824012C3-6FC5-6CC9-F7FE-2D8701C54AAC}"/>
          </ac:spMkLst>
        </pc:spChg>
        <pc:spChg chg="del">
          <ac:chgData name="심수진" userId="0fac9ca0-c97f-45f3-95fa-216c159f6140" providerId="ADAL" clId="{FC185C1C-4584-47EF-BED8-418993A688A6}" dt="2025-12-01T04:22:19.202" v="44" actId="478"/>
          <ac:spMkLst>
            <pc:docMk/>
            <pc:sldMk cId="670136421" sldId="2147483613"/>
            <ac:spMk id="26" creationId="{7EB84959-E3CF-FC10-55F8-44E565C90A5D}"/>
          </ac:spMkLst>
        </pc:spChg>
        <pc:spChg chg="add mod">
          <ac:chgData name="심수진" userId="0fac9ca0-c97f-45f3-95fa-216c159f6140" providerId="ADAL" clId="{FC185C1C-4584-47EF-BED8-418993A688A6}" dt="2025-12-01T04:28:05.037" v="197" actId="1036"/>
          <ac:spMkLst>
            <pc:docMk/>
            <pc:sldMk cId="670136421" sldId="2147483613"/>
            <ac:spMk id="30" creationId="{1F84BC37-3A32-35F1-741C-BA48C3F87044}"/>
          </ac:spMkLst>
        </pc:spChg>
        <pc:spChg chg="mod">
          <ac:chgData name="심수진" userId="0fac9ca0-c97f-45f3-95fa-216c159f6140" providerId="ADAL" clId="{FC185C1C-4584-47EF-BED8-418993A688A6}" dt="2025-12-01T04:23:49.329" v="62" actId="404"/>
          <ac:spMkLst>
            <pc:docMk/>
            <pc:sldMk cId="670136421" sldId="2147483613"/>
            <ac:spMk id="32" creationId="{9C9E4768-67DC-35F9-E67A-2C319207FC07}"/>
          </ac:spMkLst>
        </pc:spChg>
        <pc:spChg chg="mod">
          <ac:chgData name="심수진" userId="0fac9ca0-c97f-45f3-95fa-216c159f6140" providerId="ADAL" clId="{FC185C1C-4584-47EF-BED8-418993A688A6}" dt="2025-12-01T04:23:51.040" v="63" actId="14100"/>
          <ac:spMkLst>
            <pc:docMk/>
            <pc:sldMk cId="670136421" sldId="2147483613"/>
            <ac:spMk id="33" creationId="{DE3D30C7-6F93-12AC-8E89-E9F4F8154946}"/>
          </ac:spMkLst>
        </pc:spChg>
        <pc:spChg chg="mod">
          <ac:chgData name="심수진" userId="0fac9ca0-c97f-45f3-95fa-216c159f6140" providerId="ADAL" clId="{FC185C1C-4584-47EF-BED8-418993A688A6}" dt="2025-12-01T04:23:25.718" v="59" actId="255"/>
          <ac:spMkLst>
            <pc:docMk/>
            <pc:sldMk cId="670136421" sldId="2147483613"/>
            <ac:spMk id="34" creationId="{E77C674E-56DA-83FB-FA8F-C8EB89DA0BF3}"/>
          </ac:spMkLst>
        </pc:spChg>
        <pc:spChg chg="mod">
          <ac:chgData name="심수진" userId="0fac9ca0-c97f-45f3-95fa-216c159f6140" providerId="ADAL" clId="{FC185C1C-4584-47EF-BED8-418993A688A6}" dt="2025-12-01T04:23:25.718" v="59" actId="255"/>
          <ac:spMkLst>
            <pc:docMk/>
            <pc:sldMk cId="670136421" sldId="2147483613"/>
            <ac:spMk id="35" creationId="{E7F26F7C-6CF5-E0DE-2ECE-B06E212D11F4}"/>
          </ac:spMkLst>
        </pc:spChg>
        <pc:spChg chg="mod">
          <ac:chgData name="심수진" userId="0fac9ca0-c97f-45f3-95fa-216c159f6140" providerId="ADAL" clId="{FC185C1C-4584-47EF-BED8-418993A688A6}" dt="2025-12-01T04:23:31.551" v="60" actId="14100"/>
          <ac:spMkLst>
            <pc:docMk/>
            <pc:sldMk cId="670136421" sldId="2147483613"/>
            <ac:spMk id="36" creationId="{1D715662-51D8-F94F-1157-798DE5C79AD2}"/>
          </ac:spMkLst>
        </pc:spChg>
        <pc:spChg chg="mod">
          <ac:chgData name="심수진" userId="0fac9ca0-c97f-45f3-95fa-216c159f6140" providerId="ADAL" clId="{FC185C1C-4584-47EF-BED8-418993A688A6}" dt="2025-12-01T04:23:25.718" v="59" actId="255"/>
          <ac:spMkLst>
            <pc:docMk/>
            <pc:sldMk cId="670136421" sldId="2147483613"/>
            <ac:spMk id="37" creationId="{1AE7683D-DC2E-91E1-EC59-34011A340F34}"/>
          </ac:spMkLst>
        </pc:spChg>
        <pc:spChg chg="add mod">
          <ac:chgData name="심수진" userId="0fac9ca0-c97f-45f3-95fa-216c159f6140" providerId="ADAL" clId="{FC185C1C-4584-47EF-BED8-418993A688A6}" dt="2025-12-01T04:28:05.037" v="197" actId="1036"/>
          <ac:spMkLst>
            <pc:docMk/>
            <pc:sldMk cId="670136421" sldId="2147483613"/>
            <ac:spMk id="38" creationId="{95E7072C-5F4C-419B-ECBE-FFE066A833D0}"/>
          </ac:spMkLst>
        </pc:spChg>
        <pc:spChg chg="mod">
          <ac:chgData name="심수진" userId="0fac9ca0-c97f-45f3-95fa-216c159f6140" providerId="ADAL" clId="{FC185C1C-4584-47EF-BED8-418993A688A6}" dt="2025-12-01T04:23:25.718" v="59" actId="255"/>
          <ac:spMkLst>
            <pc:docMk/>
            <pc:sldMk cId="670136421" sldId="2147483613"/>
            <ac:spMk id="39" creationId="{5A732E27-A1C7-5B92-6270-21EA0E527490}"/>
          </ac:spMkLst>
        </pc:spChg>
        <pc:spChg chg="mod">
          <ac:chgData name="심수진" userId="0fac9ca0-c97f-45f3-95fa-216c159f6140" providerId="ADAL" clId="{FC185C1C-4584-47EF-BED8-418993A688A6}" dt="2025-12-01T04:23:49.329" v="62" actId="404"/>
          <ac:spMkLst>
            <pc:docMk/>
            <pc:sldMk cId="670136421" sldId="2147483613"/>
            <ac:spMk id="41" creationId="{22342688-D6B7-D143-2A77-721567BB4F7D}"/>
          </ac:spMkLst>
        </pc:spChg>
        <pc:spChg chg="mod">
          <ac:chgData name="심수진" userId="0fac9ca0-c97f-45f3-95fa-216c159f6140" providerId="ADAL" clId="{FC185C1C-4584-47EF-BED8-418993A688A6}" dt="2025-12-01T04:24:04.020" v="65" actId="14100"/>
          <ac:spMkLst>
            <pc:docMk/>
            <pc:sldMk cId="670136421" sldId="2147483613"/>
            <ac:spMk id="42" creationId="{AACCDBFC-358D-0BC4-6127-615B46CCA129}"/>
          </ac:spMkLst>
        </pc:spChg>
        <pc:spChg chg="mod">
          <ac:chgData name="심수진" userId="0fac9ca0-c97f-45f3-95fa-216c159f6140" providerId="ADAL" clId="{FC185C1C-4584-47EF-BED8-418993A688A6}" dt="2025-12-01T04:23:58.197" v="64" actId="14100"/>
          <ac:spMkLst>
            <pc:docMk/>
            <pc:sldMk cId="670136421" sldId="2147483613"/>
            <ac:spMk id="44" creationId="{1FEF2CC5-CA07-D09C-E411-303096962DBC}"/>
          </ac:spMkLst>
        </pc:spChg>
        <pc:spChg chg="mod">
          <ac:chgData name="심수진" userId="0fac9ca0-c97f-45f3-95fa-216c159f6140" providerId="ADAL" clId="{FC185C1C-4584-47EF-BED8-418993A688A6}" dt="2025-12-01T04:23:45.591" v="61" actId="404"/>
          <ac:spMkLst>
            <pc:docMk/>
            <pc:sldMk cId="670136421" sldId="2147483613"/>
            <ac:spMk id="45" creationId="{D9BA537B-AEFC-ACCD-FF1B-86611170F7DA}"/>
          </ac:spMkLst>
        </pc:spChg>
        <pc:spChg chg="mod">
          <ac:chgData name="심수진" userId="0fac9ca0-c97f-45f3-95fa-216c159f6140" providerId="ADAL" clId="{FC185C1C-4584-47EF-BED8-418993A688A6}" dt="2025-12-01T04:23:49.329" v="62" actId="404"/>
          <ac:spMkLst>
            <pc:docMk/>
            <pc:sldMk cId="670136421" sldId="2147483613"/>
            <ac:spMk id="49" creationId="{D1F984F8-8AE1-13AA-B80E-79B27F8D19A8}"/>
          </ac:spMkLst>
        </pc:spChg>
        <pc:spChg chg="mod">
          <ac:chgData name="심수진" userId="0fac9ca0-c97f-45f3-95fa-216c159f6140" providerId="ADAL" clId="{FC185C1C-4584-47EF-BED8-418993A688A6}" dt="2025-12-01T04:23:49.329" v="62" actId="404"/>
          <ac:spMkLst>
            <pc:docMk/>
            <pc:sldMk cId="670136421" sldId="2147483613"/>
            <ac:spMk id="52" creationId="{5A466D0F-59B1-7AB3-70F0-88A6F9D12D71}"/>
          </ac:spMkLst>
        </pc:spChg>
        <pc:spChg chg="mod">
          <ac:chgData name="심수진" userId="0fac9ca0-c97f-45f3-95fa-216c159f6140" providerId="ADAL" clId="{FC185C1C-4584-47EF-BED8-418993A688A6}" dt="2025-12-01T04:23:58.197" v="64" actId="14100"/>
          <ac:spMkLst>
            <pc:docMk/>
            <pc:sldMk cId="670136421" sldId="2147483613"/>
            <ac:spMk id="53" creationId="{A6C3CCB1-CFB1-66FD-A93C-1A76331765E3}"/>
          </ac:spMkLst>
        </pc:spChg>
        <pc:spChg chg="mod">
          <ac:chgData name="심수진" userId="0fac9ca0-c97f-45f3-95fa-216c159f6140" providerId="ADAL" clId="{FC185C1C-4584-47EF-BED8-418993A688A6}" dt="2025-12-01T04:23:49.329" v="62" actId="404"/>
          <ac:spMkLst>
            <pc:docMk/>
            <pc:sldMk cId="670136421" sldId="2147483613"/>
            <ac:spMk id="54" creationId="{EF27710C-A6BD-F1A8-DF9B-185F227A7443}"/>
          </ac:spMkLst>
        </pc:spChg>
        <pc:spChg chg="add mod">
          <ac:chgData name="심수진" userId="0fac9ca0-c97f-45f3-95fa-216c159f6140" providerId="ADAL" clId="{FC185C1C-4584-47EF-BED8-418993A688A6}" dt="2025-12-01T04:28:05.037" v="197" actId="1036"/>
          <ac:spMkLst>
            <pc:docMk/>
            <pc:sldMk cId="670136421" sldId="2147483613"/>
            <ac:spMk id="60" creationId="{5E843AAF-4417-FBF3-9359-E3FEF6F89991}"/>
          </ac:spMkLst>
        </pc:spChg>
        <pc:spChg chg="add mod">
          <ac:chgData name="심수진" userId="0fac9ca0-c97f-45f3-95fa-216c159f6140" providerId="ADAL" clId="{FC185C1C-4584-47EF-BED8-418993A688A6}" dt="2025-12-01T04:28:05.037" v="197" actId="1036"/>
          <ac:spMkLst>
            <pc:docMk/>
            <pc:sldMk cId="670136421" sldId="2147483613"/>
            <ac:spMk id="61" creationId="{7FF1E812-CEDE-795E-388D-E32003BBED5C}"/>
          </ac:spMkLst>
        </pc:spChg>
        <pc:spChg chg="mod">
          <ac:chgData name="심수진" userId="0fac9ca0-c97f-45f3-95fa-216c159f6140" providerId="ADAL" clId="{FC185C1C-4584-47EF-BED8-418993A688A6}" dt="2025-12-01T04:23:58.197" v="64" actId="14100"/>
          <ac:spMkLst>
            <pc:docMk/>
            <pc:sldMk cId="670136421" sldId="2147483613"/>
            <ac:spMk id="62" creationId="{8A86B656-E9ED-3447-18B8-FE644EC81D09}"/>
          </ac:spMkLst>
        </pc:spChg>
        <pc:spChg chg="add mod">
          <ac:chgData name="심수진" userId="0fac9ca0-c97f-45f3-95fa-216c159f6140" providerId="ADAL" clId="{FC185C1C-4584-47EF-BED8-418993A688A6}" dt="2025-12-01T04:28:05.037" v="197" actId="1036"/>
          <ac:spMkLst>
            <pc:docMk/>
            <pc:sldMk cId="670136421" sldId="2147483613"/>
            <ac:spMk id="63" creationId="{4A572F76-A94E-2C2C-BFBF-00B76AFAC17A}"/>
          </ac:spMkLst>
        </pc:spChg>
        <pc:spChg chg="add mod">
          <ac:chgData name="심수진" userId="0fac9ca0-c97f-45f3-95fa-216c159f6140" providerId="ADAL" clId="{FC185C1C-4584-47EF-BED8-418993A688A6}" dt="2025-12-01T04:28:05.037" v="197" actId="1036"/>
          <ac:spMkLst>
            <pc:docMk/>
            <pc:sldMk cId="670136421" sldId="2147483613"/>
            <ac:spMk id="64" creationId="{919FAE4E-CA8C-993C-31DD-CB6D1791AD30}"/>
          </ac:spMkLst>
        </pc:spChg>
        <pc:spChg chg="add mod">
          <ac:chgData name="심수진" userId="0fac9ca0-c97f-45f3-95fa-216c159f6140" providerId="ADAL" clId="{FC185C1C-4584-47EF-BED8-418993A688A6}" dt="2025-12-01T04:28:05.037" v="197" actId="1036"/>
          <ac:spMkLst>
            <pc:docMk/>
            <pc:sldMk cId="670136421" sldId="2147483613"/>
            <ac:spMk id="68" creationId="{7E674422-D86E-3C0D-11E6-E97B06E8A4E3}"/>
          </ac:spMkLst>
        </pc:spChg>
        <pc:spChg chg="add mod">
          <ac:chgData name="심수진" userId="0fac9ca0-c97f-45f3-95fa-216c159f6140" providerId="ADAL" clId="{FC185C1C-4584-47EF-BED8-418993A688A6}" dt="2025-12-01T04:28:05.037" v="197" actId="1036"/>
          <ac:spMkLst>
            <pc:docMk/>
            <pc:sldMk cId="670136421" sldId="2147483613"/>
            <ac:spMk id="69" creationId="{A3F3A460-FB3D-0BDB-BA8F-1080D9B571A3}"/>
          </ac:spMkLst>
        </pc:spChg>
        <pc:spChg chg="mod">
          <ac:chgData name="심수진" userId="0fac9ca0-c97f-45f3-95fa-216c159f6140" providerId="ADAL" clId="{FC185C1C-4584-47EF-BED8-418993A688A6}" dt="2025-12-01T04:23:45.591" v="61" actId="404"/>
          <ac:spMkLst>
            <pc:docMk/>
            <pc:sldMk cId="670136421" sldId="2147483613"/>
            <ac:spMk id="70" creationId="{46ED4A09-D2E8-6092-5AB8-8EF0EC5DF16F}"/>
          </ac:spMkLst>
        </pc:spChg>
        <pc:spChg chg="mod">
          <ac:chgData name="심수진" userId="0fac9ca0-c97f-45f3-95fa-216c159f6140" providerId="ADAL" clId="{FC185C1C-4584-47EF-BED8-418993A688A6}" dt="2025-12-01T04:23:58.197" v="64" actId="14100"/>
          <ac:spMkLst>
            <pc:docMk/>
            <pc:sldMk cId="670136421" sldId="2147483613"/>
            <ac:spMk id="71" creationId="{16102AAF-0B8B-927C-562D-38B03EC58C5B}"/>
          </ac:spMkLst>
        </pc:spChg>
        <pc:spChg chg="mod">
          <ac:chgData name="심수진" userId="0fac9ca0-c97f-45f3-95fa-216c159f6140" providerId="ADAL" clId="{FC185C1C-4584-47EF-BED8-418993A688A6}" dt="2025-12-01T04:23:49.329" v="62" actId="404"/>
          <ac:spMkLst>
            <pc:docMk/>
            <pc:sldMk cId="670136421" sldId="2147483613"/>
            <ac:spMk id="72" creationId="{9950166B-9625-A9EE-C177-46E04658287C}"/>
          </ac:spMkLst>
        </pc:spChg>
        <pc:spChg chg="add mod">
          <ac:chgData name="심수진" userId="0fac9ca0-c97f-45f3-95fa-216c159f6140" providerId="ADAL" clId="{FC185C1C-4584-47EF-BED8-418993A688A6}" dt="2025-12-01T04:28:05.037" v="197" actId="1036"/>
          <ac:spMkLst>
            <pc:docMk/>
            <pc:sldMk cId="670136421" sldId="2147483613"/>
            <ac:spMk id="73" creationId="{BBF6CBCF-6E72-E78E-F88D-5EFC02DE9BAD}"/>
          </ac:spMkLst>
        </pc:spChg>
        <pc:spChg chg="mod">
          <ac:chgData name="심수진" userId="0fac9ca0-c97f-45f3-95fa-216c159f6140" providerId="ADAL" clId="{FC185C1C-4584-47EF-BED8-418993A688A6}" dt="2025-12-01T04:23:49.329" v="62" actId="404"/>
          <ac:spMkLst>
            <pc:docMk/>
            <pc:sldMk cId="670136421" sldId="2147483613"/>
            <ac:spMk id="74" creationId="{CF8844F8-F67A-ED01-E2FB-A09DD487E180}"/>
          </ac:spMkLst>
        </pc:spChg>
        <pc:spChg chg="add mod">
          <ac:chgData name="심수진" userId="0fac9ca0-c97f-45f3-95fa-216c159f6140" providerId="ADAL" clId="{FC185C1C-4584-47EF-BED8-418993A688A6}" dt="2025-12-01T04:28:05.037" v="197" actId="1036"/>
          <ac:spMkLst>
            <pc:docMk/>
            <pc:sldMk cId="670136421" sldId="2147483613"/>
            <ac:spMk id="76" creationId="{2D379F96-A0A0-96E4-549F-4A469C8E6E97}"/>
          </ac:spMkLst>
        </pc:spChg>
        <pc:spChg chg="mod">
          <ac:chgData name="심수진" userId="0fac9ca0-c97f-45f3-95fa-216c159f6140" providerId="ADAL" clId="{FC185C1C-4584-47EF-BED8-418993A688A6}" dt="2025-12-01T04:23:02.244" v="57" actId="14100"/>
          <ac:spMkLst>
            <pc:docMk/>
            <pc:sldMk cId="670136421" sldId="2147483613"/>
            <ac:spMk id="80" creationId="{8B83D3F2-1AE9-39C0-37D7-2AB4AE113F76}"/>
          </ac:spMkLst>
        </pc:spChg>
        <pc:spChg chg="mod">
          <ac:chgData name="심수진" userId="0fac9ca0-c97f-45f3-95fa-216c159f6140" providerId="ADAL" clId="{FC185C1C-4584-47EF-BED8-418993A688A6}" dt="2025-12-01T04:25:00.191" v="78" actId="255"/>
          <ac:spMkLst>
            <pc:docMk/>
            <pc:sldMk cId="670136421" sldId="2147483613"/>
            <ac:spMk id="82" creationId="{7ADFE3D6-D1FA-782B-AD98-0A285319422D}"/>
          </ac:spMkLst>
        </pc:spChg>
        <pc:spChg chg="mod">
          <ac:chgData name="심수진" userId="0fac9ca0-c97f-45f3-95fa-216c159f6140" providerId="ADAL" clId="{FC185C1C-4584-47EF-BED8-418993A688A6}" dt="2025-12-01T04:25:00.191" v="78" actId="255"/>
          <ac:spMkLst>
            <pc:docMk/>
            <pc:sldMk cId="670136421" sldId="2147483613"/>
            <ac:spMk id="83" creationId="{48F3EA55-C7C7-0EA8-B38D-ECA8B97FB5E3}"/>
          </ac:spMkLst>
        </pc:spChg>
        <pc:spChg chg="del">
          <ac:chgData name="심수진" userId="0fac9ca0-c97f-45f3-95fa-216c159f6140" providerId="ADAL" clId="{FC185C1C-4584-47EF-BED8-418993A688A6}" dt="2025-12-01T04:22:19.202" v="44" actId="478"/>
          <ac:spMkLst>
            <pc:docMk/>
            <pc:sldMk cId="670136421" sldId="2147483613"/>
            <ac:spMk id="116" creationId="{1D39E35E-448D-EFFD-D4C3-A5C6F8C88E32}"/>
          </ac:spMkLst>
        </pc:spChg>
        <pc:spChg chg="del">
          <ac:chgData name="심수진" userId="0fac9ca0-c97f-45f3-95fa-216c159f6140" providerId="ADAL" clId="{FC185C1C-4584-47EF-BED8-418993A688A6}" dt="2025-12-01T04:22:19.202" v="44" actId="478"/>
          <ac:spMkLst>
            <pc:docMk/>
            <pc:sldMk cId="670136421" sldId="2147483613"/>
            <ac:spMk id="123" creationId="{0BB2A741-B816-56D5-6102-4600B12C8B2E}"/>
          </ac:spMkLst>
        </pc:spChg>
        <pc:spChg chg="del">
          <ac:chgData name="심수진" userId="0fac9ca0-c97f-45f3-95fa-216c159f6140" providerId="ADAL" clId="{FC185C1C-4584-47EF-BED8-418993A688A6}" dt="2025-12-01T04:22:19.202" v="44" actId="478"/>
          <ac:spMkLst>
            <pc:docMk/>
            <pc:sldMk cId="670136421" sldId="2147483613"/>
            <ac:spMk id="128" creationId="{31357BC1-734C-471E-BA33-9AB6CCE6D3EF}"/>
          </ac:spMkLst>
        </pc:spChg>
        <pc:spChg chg="del">
          <ac:chgData name="심수진" userId="0fac9ca0-c97f-45f3-95fa-216c159f6140" providerId="ADAL" clId="{FC185C1C-4584-47EF-BED8-418993A688A6}" dt="2025-12-01T04:22:19.202" v="44" actId="478"/>
          <ac:spMkLst>
            <pc:docMk/>
            <pc:sldMk cId="670136421" sldId="2147483613"/>
            <ac:spMk id="134" creationId="{2FE66449-B1B5-9A71-BDE1-BC89C3566BC4}"/>
          </ac:spMkLst>
        </pc:spChg>
        <pc:spChg chg="del">
          <ac:chgData name="심수진" userId="0fac9ca0-c97f-45f3-95fa-216c159f6140" providerId="ADAL" clId="{FC185C1C-4584-47EF-BED8-418993A688A6}" dt="2025-12-01T04:22:19.202" v="44" actId="478"/>
          <ac:spMkLst>
            <pc:docMk/>
            <pc:sldMk cId="670136421" sldId="2147483613"/>
            <ac:spMk id="136" creationId="{977DDEA5-67AC-9FE8-9419-D653CE4F1310}"/>
          </ac:spMkLst>
        </pc:spChg>
        <pc:spChg chg="del">
          <ac:chgData name="심수진" userId="0fac9ca0-c97f-45f3-95fa-216c159f6140" providerId="ADAL" clId="{FC185C1C-4584-47EF-BED8-418993A688A6}" dt="2025-12-01T04:22:19.202" v="44" actId="478"/>
          <ac:spMkLst>
            <pc:docMk/>
            <pc:sldMk cId="670136421" sldId="2147483613"/>
            <ac:spMk id="142" creationId="{82B817D3-8134-6AAB-3646-A4565E385F85}"/>
          </ac:spMkLst>
        </pc:spChg>
        <pc:spChg chg="del">
          <ac:chgData name="심수진" userId="0fac9ca0-c97f-45f3-95fa-216c159f6140" providerId="ADAL" clId="{FC185C1C-4584-47EF-BED8-418993A688A6}" dt="2025-12-01T04:22:19.202" v="44" actId="478"/>
          <ac:spMkLst>
            <pc:docMk/>
            <pc:sldMk cId="670136421" sldId="2147483613"/>
            <ac:spMk id="143" creationId="{AC942306-20B8-1D1D-D248-C0079D40694F}"/>
          </ac:spMkLst>
        </pc:spChg>
        <pc:spChg chg="del">
          <ac:chgData name="심수진" userId="0fac9ca0-c97f-45f3-95fa-216c159f6140" providerId="ADAL" clId="{FC185C1C-4584-47EF-BED8-418993A688A6}" dt="2025-12-01T04:22:36.516" v="47" actId="478"/>
          <ac:spMkLst>
            <pc:docMk/>
            <pc:sldMk cId="670136421" sldId="2147483613"/>
            <ac:spMk id="151" creationId="{007AC719-D6EB-25E5-6A40-C9141BB20409}"/>
          </ac:spMkLst>
        </pc:spChg>
        <pc:grpChg chg="add mod">
          <ac:chgData name="심수진" userId="0fac9ca0-c97f-45f3-95fa-216c159f6140" providerId="ADAL" clId="{FC185C1C-4584-47EF-BED8-418993A688A6}" dt="2025-12-01T04:27:20.153" v="123" actId="1076"/>
          <ac:grpSpMkLst>
            <pc:docMk/>
            <pc:sldMk cId="670136421" sldId="2147483613"/>
            <ac:grpSpMk id="29" creationId="{7D04E1C0-628E-27DD-6647-4F444FEF94D5}"/>
          </ac:grpSpMkLst>
        </pc:grpChg>
        <pc:grpChg chg="del">
          <ac:chgData name="심수진" userId="0fac9ca0-c97f-45f3-95fa-216c159f6140" providerId="ADAL" clId="{FC185C1C-4584-47EF-BED8-418993A688A6}" dt="2025-12-01T04:22:11.595" v="41" actId="478"/>
          <ac:grpSpMkLst>
            <pc:docMk/>
            <pc:sldMk cId="670136421" sldId="2147483613"/>
            <ac:grpSpMk id="154" creationId="{ABD7A25C-864E-834E-E258-E3C6185E2D96}"/>
          </ac:grpSpMkLst>
        </pc:grpChg>
        <pc:picChg chg="add mod">
          <ac:chgData name="심수진" userId="0fac9ca0-c97f-45f3-95fa-216c159f6140" providerId="ADAL" clId="{FC185C1C-4584-47EF-BED8-418993A688A6}" dt="2025-12-01T04:22:13.664" v="43" actId="164"/>
          <ac:picMkLst>
            <pc:docMk/>
            <pc:sldMk cId="670136421" sldId="2147483613"/>
            <ac:picMk id="28" creationId="{7D165D5F-DDA4-A3CF-A000-44FFE1852631}"/>
          </ac:picMkLst>
        </pc:picChg>
      </pc:sldChg>
      <pc:sldChg chg="addSp delSp modSp add mod">
        <pc:chgData name="심수진" userId="0fac9ca0-c97f-45f3-95fa-216c159f6140" providerId="ADAL" clId="{FC185C1C-4584-47EF-BED8-418993A688A6}" dt="2025-12-01T04:27:05.284" v="117" actId="1076"/>
        <pc:sldMkLst>
          <pc:docMk/>
          <pc:sldMk cId="8225159" sldId="2147483616"/>
        </pc:sldMkLst>
        <pc:spChg chg="mod">
          <ac:chgData name="심수진" userId="0fac9ca0-c97f-45f3-95fa-216c159f6140" providerId="ADAL" clId="{FC185C1C-4584-47EF-BED8-418993A688A6}" dt="2025-12-01T04:27:01.405" v="116" actId="20577"/>
          <ac:spMkLst>
            <pc:docMk/>
            <pc:sldMk cId="8225159" sldId="2147483616"/>
            <ac:spMk id="2" creationId="{B20B5604-A492-6938-9A7C-1B85C3F05B87}"/>
          </ac:spMkLst>
        </pc:spChg>
        <pc:spChg chg="add mod">
          <ac:chgData name="심수진" userId="0fac9ca0-c97f-45f3-95fa-216c159f6140" providerId="ADAL" clId="{FC185C1C-4584-47EF-BED8-418993A688A6}" dt="2025-12-01T04:25:28.300" v="85" actId="164"/>
          <ac:spMkLst>
            <pc:docMk/>
            <pc:sldMk cId="8225159" sldId="2147483616"/>
            <ac:spMk id="3" creationId="{96C4BBAE-8D1A-E16A-D211-9CAB9D81AF15}"/>
          </ac:spMkLst>
        </pc:spChg>
        <pc:spChg chg="mod">
          <ac:chgData name="심수진" userId="0fac9ca0-c97f-45f3-95fa-216c159f6140" providerId="ADAL" clId="{FC185C1C-4584-47EF-BED8-418993A688A6}" dt="2025-12-01T04:25:58.597" v="94" actId="1076"/>
          <ac:spMkLst>
            <pc:docMk/>
            <pc:sldMk cId="8225159" sldId="2147483616"/>
            <ac:spMk id="6" creationId="{12041586-422C-0B48-A333-2C49AF5B517F}"/>
          </ac:spMkLst>
        </pc:spChg>
        <pc:spChg chg="mod">
          <ac:chgData name="심수진" userId="0fac9ca0-c97f-45f3-95fa-216c159f6140" providerId="ADAL" clId="{FC185C1C-4584-47EF-BED8-418993A688A6}" dt="2025-12-01T04:26:07.832" v="96" actId="255"/>
          <ac:spMkLst>
            <pc:docMk/>
            <pc:sldMk cId="8225159" sldId="2147483616"/>
            <ac:spMk id="8" creationId="{8CE97CB2-AD34-1652-A933-5910AD7C8880}"/>
          </ac:spMkLst>
        </pc:spChg>
        <pc:spChg chg="add mod">
          <ac:chgData name="심수진" userId="0fac9ca0-c97f-45f3-95fa-216c159f6140" providerId="ADAL" clId="{FC185C1C-4584-47EF-BED8-418993A688A6}" dt="2025-12-01T04:26:11.655" v="97" actId="255"/>
          <ac:spMkLst>
            <pc:docMk/>
            <pc:sldMk cId="8225159" sldId="2147483616"/>
            <ac:spMk id="9" creationId="{99BF944C-768F-616A-A454-52DD6CE1C4CD}"/>
          </ac:spMkLst>
        </pc:spChg>
        <pc:spChg chg="mod">
          <ac:chgData name="심수진" userId="0fac9ca0-c97f-45f3-95fa-216c159f6140" providerId="ADAL" clId="{FC185C1C-4584-47EF-BED8-418993A688A6}" dt="2025-12-01T04:26:07.832" v="96" actId="255"/>
          <ac:spMkLst>
            <pc:docMk/>
            <pc:sldMk cId="8225159" sldId="2147483616"/>
            <ac:spMk id="10" creationId="{9124C6CA-900E-D91F-3DAD-2A7F0047CD2C}"/>
          </ac:spMkLst>
        </pc:spChg>
        <pc:spChg chg="mod">
          <ac:chgData name="심수진" userId="0fac9ca0-c97f-45f3-95fa-216c159f6140" providerId="ADAL" clId="{FC185C1C-4584-47EF-BED8-418993A688A6}" dt="2025-12-01T04:26:07.832" v="96" actId="255"/>
          <ac:spMkLst>
            <pc:docMk/>
            <pc:sldMk cId="8225159" sldId="2147483616"/>
            <ac:spMk id="11" creationId="{3AE9E0C1-DBD7-F437-97F5-608520485297}"/>
          </ac:spMkLst>
        </pc:spChg>
        <pc:spChg chg="mod">
          <ac:chgData name="심수진" userId="0fac9ca0-c97f-45f3-95fa-216c159f6140" providerId="ADAL" clId="{FC185C1C-4584-47EF-BED8-418993A688A6}" dt="2025-12-01T04:26:11.655" v="97" actId="255"/>
          <ac:spMkLst>
            <pc:docMk/>
            <pc:sldMk cId="8225159" sldId="2147483616"/>
            <ac:spMk id="12" creationId="{60941381-035B-7CB3-6614-E014CF23B91A}"/>
          </ac:spMkLst>
        </pc:spChg>
        <pc:spChg chg="add mod">
          <ac:chgData name="심수진" userId="0fac9ca0-c97f-45f3-95fa-216c159f6140" providerId="ADAL" clId="{FC185C1C-4584-47EF-BED8-418993A688A6}" dt="2025-12-01T04:26:30.656" v="108" actId="14100"/>
          <ac:spMkLst>
            <pc:docMk/>
            <pc:sldMk cId="8225159" sldId="2147483616"/>
            <ac:spMk id="13" creationId="{03F4DFFB-0139-DB20-8B92-EE9378B18839}"/>
          </ac:spMkLst>
        </pc:spChg>
        <pc:spChg chg="add mod">
          <ac:chgData name="심수진" userId="0fac9ca0-c97f-45f3-95fa-216c159f6140" providerId="ADAL" clId="{FC185C1C-4584-47EF-BED8-418993A688A6}" dt="2025-12-01T04:26:11.655" v="97" actId="255"/>
          <ac:spMkLst>
            <pc:docMk/>
            <pc:sldMk cId="8225159" sldId="2147483616"/>
            <ac:spMk id="15" creationId="{CECBEEDB-26DF-54A9-26BA-CA5FA0CD5DB4}"/>
          </ac:spMkLst>
        </pc:spChg>
        <pc:spChg chg="mod">
          <ac:chgData name="심수진" userId="0fac9ca0-c97f-45f3-95fa-216c159f6140" providerId="ADAL" clId="{FC185C1C-4584-47EF-BED8-418993A688A6}" dt="2025-12-01T04:26:07.832" v="96" actId="255"/>
          <ac:spMkLst>
            <pc:docMk/>
            <pc:sldMk cId="8225159" sldId="2147483616"/>
            <ac:spMk id="16" creationId="{6C53CE15-5E7D-E3A2-7432-992A665866CA}"/>
          </ac:spMkLst>
        </pc:spChg>
        <pc:spChg chg="mod">
          <ac:chgData name="심수진" userId="0fac9ca0-c97f-45f3-95fa-216c159f6140" providerId="ADAL" clId="{FC185C1C-4584-47EF-BED8-418993A688A6}" dt="2025-12-01T04:26:07.832" v="96" actId="255"/>
          <ac:spMkLst>
            <pc:docMk/>
            <pc:sldMk cId="8225159" sldId="2147483616"/>
            <ac:spMk id="17" creationId="{040BA899-7977-749A-EAED-6E8D4ACD39F7}"/>
          </ac:spMkLst>
        </pc:spChg>
        <pc:spChg chg="mod">
          <ac:chgData name="심수진" userId="0fac9ca0-c97f-45f3-95fa-216c159f6140" providerId="ADAL" clId="{FC185C1C-4584-47EF-BED8-418993A688A6}" dt="2025-12-01T04:26:07.832" v="96" actId="255"/>
          <ac:spMkLst>
            <pc:docMk/>
            <pc:sldMk cId="8225159" sldId="2147483616"/>
            <ac:spMk id="18" creationId="{6EC3979B-1613-03F9-F7CD-C9439B598DB1}"/>
          </ac:spMkLst>
        </pc:spChg>
        <pc:spChg chg="add mod">
          <ac:chgData name="심수진" userId="0fac9ca0-c97f-45f3-95fa-216c159f6140" providerId="ADAL" clId="{FC185C1C-4584-47EF-BED8-418993A688A6}" dt="2025-12-01T04:26:26.370" v="106" actId="14100"/>
          <ac:spMkLst>
            <pc:docMk/>
            <pc:sldMk cId="8225159" sldId="2147483616"/>
            <ac:spMk id="19" creationId="{9A6493EE-DF89-E1E0-434B-C1CEC3DF7F18}"/>
          </ac:spMkLst>
        </pc:spChg>
        <pc:spChg chg="mod">
          <ac:chgData name="심수진" userId="0fac9ca0-c97f-45f3-95fa-216c159f6140" providerId="ADAL" clId="{FC185C1C-4584-47EF-BED8-418993A688A6}" dt="2025-12-01T04:26:11.655" v="97" actId="255"/>
          <ac:spMkLst>
            <pc:docMk/>
            <pc:sldMk cId="8225159" sldId="2147483616"/>
            <ac:spMk id="26" creationId="{7076BBE9-11D1-0206-2E48-F0DD8C0B07CD}"/>
          </ac:spMkLst>
        </pc:spChg>
        <pc:spChg chg="del">
          <ac:chgData name="심수진" userId="0fac9ca0-c97f-45f3-95fa-216c159f6140" providerId="ADAL" clId="{FC185C1C-4584-47EF-BED8-418993A688A6}" dt="2025-12-01T04:25:34.624" v="86" actId="478"/>
          <ac:spMkLst>
            <pc:docMk/>
            <pc:sldMk cId="8225159" sldId="2147483616"/>
            <ac:spMk id="33" creationId="{802A1B61-1F38-159F-AE07-B996AEC44A98}"/>
          </ac:spMkLst>
        </pc:spChg>
        <pc:spChg chg="del">
          <ac:chgData name="심수진" userId="0fac9ca0-c97f-45f3-95fa-216c159f6140" providerId="ADAL" clId="{FC185C1C-4584-47EF-BED8-418993A688A6}" dt="2025-12-01T04:25:34.624" v="86" actId="478"/>
          <ac:spMkLst>
            <pc:docMk/>
            <pc:sldMk cId="8225159" sldId="2147483616"/>
            <ac:spMk id="38" creationId="{57FF1F25-8B36-5F5C-4507-7685306E9674}"/>
          </ac:spMkLst>
        </pc:spChg>
        <pc:spChg chg="del">
          <ac:chgData name="심수진" userId="0fac9ca0-c97f-45f3-95fa-216c159f6140" providerId="ADAL" clId="{FC185C1C-4584-47EF-BED8-418993A688A6}" dt="2025-12-01T04:25:34.624" v="86" actId="478"/>
          <ac:spMkLst>
            <pc:docMk/>
            <pc:sldMk cId="8225159" sldId="2147483616"/>
            <ac:spMk id="51" creationId="{962BB578-179B-7C1F-FEFA-2780D0ED979B}"/>
          </ac:spMkLst>
        </pc:spChg>
        <pc:spChg chg="del">
          <ac:chgData name="심수진" userId="0fac9ca0-c97f-45f3-95fa-216c159f6140" providerId="ADAL" clId="{FC185C1C-4584-47EF-BED8-418993A688A6}" dt="2025-12-01T04:25:34.624" v="86" actId="478"/>
          <ac:spMkLst>
            <pc:docMk/>
            <pc:sldMk cId="8225159" sldId="2147483616"/>
            <ac:spMk id="59" creationId="{78810A7A-8A35-35E9-47BD-CC3276D9E578}"/>
          </ac:spMkLst>
        </pc:spChg>
        <pc:spChg chg="del">
          <ac:chgData name="심수진" userId="0fac9ca0-c97f-45f3-95fa-216c159f6140" providerId="ADAL" clId="{FC185C1C-4584-47EF-BED8-418993A688A6}" dt="2025-12-01T04:25:34.624" v="86" actId="478"/>
          <ac:spMkLst>
            <pc:docMk/>
            <pc:sldMk cId="8225159" sldId="2147483616"/>
            <ac:spMk id="66" creationId="{7B6CE94B-5F87-CA1D-F7FE-55A05B2AA29E}"/>
          </ac:spMkLst>
        </pc:spChg>
        <pc:spChg chg="del">
          <ac:chgData name="심수진" userId="0fac9ca0-c97f-45f3-95fa-216c159f6140" providerId="ADAL" clId="{FC185C1C-4584-47EF-BED8-418993A688A6}" dt="2025-12-01T04:25:34.624" v="86" actId="478"/>
          <ac:spMkLst>
            <pc:docMk/>
            <pc:sldMk cId="8225159" sldId="2147483616"/>
            <ac:spMk id="69" creationId="{1600A2D8-D362-EAC3-B486-64CC4D04E729}"/>
          </ac:spMkLst>
        </pc:spChg>
        <pc:spChg chg="del">
          <ac:chgData name="심수진" userId="0fac9ca0-c97f-45f3-95fa-216c159f6140" providerId="ADAL" clId="{FC185C1C-4584-47EF-BED8-418993A688A6}" dt="2025-12-01T04:25:34.624" v="86" actId="478"/>
          <ac:spMkLst>
            <pc:docMk/>
            <pc:sldMk cId="8225159" sldId="2147483616"/>
            <ac:spMk id="72" creationId="{C543491D-C2E4-E15B-A2D9-9DEBA96372EF}"/>
          </ac:spMkLst>
        </pc:spChg>
        <pc:spChg chg="del">
          <ac:chgData name="심수진" userId="0fac9ca0-c97f-45f3-95fa-216c159f6140" providerId="ADAL" clId="{FC185C1C-4584-47EF-BED8-418993A688A6}" dt="2025-12-01T04:25:34.624" v="86" actId="478"/>
          <ac:spMkLst>
            <pc:docMk/>
            <pc:sldMk cId="8225159" sldId="2147483616"/>
            <ac:spMk id="75" creationId="{2A0608DC-5E92-4B34-DFC2-79E5C682FA24}"/>
          </ac:spMkLst>
        </pc:spChg>
        <pc:spChg chg="del">
          <ac:chgData name="심수진" userId="0fac9ca0-c97f-45f3-95fa-216c159f6140" providerId="ADAL" clId="{FC185C1C-4584-47EF-BED8-418993A688A6}" dt="2025-12-01T04:25:34.624" v="86" actId="478"/>
          <ac:spMkLst>
            <pc:docMk/>
            <pc:sldMk cId="8225159" sldId="2147483616"/>
            <ac:spMk id="76" creationId="{85736B1A-FF73-7337-7C94-21E7234499ED}"/>
          </ac:spMkLst>
        </pc:spChg>
        <pc:spChg chg="del">
          <ac:chgData name="심수진" userId="0fac9ca0-c97f-45f3-95fa-216c159f6140" providerId="ADAL" clId="{FC185C1C-4584-47EF-BED8-418993A688A6}" dt="2025-12-01T04:25:34.624" v="86" actId="478"/>
          <ac:spMkLst>
            <pc:docMk/>
            <pc:sldMk cId="8225159" sldId="2147483616"/>
            <ac:spMk id="80" creationId="{B5974ACD-F1DE-456C-CD19-CA8BE74D2C92}"/>
          </ac:spMkLst>
        </pc:spChg>
        <pc:spChg chg="add mod">
          <ac:chgData name="심수진" userId="0fac9ca0-c97f-45f3-95fa-216c159f6140" providerId="ADAL" clId="{FC185C1C-4584-47EF-BED8-418993A688A6}" dt="2025-12-01T04:26:11.655" v="97" actId="255"/>
          <ac:spMkLst>
            <pc:docMk/>
            <pc:sldMk cId="8225159" sldId="2147483616"/>
            <ac:spMk id="86" creationId="{A173CC23-BD80-CD93-BC4F-99426B73D4C3}"/>
          </ac:spMkLst>
        </pc:spChg>
        <pc:spChg chg="add mod">
          <ac:chgData name="심수진" userId="0fac9ca0-c97f-45f3-95fa-216c159f6140" providerId="ADAL" clId="{FC185C1C-4584-47EF-BED8-418993A688A6}" dt="2025-12-01T04:26:11.655" v="97" actId="255"/>
          <ac:spMkLst>
            <pc:docMk/>
            <pc:sldMk cId="8225159" sldId="2147483616"/>
            <ac:spMk id="89" creationId="{F2DEE8A4-C974-B1B8-6885-F15FC91CA755}"/>
          </ac:spMkLst>
        </pc:spChg>
        <pc:spChg chg="add mod">
          <ac:chgData name="심수진" userId="0fac9ca0-c97f-45f3-95fa-216c159f6140" providerId="ADAL" clId="{FC185C1C-4584-47EF-BED8-418993A688A6}" dt="2025-12-01T04:26:11.655" v="97" actId="255"/>
          <ac:spMkLst>
            <pc:docMk/>
            <pc:sldMk cId="8225159" sldId="2147483616"/>
            <ac:spMk id="95" creationId="{31A8DDBB-CFC2-AC04-6F1F-944062A60F64}"/>
          </ac:spMkLst>
        </pc:spChg>
        <pc:spChg chg="add mod">
          <ac:chgData name="심수진" userId="0fac9ca0-c97f-45f3-95fa-216c159f6140" providerId="ADAL" clId="{FC185C1C-4584-47EF-BED8-418993A688A6}" dt="2025-12-01T04:26:11.655" v="97" actId="255"/>
          <ac:spMkLst>
            <pc:docMk/>
            <pc:sldMk cId="8225159" sldId="2147483616"/>
            <ac:spMk id="99" creationId="{F202F84A-6BFB-23F8-84D1-AFFD287D5C4E}"/>
          </ac:spMkLst>
        </pc:spChg>
        <pc:spChg chg="add mod">
          <ac:chgData name="심수진" userId="0fac9ca0-c97f-45f3-95fa-216c159f6140" providerId="ADAL" clId="{FC185C1C-4584-47EF-BED8-418993A688A6}" dt="2025-12-01T04:26:11.655" v="97" actId="255"/>
          <ac:spMkLst>
            <pc:docMk/>
            <pc:sldMk cId="8225159" sldId="2147483616"/>
            <ac:spMk id="101" creationId="{EED43500-E3AF-DD00-CE49-248270E0147F}"/>
          </ac:spMkLst>
        </pc:spChg>
        <pc:spChg chg="mod">
          <ac:chgData name="심수진" userId="0fac9ca0-c97f-45f3-95fa-216c159f6140" providerId="ADAL" clId="{FC185C1C-4584-47EF-BED8-418993A688A6}" dt="2025-12-01T04:26:20.947" v="100" actId="14100"/>
          <ac:spMkLst>
            <pc:docMk/>
            <pc:sldMk cId="8225159" sldId="2147483616"/>
            <ac:spMk id="111" creationId="{8FCF1280-6D6A-186D-5710-8005FFA5F0F4}"/>
          </ac:spMkLst>
        </pc:spChg>
        <pc:spChg chg="mod">
          <ac:chgData name="심수진" userId="0fac9ca0-c97f-45f3-95fa-216c159f6140" providerId="ADAL" clId="{FC185C1C-4584-47EF-BED8-418993A688A6}" dt="2025-12-01T04:26:18.189" v="99" actId="14100"/>
          <ac:spMkLst>
            <pc:docMk/>
            <pc:sldMk cId="8225159" sldId="2147483616"/>
            <ac:spMk id="113" creationId="{A793FF2F-E5AE-C1FD-6C45-86B7EA375F17}"/>
          </ac:spMkLst>
        </pc:spChg>
        <pc:spChg chg="mod">
          <ac:chgData name="심수진" userId="0fac9ca0-c97f-45f3-95fa-216c159f6140" providerId="ADAL" clId="{FC185C1C-4584-47EF-BED8-418993A688A6}" dt="2025-12-01T04:26:24.106" v="105" actId="1036"/>
          <ac:spMkLst>
            <pc:docMk/>
            <pc:sldMk cId="8225159" sldId="2147483616"/>
            <ac:spMk id="114" creationId="{4CA2CE05-AB82-3CD9-2D4E-2F33F669C02E}"/>
          </ac:spMkLst>
        </pc:spChg>
        <pc:spChg chg="add mod">
          <ac:chgData name="심수진" userId="0fac9ca0-c97f-45f3-95fa-216c159f6140" providerId="ADAL" clId="{FC185C1C-4584-47EF-BED8-418993A688A6}" dt="2025-12-01T04:26:11.655" v="97" actId="255"/>
          <ac:spMkLst>
            <pc:docMk/>
            <pc:sldMk cId="8225159" sldId="2147483616"/>
            <ac:spMk id="115" creationId="{DB7A28A3-A2BE-C9AA-6106-80EADC837AF1}"/>
          </ac:spMkLst>
        </pc:spChg>
        <pc:grpChg chg="add mod">
          <ac:chgData name="심수진" userId="0fac9ca0-c97f-45f3-95fa-216c159f6140" providerId="ADAL" clId="{FC185C1C-4584-47EF-BED8-418993A688A6}" dt="2025-12-01T04:27:05.284" v="117" actId="1076"/>
          <ac:grpSpMkLst>
            <pc:docMk/>
            <pc:sldMk cId="8225159" sldId="2147483616"/>
            <ac:grpSpMk id="5" creationId="{112B5124-6322-EE4B-4DAD-A5DE98C3AAD6}"/>
          </ac:grpSpMkLst>
        </pc:grpChg>
        <pc:grpChg chg="del">
          <ac:chgData name="심수진" userId="0fac9ca0-c97f-45f3-95fa-216c159f6140" providerId="ADAL" clId="{FC185C1C-4584-47EF-BED8-418993A688A6}" dt="2025-12-01T04:25:27.038" v="83" actId="478"/>
          <ac:grpSpMkLst>
            <pc:docMk/>
            <pc:sldMk cId="8225159" sldId="2147483616"/>
            <ac:grpSpMk id="29" creationId="{BD6453D0-460C-D346-F20E-D7363E70D8D8}"/>
          </ac:grpSpMkLst>
        </pc:grpChg>
        <pc:picChg chg="add mod">
          <ac:chgData name="심수진" userId="0fac9ca0-c97f-45f3-95fa-216c159f6140" providerId="ADAL" clId="{FC185C1C-4584-47EF-BED8-418993A688A6}" dt="2025-12-01T04:25:28.300" v="85" actId="164"/>
          <ac:picMkLst>
            <pc:docMk/>
            <pc:sldMk cId="8225159" sldId="2147483616"/>
            <ac:picMk id="4" creationId="{5667D75D-BCBC-EAAB-AA04-08BCB7453C45}"/>
          </ac:picMkLst>
        </pc:picChg>
      </pc:sldChg>
    </pc:docChg>
  </pc:docChgLst>
  <pc:docChgLst>
    <pc:chgData name="심수진" userId="S::119443@godaedong.onmicrosoft.com::0fac9ca0-c97f-45f3-95fa-216c159f6140" providerId="AD" clId="Web-{C34D17FB-4EF1-E863-342D-F3FC847351E6}"/>
    <pc:docChg chg="modSld">
      <pc:chgData name="심수진" userId="S::119443@godaedong.onmicrosoft.com::0fac9ca0-c97f-45f3-95fa-216c159f6140" providerId="AD" clId="Web-{C34D17FB-4EF1-E863-342D-F3FC847351E6}" dt="2025-11-11T09:03:51.082" v="3" actId="1076"/>
      <pc:docMkLst>
        <pc:docMk/>
      </pc:docMkLst>
    </pc:docChg>
  </pc:docChgLst>
  <pc:docChgLst>
    <pc:chgData name="최원석" userId="ab1b4259-859a-4919-9abf-b77e9f90f024" providerId="ADAL" clId="{168EFA5E-6CC1-461E-9B41-7E1554F83789}"/>
    <pc:docChg chg="undo custSel addSld delSld modSld sldOrd addSection delSection modSection">
      <pc:chgData name="최원석" userId="ab1b4259-859a-4919-9abf-b77e9f90f024" providerId="ADAL" clId="{168EFA5E-6CC1-461E-9B41-7E1554F83789}" dt="2025-12-01T04:28:11.590" v="64250" actId="47"/>
      <pc:docMkLst>
        <pc:docMk/>
      </pc:docMkLst>
      <pc:sldChg chg="addSp del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1390252993" sldId="256"/>
        </pc:sldMkLst>
      </pc:sldChg>
      <pc:sldChg chg="add del">
        <pc:chgData name="최원석" userId="ab1b4259-859a-4919-9abf-b77e9f90f024" providerId="ADAL" clId="{168EFA5E-6CC1-461E-9B41-7E1554F83789}" dt="2025-12-01T02:43:26.268" v="63422" actId="47"/>
        <pc:sldMkLst>
          <pc:docMk/>
          <pc:sldMk cId="2411936359" sldId="257"/>
        </pc:sldMkLst>
      </pc:sldChg>
      <pc:sldChg chg="delSp modSp add mod setBg">
        <pc:chgData name="최원석" userId="ab1b4259-859a-4919-9abf-b77e9f90f024" providerId="ADAL" clId="{168EFA5E-6CC1-461E-9B41-7E1554F83789}" dt="2025-12-01T04:19:29.903" v="64120"/>
        <pc:sldMkLst>
          <pc:docMk/>
          <pc:sldMk cId="0" sldId="258"/>
        </pc:sldMkLst>
        <pc:spChg chg="del">
          <ac:chgData name="최원석" userId="ab1b4259-859a-4919-9abf-b77e9f90f024" providerId="ADAL" clId="{168EFA5E-6CC1-461E-9B41-7E1554F83789}" dt="2025-12-01T03:33:38.166" v="63493" actId="478"/>
          <ac:spMkLst>
            <pc:docMk/>
            <pc:sldMk cId="0" sldId="258"/>
            <ac:spMk id="2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37.360" v="63492" actId="478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최원석" userId="ab1b4259-859a-4919-9abf-b77e9f90f024" providerId="ADAL" clId="{168EFA5E-6CC1-461E-9B41-7E1554F83789}" dt="2025-12-01T03:33:20.906" v="63486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39.662" v="63494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1:48.318" v="63516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1:45.086" v="63514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1:36.860" v="63511" actId="1410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2.112" v="63509" actId="14100"/>
          <ac:spMkLst>
            <pc:docMk/>
            <pc:sldMk cId="0" sldId="258"/>
            <ac:spMk id="2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2.112" v="63509" actId="14100"/>
          <ac:spMkLst>
            <pc:docMk/>
            <pc:sldMk cId="0" sldId="258"/>
            <ac:spMk id="3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8.355" v="63510" actId="403"/>
          <ac:spMkLst>
            <pc:docMk/>
            <pc:sldMk cId="0" sldId="258"/>
            <ac:spMk id="4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2.112" v="63509" actId="14100"/>
          <ac:spMkLst>
            <pc:docMk/>
            <pc:sldMk cId="0" sldId="258"/>
            <ac:spMk id="4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8.355" v="63510" actId="403"/>
          <ac:spMkLst>
            <pc:docMk/>
            <pc:sldMk cId="0" sldId="258"/>
            <ac:spMk id="4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2.112" v="63509" actId="14100"/>
          <ac:spMkLst>
            <pc:docMk/>
            <pc:sldMk cId="0" sldId="258"/>
            <ac:spMk id="5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8.355" v="63510" actId="403"/>
          <ac:spMkLst>
            <pc:docMk/>
            <pc:sldMk cId="0" sldId="258"/>
            <ac:spMk id="5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2.112" v="63509" actId="14100"/>
          <ac:spMkLst>
            <pc:docMk/>
            <pc:sldMk cId="0" sldId="258"/>
            <ac:spMk id="6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2.112" v="63509" actId="14100"/>
          <ac:spMkLst>
            <pc:docMk/>
            <pc:sldMk cId="0" sldId="258"/>
            <ac:spMk id="6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2.112" v="63509" actId="14100"/>
          <ac:spMkLst>
            <pc:docMk/>
            <pc:sldMk cId="0" sldId="258"/>
            <ac:spMk id="67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2.112" v="63509" actId="14100"/>
          <ac:spMkLst>
            <pc:docMk/>
            <pc:sldMk cId="0" sldId="258"/>
            <ac:spMk id="6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8.355" v="63510" actId="403"/>
          <ac:spMkLst>
            <pc:docMk/>
            <pc:sldMk cId="0" sldId="258"/>
            <ac:spMk id="7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8.355" v="63510" actId="403"/>
          <ac:spMkLst>
            <pc:docMk/>
            <pc:sldMk cId="0" sldId="258"/>
            <ac:spMk id="7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2.112" v="63509" actId="14100"/>
          <ac:spMkLst>
            <pc:docMk/>
            <pc:sldMk cId="0" sldId="258"/>
            <ac:spMk id="83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8.355" v="63510" actId="403"/>
          <ac:spMkLst>
            <pc:docMk/>
            <pc:sldMk cId="0" sldId="258"/>
            <ac:spMk id="8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8.355" v="63510" actId="403"/>
          <ac:spMkLst>
            <pc:docMk/>
            <pc:sldMk cId="0" sldId="258"/>
            <ac:spMk id="9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8.355" v="63510" actId="403"/>
          <ac:spMkLst>
            <pc:docMk/>
            <pc:sldMk cId="0" sldId="258"/>
            <ac:spMk id="93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5:08.355" v="63510" actId="403"/>
          <ac:spMkLst>
            <pc:docMk/>
            <pc:sldMk cId="0" sldId="258"/>
            <ac:spMk id="96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58.814" v="63500" actId="478"/>
          <ac:spMkLst>
            <pc:docMk/>
            <pc:sldMk cId="0" sldId="258"/>
            <ac:spMk id="97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58.814" v="63500" actId="478"/>
          <ac:spMkLst>
            <pc:docMk/>
            <pc:sldMk cId="0" sldId="258"/>
            <ac:spMk id="98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58.814" v="63500" actId="478"/>
          <ac:spMkLst>
            <pc:docMk/>
            <pc:sldMk cId="0" sldId="258"/>
            <ac:spMk id="100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46.246" v="63495" actId="478"/>
          <ac:spMkLst>
            <pc:docMk/>
            <pc:sldMk cId="0" sldId="258"/>
            <ac:spMk id="102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46.246" v="63495" actId="478"/>
          <ac:spMkLst>
            <pc:docMk/>
            <pc:sldMk cId="0" sldId="258"/>
            <ac:spMk id="103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46.246" v="63495" actId="478"/>
          <ac:spMkLst>
            <pc:docMk/>
            <pc:sldMk cId="0" sldId="258"/>
            <ac:spMk id="104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46.246" v="63495" actId="478"/>
          <ac:spMkLst>
            <pc:docMk/>
            <pc:sldMk cId="0" sldId="258"/>
            <ac:spMk id="105" creationId="{00000000-0000-0000-0000-000000000000}"/>
          </ac:spMkLst>
        </pc:spChg>
        <pc:picChg chg="del">
          <ac:chgData name="최원석" userId="ab1b4259-859a-4919-9abf-b77e9f90f024" providerId="ADAL" clId="{168EFA5E-6CC1-461E-9B41-7E1554F83789}" dt="2025-12-01T03:33:58.814" v="63500" actId="478"/>
          <ac:picMkLst>
            <pc:docMk/>
            <pc:sldMk cId="0" sldId="258"/>
            <ac:picMk id="99" creationId="{00000000-0000-0000-0000-000000000000}"/>
          </ac:picMkLst>
        </pc:picChg>
      </pc:sldChg>
      <pc:sldChg chg="addSp del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4134901513" sldId="258"/>
        </pc:sldMkLst>
      </pc:sldChg>
      <pc:sldChg chg="delSp modSp add mod">
        <pc:chgData name="최원석" userId="ab1b4259-859a-4919-9abf-b77e9f90f024" providerId="ADAL" clId="{168EFA5E-6CC1-461E-9B41-7E1554F83789}" dt="2025-12-01T03:42:01.708" v="63520" actId="14100"/>
        <pc:sldMkLst>
          <pc:docMk/>
          <pc:sldMk cId="0" sldId="259"/>
        </pc:sldMkLst>
        <pc:spChg chg="del">
          <ac:chgData name="최원석" userId="ab1b4259-859a-4919-9abf-b77e9f90f024" providerId="ADAL" clId="{168EFA5E-6CC1-461E-9B41-7E1554F83789}" dt="2025-12-01T03:33:28.301" v="63490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최원석" userId="ab1b4259-859a-4919-9abf-b77e9f90f024" providerId="ADAL" clId="{168EFA5E-6CC1-461E-9B41-7E1554F83789}" dt="2025-12-01T03:33:27.662" v="63489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23.395" v="63487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29.780" v="63491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1:51.635" v="63517" actId="403"/>
          <ac:spMkLst>
            <pc:docMk/>
            <pc:sldMk cId="0" sldId="259"/>
            <ac:spMk id="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2:01.708" v="63520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20.627" v="63504" actId="25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20.627" v="63504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20.627" v="63504" actId="255"/>
          <ac:spMkLst>
            <pc:docMk/>
            <pc:sldMk cId="0" sldId="259"/>
            <ac:spMk id="21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24.185" v="63505" actId="14100"/>
          <ac:spMkLst>
            <pc:docMk/>
            <pc:sldMk cId="0" sldId="259"/>
            <ac:spMk id="24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30.888" v="63506" actId="14100"/>
          <ac:spMkLst>
            <pc:docMk/>
            <pc:sldMk cId="0" sldId="259"/>
            <ac:spMk id="2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20.627" v="63504" actId="255"/>
          <ac:spMkLst>
            <pc:docMk/>
            <pc:sldMk cId="0" sldId="259"/>
            <ac:spMk id="2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20.627" v="63504" actId="255"/>
          <ac:spMkLst>
            <pc:docMk/>
            <pc:sldMk cId="0" sldId="259"/>
            <ac:spMk id="3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30.888" v="63506" actId="14100"/>
          <ac:spMkLst>
            <pc:docMk/>
            <pc:sldMk cId="0" sldId="259"/>
            <ac:spMk id="3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30.888" v="63506" actId="14100"/>
          <ac:spMkLst>
            <pc:docMk/>
            <pc:sldMk cId="0" sldId="259"/>
            <ac:spMk id="3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20.627" v="63504" actId="255"/>
          <ac:spMkLst>
            <pc:docMk/>
            <pc:sldMk cId="0" sldId="259"/>
            <ac:spMk id="43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20.627" v="63504" actId="255"/>
          <ac:spMkLst>
            <pc:docMk/>
            <pc:sldMk cId="0" sldId="259"/>
            <ac:spMk id="4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20.627" v="63504" actId="255"/>
          <ac:spMkLst>
            <pc:docMk/>
            <pc:sldMk cId="0" sldId="259"/>
            <ac:spMk id="5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30.888" v="63506" actId="14100"/>
          <ac:spMkLst>
            <pc:docMk/>
            <pc:sldMk cId="0" sldId="259"/>
            <ac:spMk id="5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30.888" v="63506" actId="14100"/>
          <ac:spMkLst>
            <pc:docMk/>
            <pc:sldMk cId="0" sldId="259"/>
            <ac:spMk id="5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20.627" v="63504" actId="255"/>
          <ac:spMkLst>
            <pc:docMk/>
            <pc:sldMk cId="0" sldId="259"/>
            <ac:spMk id="5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30.888" v="63506" actId="14100"/>
          <ac:spMkLst>
            <pc:docMk/>
            <pc:sldMk cId="0" sldId="259"/>
            <ac:spMk id="6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34:20.627" v="63504" actId="255"/>
          <ac:spMkLst>
            <pc:docMk/>
            <pc:sldMk cId="0" sldId="259"/>
            <ac:spMk id="66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53.603" v="63497" actId="478"/>
          <ac:spMkLst>
            <pc:docMk/>
            <pc:sldMk cId="0" sldId="259"/>
            <ac:spMk id="72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55.607" v="63498" actId="478"/>
          <ac:spMkLst>
            <pc:docMk/>
            <pc:sldMk cId="0" sldId="259"/>
            <ac:spMk id="75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49.149" v="63496" actId="478"/>
          <ac:spMkLst>
            <pc:docMk/>
            <pc:sldMk cId="0" sldId="259"/>
            <ac:spMk id="77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49.149" v="63496" actId="478"/>
          <ac:spMkLst>
            <pc:docMk/>
            <pc:sldMk cId="0" sldId="259"/>
            <ac:spMk id="78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49.149" v="63496" actId="478"/>
          <ac:spMkLst>
            <pc:docMk/>
            <pc:sldMk cId="0" sldId="259"/>
            <ac:spMk id="79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33:49.149" v="63496" actId="478"/>
          <ac:spMkLst>
            <pc:docMk/>
            <pc:sldMk cId="0" sldId="259"/>
            <ac:spMk id="80" creationId="{00000000-0000-0000-0000-000000000000}"/>
          </ac:spMkLst>
        </pc:spChg>
        <pc:picChg chg="del">
          <ac:chgData name="최원석" userId="ab1b4259-859a-4919-9abf-b77e9f90f024" providerId="ADAL" clId="{168EFA5E-6CC1-461E-9B41-7E1554F83789}" dt="2025-12-01T03:33:56.568" v="63499" actId="478"/>
          <ac:picMkLst>
            <pc:docMk/>
            <pc:sldMk cId="0" sldId="259"/>
            <ac:picMk id="74" creationId="{00000000-0000-0000-0000-000000000000}"/>
          </ac:picMkLst>
        </pc:picChg>
      </pc:sldChg>
      <pc:sldChg chg="addSp del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2055944646" sldId="259"/>
        </pc:sldMkLst>
      </pc:sldChg>
      <pc:sldChg chg="delSp modSp add mod">
        <pc:chgData name="최원석" userId="ab1b4259-859a-4919-9abf-b77e9f90f024" providerId="ADAL" clId="{168EFA5E-6CC1-461E-9B41-7E1554F83789}" dt="2025-12-01T03:42:26.288" v="63536" actId="478"/>
        <pc:sldMkLst>
          <pc:docMk/>
          <pc:sldMk cId="0" sldId="260"/>
        </pc:sldMkLst>
        <pc:spChg chg="del">
          <ac:chgData name="최원석" userId="ab1b4259-859a-4919-9abf-b77e9f90f024" providerId="ADAL" clId="{168EFA5E-6CC1-461E-9B41-7E1554F83789}" dt="2025-12-01T03:42:08.768" v="63524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2:07.465" v="63521" actId="478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최원석" userId="ab1b4259-859a-4919-9abf-b77e9f90f024" providerId="ADAL" clId="{168EFA5E-6CC1-461E-9B41-7E1554F83789}" dt="2025-12-01T03:42:08.125" v="63523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2:10.110" v="63526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2:15.328" v="63531" actId="14100"/>
          <ac:spMkLst>
            <pc:docMk/>
            <pc:sldMk cId="0" sldId="260"/>
            <ac:spMk id="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2:20.106" v="63535" actId="403"/>
          <ac:spMkLst>
            <pc:docMk/>
            <pc:sldMk cId="0" sldId="260"/>
            <ac:spMk id="9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2:26.288" v="63536" actId="478"/>
          <ac:spMkLst>
            <pc:docMk/>
            <pc:sldMk cId="0" sldId="260"/>
            <ac:spMk id="67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2:26.288" v="63536" actId="478"/>
          <ac:spMkLst>
            <pc:docMk/>
            <pc:sldMk cId="0" sldId="260"/>
            <ac:spMk id="68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2:26.288" v="63536" actId="478"/>
          <ac:spMkLst>
            <pc:docMk/>
            <pc:sldMk cId="0" sldId="260"/>
            <ac:spMk id="70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2:26.288" v="63536" actId="478"/>
          <ac:spMkLst>
            <pc:docMk/>
            <pc:sldMk cId="0" sldId="260"/>
            <ac:spMk id="72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2:26.288" v="63536" actId="478"/>
          <ac:spMkLst>
            <pc:docMk/>
            <pc:sldMk cId="0" sldId="260"/>
            <ac:spMk id="73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2:26.288" v="63536" actId="478"/>
          <ac:spMkLst>
            <pc:docMk/>
            <pc:sldMk cId="0" sldId="260"/>
            <ac:spMk id="74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2:26.288" v="63536" actId="478"/>
          <ac:spMkLst>
            <pc:docMk/>
            <pc:sldMk cId="0" sldId="260"/>
            <ac:spMk id="75" creationId="{00000000-0000-0000-0000-000000000000}"/>
          </ac:spMkLst>
        </pc:spChg>
        <pc:picChg chg="del">
          <ac:chgData name="최원석" userId="ab1b4259-859a-4919-9abf-b77e9f90f024" providerId="ADAL" clId="{168EFA5E-6CC1-461E-9B41-7E1554F83789}" dt="2025-12-01T03:42:26.288" v="63536" actId="478"/>
          <ac:picMkLst>
            <pc:docMk/>
            <pc:sldMk cId="0" sldId="260"/>
            <ac:picMk id="69" creationId="{00000000-0000-0000-0000-000000000000}"/>
          </ac:picMkLst>
        </pc:picChg>
        <pc:picChg chg="del">
          <ac:chgData name="최원석" userId="ab1b4259-859a-4919-9abf-b77e9f90f024" providerId="ADAL" clId="{168EFA5E-6CC1-461E-9B41-7E1554F83789}" dt="2025-12-01T03:42:09.410" v="63525" actId="478"/>
          <ac:picMkLst>
            <pc:docMk/>
            <pc:sldMk cId="0" sldId="260"/>
            <ac:picMk id="78" creationId="{CA277D5A-A941-821E-4822-71B8E5B7D9FB}"/>
          </ac:picMkLst>
        </pc:picChg>
      </pc:sldChg>
      <pc:sldChg chg="addSp del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3051845872" sldId="260"/>
        </pc:sldMkLst>
      </pc:sldChg>
      <pc:sldChg chg="delSp modSp add mod">
        <pc:chgData name="최원석" userId="ab1b4259-859a-4919-9abf-b77e9f90f024" providerId="ADAL" clId="{168EFA5E-6CC1-461E-9B41-7E1554F83789}" dt="2025-12-01T04:17:04.447" v="64119" actId="14100"/>
        <pc:sldMkLst>
          <pc:docMk/>
          <pc:sldMk cId="0" sldId="261"/>
        </pc:sldMkLst>
        <pc:spChg chg="del">
          <ac:chgData name="최원석" userId="ab1b4259-859a-4919-9abf-b77e9f90f024" providerId="ADAL" clId="{168EFA5E-6CC1-461E-9B41-7E1554F83789}" dt="2025-12-01T03:42:41.140" v="63539" actId="478"/>
          <ac:spMkLst>
            <pc:docMk/>
            <pc:sldMk cId="0" sldId="261"/>
            <ac:spMk id="2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2:40.569" v="63538" actId="478"/>
          <ac:spMkLst>
            <pc:docMk/>
            <pc:sldMk cId="0" sldId="261"/>
            <ac:spMk id="3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2:39.910" v="63537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2:41.914" v="63540" actId="478"/>
          <ac:spMkLst>
            <pc:docMk/>
            <pc:sldMk cId="0" sldId="261"/>
            <ac:spMk id="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2:55.279" v="63546" actId="403"/>
          <ac:spMkLst>
            <pc:docMk/>
            <pc:sldMk cId="0" sldId="261"/>
            <ac:spMk id="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2:53.334" v="63545" actId="403"/>
          <ac:spMkLst>
            <pc:docMk/>
            <pc:sldMk cId="0" sldId="261"/>
            <ac:spMk id="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2:48.381" v="63542" actId="20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4:14.159" v="63569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3:35.614" v="63559" actId="14100"/>
          <ac:spMkLst>
            <pc:docMk/>
            <pc:sldMk cId="0" sldId="261"/>
            <ac:spMk id="27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3:35.614" v="63559" actId="14100"/>
          <ac:spMkLst>
            <pc:docMk/>
            <pc:sldMk cId="0" sldId="261"/>
            <ac:spMk id="3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3:02.058" v="63547" actId="403"/>
          <ac:spMkLst>
            <pc:docMk/>
            <pc:sldMk cId="0" sldId="261"/>
            <ac:spMk id="34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4:14.159" v="63569" actId="1076"/>
          <ac:spMkLst>
            <pc:docMk/>
            <pc:sldMk cId="0" sldId="261"/>
            <ac:spMk id="3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7:04.447" v="64119" actId="14100"/>
          <ac:spMkLst>
            <pc:docMk/>
            <pc:sldMk cId="0" sldId="261"/>
            <ac:spMk id="3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3:02.058" v="63547" actId="403"/>
          <ac:spMkLst>
            <pc:docMk/>
            <pc:sldMk cId="0" sldId="261"/>
            <ac:spMk id="43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3:02.058" v="63547" actId="403"/>
          <ac:spMkLst>
            <pc:docMk/>
            <pc:sldMk cId="0" sldId="261"/>
            <ac:spMk id="4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3:35.614" v="63559" actId="14100"/>
          <ac:spMkLst>
            <pc:docMk/>
            <pc:sldMk cId="0" sldId="261"/>
            <ac:spMk id="4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3:35.614" v="63559" actId="14100"/>
          <ac:spMkLst>
            <pc:docMk/>
            <pc:sldMk cId="0" sldId="261"/>
            <ac:spMk id="47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4:14.159" v="63569" actId="1076"/>
          <ac:spMkLst>
            <pc:docMk/>
            <pc:sldMk cId="0" sldId="261"/>
            <ac:spMk id="4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4:14.159" v="63569" actId="1076"/>
          <ac:spMkLst>
            <pc:docMk/>
            <pc:sldMk cId="0" sldId="261"/>
            <ac:spMk id="5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7:04.447" v="64119" actId="14100"/>
          <ac:spMkLst>
            <pc:docMk/>
            <pc:sldMk cId="0" sldId="261"/>
            <ac:spMk id="51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4:14.159" v="63569" actId="1076"/>
          <ac:spMkLst>
            <pc:docMk/>
            <pc:sldMk cId="0" sldId="261"/>
            <ac:spMk id="55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18.325" v="63570" actId="478"/>
          <ac:spMkLst>
            <pc:docMk/>
            <pc:sldMk cId="0" sldId="261"/>
            <ac:spMk id="62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18.325" v="63570" actId="478"/>
          <ac:spMkLst>
            <pc:docMk/>
            <pc:sldMk cId="0" sldId="261"/>
            <ac:spMk id="63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18.325" v="63570" actId="478"/>
          <ac:spMkLst>
            <pc:docMk/>
            <pc:sldMk cId="0" sldId="261"/>
            <ac:spMk id="65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20.649" v="63571" actId="478"/>
          <ac:spMkLst>
            <pc:docMk/>
            <pc:sldMk cId="0" sldId="261"/>
            <ac:spMk id="67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20.649" v="63571" actId="478"/>
          <ac:spMkLst>
            <pc:docMk/>
            <pc:sldMk cId="0" sldId="261"/>
            <ac:spMk id="68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20.649" v="63571" actId="478"/>
          <ac:spMkLst>
            <pc:docMk/>
            <pc:sldMk cId="0" sldId="261"/>
            <ac:spMk id="69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20.649" v="63571" actId="478"/>
          <ac:spMkLst>
            <pc:docMk/>
            <pc:sldMk cId="0" sldId="261"/>
            <ac:spMk id="7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3:35.614" v="63559" actId="14100"/>
          <ac:spMkLst>
            <pc:docMk/>
            <pc:sldMk cId="0" sldId="261"/>
            <ac:spMk id="71" creationId="{E4E63AFD-EDAB-7620-1D11-5FF73F0CC235}"/>
          </ac:spMkLst>
        </pc:spChg>
        <pc:picChg chg="del">
          <ac:chgData name="최원석" userId="ab1b4259-859a-4919-9abf-b77e9f90f024" providerId="ADAL" clId="{168EFA5E-6CC1-461E-9B41-7E1554F83789}" dt="2025-12-01T03:44:18.325" v="63570" actId="478"/>
          <ac:picMkLst>
            <pc:docMk/>
            <pc:sldMk cId="0" sldId="261"/>
            <ac:picMk id="64" creationId="{00000000-0000-0000-0000-000000000000}"/>
          </ac:picMkLst>
        </pc:picChg>
      </pc:sldChg>
      <pc:sldChg chg="add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485097946" sldId="261"/>
        </pc:sldMkLst>
      </pc:sldChg>
      <pc:sldChg chg="delSp modSp add del mod">
        <pc:chgData name="최원석" userId="ab1b4259-859a-4919-9abf-b77e9f90f024" providerId="ADAL" clId="{168EFA5E-6CC1-461E-9B41-7E1554F83789}" dt="2025-12-01T04:28:11.590" v="64250" actId="47"/>
        <pc:sldMkLst>
          <pc:docMk/>
          <pc:sldMk cId="0" sldId="262"/>
        </pc:sldMkLst>
        <pc:spChg chg="del">
          <ac:chgData name="최원석" userId="ab1b4259-859a-4919-9abf-b77e9f90f024" providerId="ADAL" clId="{168EFA5E-6CC1-461E-9B41-7E1554F83789}" dt="2025-12-01T03:44:48.492" v="63578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47.637" v="63577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47.123" v="63576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49.376" v="63579" actId="478"/>
          <ac:spMkLst>
            <pc:docMk/>
            <pc:sldMk cId="0" sldId="262"/>
            <ac:spMk id="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5:01.130" v="63588" actId="1410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4:57.312" v="63585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5:06.457" v="63590" actId="403"/>
          <ac:spMkLst>
            <pc:docMk/>
            <pc:sldMk cId="0" sldId="262"/>
            <ac:spMk id="1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4:43.443" v="63575" actId="14100"/>
          <ac:spMkLst>
            <pc:docMk/>
            <pc:sldMk cId="0" sldId="262"/>
            <ac:spMk id="3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4:43.443" v="63575" actId="14100"/>
          <ac:spMkLst>
            <pc:docMk/>
            <pc:sldMk cId="0" sldId="262"/>
            <ac:spMk id="37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4:43.443" v="63575" actId="14100"/>
          <ac:spMkLst>
            <pc:docMk/>
            <pc:sldMk cId="0" sldId="262"/>
            <ac:spMk id="5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4:43.443" v="63575" actId="14100"/>
          <ac:spMkLst>
            <pc:docMk/>
            <pc:sldMk cId="0" sldId="262"/>
            <ac:spMk id="51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4:43.443" v="63575" actId="14100"/>
          <ac:spMkLst>
            <pc:docMk/>
            <pc:sldMk cId="0" sldId="262"/>
            <ac:spMk id="5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5:09.176" v="63592" actId="403"/>
          <ac:spMkLst>
            <pc:docMk/>
            <pc:sldMk cId="0" sldId="262"/>
            <ac:spMk id="6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5:24.190" v="63595" actId="14100"/>
          <ac:spMkLst>
            <pc:docMk/>
            <pc:sldMk cId="0" sldId="262"/>
            <ac:spMk id="91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5:24.190" v="63595" actId="14100"/>
          <ac:spMkLst>
            <pc:docMk/>
            <pc:sldMk cId="0" sldId="262"/>
            <ac:spMk id="9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5:35.892" v="63600" actId="1076"/>
          <ac:spMkLst>
            <pc:docMk/>
            <pc:sldMk cId="0" sldId="262"/>
            <ac:spMk id="10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5:24.190" v="63595" actId="14100"/>
          <ac:spMkLst>
            <pc:docMk/>
            <pc:sldMk cId="0" sldId="262"/>
            <ac:spMk id="10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5:35.892" v="63600" actId="1076"/>
          <ac:spMkLst>
            <pc:docMk/>
            <pc:sldMk cId="0" sldId="262"/>
            <ac:spMk id="10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5:35.892" v="63600" actId="1076"/>
          <ac:spMkLst>
            <pc:docMk/>
            <pc:sldMk cId="0" sldId="262"/>
            <ac:spMk id="11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5:24.190" v="63595" actId="14100"/>
          <ac:spMkLst>
            <pc:docMk/>
            <pc:sldMk cId="0" sldId="262"/>
            <ac:spMk id="11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5:35.892" v="63600" actId="1076"/>
          <ac:spMkLst>
            <pc:docMk/>
            <pc:sldMk cId="0" sldId="262"/>
            <ac:spMk id="123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31.801" v="63572" actId="478"/>
          <ac:spMkLst>
            <pc:docMk/>
            <pc:sldMk cId="0" sldId="262"/>
            <ac:spMk id="126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31.801" v="63572" actId="478"/>
          <ac:spMkLst>
            <pc:docMk/>
            <pc:sldMk cId="0" sldId="262"/>
            <ac:spMk id="127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31.801" v="63572" actId="478"/>
          <ac:spMkLst>
            <pc:docMk/>
            <pc:sldMk cId="0" sldId="262"/>
            <ac:spMk id="129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31.801" v="63572" actId="478"/>
          <ac:spMkLst>
            <pc:docMk/>
            <pc:sldMk cId="0" sldId="262"/>
            <ac:spMk id="131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31.801" v="63572" actId="478"/>
          <ac:spMkLst>
            <pc:docMk/>
            <pc:sldMk cId="0" sldId="262"/>
            <ac:spMk id="132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31.801" v="63572" actId="478"/>
          <ac:spMkLst>
            <pc:docMk/>
            <pc:sldMk cId="0" sldId="262"/>
            <ac:spMk id="133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44:31.801" v="63572" actId="478"/>
          <ac:spMkLst>
            <pc:docMk/>
            <pc:sldMk cId="0" sldId="262"/>
            <ac:spMk id="134" creationId="{00000000-0000-0000-0000-000000000000}"/>
          </ac:spMkLst>
        </pc:spChg>
        <pc:picChg chg="del">
          <ac:chgData name="최원석" userId="ab1b4259-859a-4919-9abf-b77e9f90f024" providerId="ADAL" clId="{168EFA5E-6CC1-461E-9B41-7E1554F83789}" dt="2025-12-01T03:44:31.801" v="63572" actId="478"/>
          <ac:picMkLst>
            <pc:docMk/>
            <pc:sldMk cId="0" sldId="262"/>
            <ac:picMk id="128" creationId="{00000000-0000-0000-0000-000000000000}"/>
          </ac:picMkLst>
        </pc:picChg>
      </pc:sldChg>
      <pc:sldChg chg="add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1272469431" sldId="262"/>
        </pc:sldMkLst>
      </pc:sldChg>
      <pc:sldChg chg="delSp modSp add del mod">
        <pc:chgData name="최원석" userId="ab1b4259-859a-4919-9abf-b77e9f90f024" providerId="ADAL" clId="{168EFA5E-6CC1-461E-9B41-7E1554F83789}" dt="2025-12-01T04:24:13.785" v="64192" actId="47"/>
        <pc:sldMkLst>
          <pc:docMk/>
          <pc:sldMk cId="0" sldId="263"/>
        </pc:sldMkLst>
        <pc:spChg chg="del">
          <ac:chgData name="최원석" userId="ab1b4259-859a-4919-9abf-b77e9f90f024" providerId="ADAL" clId="{168EFA5E-6CC1-461E-9B41-7E1554F83789}" dt="2025-12-01T03:52:53.485" v="63634" actId="478"/>
          <ac:spMkLst>
            <pc:docMk/>
            <pc:sldMk cId="0" sldId="263"/>
            <ac:spMk id="2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2:52.859" v="63633" actId="478"/>
          <ac:spMkLst>
            <pc:docMk/>
            <pc:sldMk cId="0" sldId="263"/>
            <ac:spMk id="3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2:52.076" v="63632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2:54.638" v="63635" actId="478"/>
          <ac:spMkLst>
            <pc:docMk/>
            <pc:sldMk cId="0" sldId="263"/>
            <ac:spMk id="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3:00.445" v="63640" actId="14100"/>
          <ac:spMkLst>
            <pc:docMk/>
            <pc:sldMk cId="0" sldId="263"/>
            <ac:spMk id="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2:49.503" v="63631" actId="107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2:09.201" v="63625" actId="14100"/>
          <ac:spMkLst>
            <pc:docMk/>
            <pc:sldMk cId="0" sldId="263"/>
            <ac:spMk id="2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2:29.720" v="63629" actId="255"/>
          <ac:spMkLst>
            <pc:docMk/>
            <pc:sldMk cId="0" sldId="263"/>
            <ac:spMk id="34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2:09.201" v="63625" actId="14100"/>
          <ac:spMkLst>
            <pc:docMk/>
            <pc:sldMk cId="0" sldId="263"/>
            <ac:spMk id="3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2:42.019" v="63630" actId="14100"/>
          <ac:spMkLst>
            <pc:docMk/>
            <pc:sldMk cId="0" sldId="263"/>
            <ac:spMk id="4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2:09.201" v="63625" actId="14100"/>
          <ac:spMkLst>
            <pc:docMk/>
            <pc:sldMk cId="0" sldId="263"/>
            <ac:spMk id="4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3:32.952" v="63642" actId="14100"/>
          <ac:spMkLst>
            <pc:docMk/>
            <pc:sldMk cId="0" sldId="263"/>
            <ac:spMk id="47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2:09.201" v="63625" actId="14100"/>
          <ac:spMkLst>
            <pc:docMk/>
            <pc:sldMk cId="0" sldId="263"/>
            <ac:spMk id="51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3:35.098" v="63643" actId="14100"/>
          <ac:spMkLst>
            <pc:docMk/>
            <pc:sldMk cId="0" sldId="263"/>
            <ac:spMk id="53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2:09.201" v="63625" actId="14100"/>
          <ac:spMkLst>
            <pc:docMk/>
            <pc:sldMk cId="0" sldId="263"/>
            <ac:spMk id="64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2:09.201" v="63625" actId="14100"/>
          <ac:spMkLst>
            <pc:docMk/>
            <pc:sldMk cId="0" sldId="263"/>
            <ac:spMk id="6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3:39.543" v="63644" actId="14100"/>
          <ac:spMkLst>
            <pc:docMk/>
            <pc:sldMk cId="0" sldId="263"/>
            <ac:spMk id="6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2:29.720" v="63629" actId="255"/>
          <ac:spMkLst>
            <pc:docMk/>
            <pc:sldMk cId="0" sldId="263"/>
            <ac:spMk id="71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2:09.201" v="63625" actId="14100"/>
          <ac:spMkLst>
            <pc:docMk/>
            <pc:sldMk cId="0" sldId="263"/>
            <ac:spMk id="7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3:42.760" v="63645" actId="14100"/>
          <ac:spMkLst>
            <pc:docMk/>
            <pc:sldMk cId="0" sldId="263"/>
            <ac:spMk id="7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3:42.760" v="63645" actId="14100"/>
          <ac:spMkLst>
            <pc:docMk/>
            <pc:sldMk cId="0" sldId="263"/>
            <ac:spMk id="7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2:09.201" v="63625" actId="14100"/>
          <ac:spMkLst>
            <pc:docMk/>
            <pc:sldMk cId="0" sldId="263"/>
            <ac:spMk id="8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2:42.019" v="63630" actId="14100"/>
          <ac:spMkLst>
            <pc:docMk/>
            <pc:sldMk cId="0" sldId="263"/>
            <ac:spMk id="8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3:51.372" v="63646" actId="14100"/>
          <ac:spMkLst>
            <pc:docMk/>
            <pc:sldMk cId="0" sldId="263"/>
            <ac:spMk id="88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2:19.988" v="63626" actId="478"/>
          <ac:spMkLst>
            <pc:docMk/>
            <pc:sldMk cId="0" sldId="263"/>
            <ac:spMk id="89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2:19.988" v="63626" actId="478"/>
          <ac:spMkLst>
            <pc:docMk/>
            <pc:sldMk cId="0" sldId="263"/>
            <ac:spMk id="90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2:19.988" v="63626" actId="478"/>
          <ac:spMkLst>
            <pc:docMk/>
            <pc:sldMk cId="0" sldId="263"/>
            <ac:spMk id="94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2:19.988" v="63626" actId="478"/>
          <ac:spMkLst>
            <pc:docMk/>
            <pc:sldMk cId="0" sldId="263"/>
            <ac:spMk id="95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2:19.988" v="63626" actId="478"/>
          <ac:spMkLst>
            <pc:docMk/>
            <pc:sldMk cId="0" sldId="263"/>
            <ac:spMk id="96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2:19.988" v="63626" actId="478"/>
          <ac:spMkLst>
            <pc:docMk/>
            <pc:sldMk cId="0" sldId="263"/>
            <ac:spMk id="97" creationId="{00000000-0000-0000-0000-000000000000}"/>
          </ac:spMkLst>
        </pc:spChg>
      </pc:sldChg>
      <pc:sldChg chg="addSp delSp modSp add del mod">
        <pc:chgData name="최원석" userId="ab1b4259-859a-4919-9abf-b77e9f90f024" providerId="ADAL" clId="{168EFA5E-6CC1-461E-9B41-7E1554F83789}" dt="2025-12-01T02:43:34.430" v="63424" actId="47"/>
        <pc:sldMkLst>
          <pc:docMk/>
          <pc:sldMk cId="1345608256" sldId="263"/>
        </pc:sldMkLst>
        <pc:picChg chg="add mod">
          <ac:chgData name="최원석" userId="ab1b4259-859a-4919-9abf-b77e9f90f024" providerId="ADAL" clId="{168EFA5E-6CC1-461E-9B41-7E1554F83789}" dt="2025-11-30T07:30:24.907" v="63375" actId="14100"/>
          <ac:picMkLst>
            <pc:docMk/>
            <pc:sldMk cId="1345608256" sldId="263"/>
            <ac:picMk id="5" creationId="{15C7D3F8-4028-02A0-458D-09B2B0616430}"/>
          </ac:picMkLst>
        </pc:picChg>
      </pc:sldChg>
      <pc:sldChg chg="addSp delSp modSp add del mod">
        <pc:chgData name="최원석" userId="ab1b4259-859a-4919-9abf-b77e9f90f024" providerId="ADAL" clId="{168EFA5E-6CC1-461E-9B41-7E1554F83789}" dt="2025-12-01T04:23:10.119" v="64179" actId="47"/>
        <pc:sldMkLst>
          <pc:docMk/>
          <pc:sldMk cId="0" sldId="264"/>
        </pc:sldMkLst>
        <pc:spChg chg="del">
          <ac:chgData name="최원석" userId="ab1b4259-859a-4919-9abf-b77e9f90f024" providerId="ADAL" clId="{168EFA5E-6CC1-461E-9B41-7E1554F83789}" dt="2025-12-01T03:54:09.210" v="63651" actId="478"/>
          <ac:spMkLst>
            <pc:docMk/>
            <pc:sldMk cId="0" sldId="264"/>
            <ac:spMk id="2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4:07.884" v="63650" actId="478"/>
          <ac:spMkLst>
            <pc:docMk/>
            <pc:sldMk cId="0" sldId="264"/>
            <ac:spMk id="3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4:10.372" v="63652" actId="478"/>
          <ac:spMkLst>
            <pc:docMk/>
            <pc:sldMk cId="0" sldId="264"/>
            <ac:spMk id="4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4:11.959" v="63653" actId="478"/>
          <ac:spMkLst>
            <pc:docMk/>
            <pc:sldMk cId="0" sldId="264"/>
            <ac:spMk id="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4:56.071" v="64096" actId="14100"/>
          <ac:spMkLst>
            <pc:docMk/>
            <pc:sldMk cId="0" sldId="264"/>
            <ac:spMk id="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00.819" v="64100" actId="14100"/>
          <ac:spMkLst>
            <pc:docMk/>
            <pc:sldMk cId="0" sldId="264"/>
            <ac:spMk id="9" creationId="{00000000-0000-0000-0000-000000000000}"/>
          </ac:spMkLst>
        </pc:spChg>
        <pc:spChg chg="add del">
          <ac:chgData name="최원석" userId="ab1b4259-859a-4919-9abf-b77e9f90f024" providerId="ADAL" clId="{168EFA5E-6CC1-461E-9B41-7E1554F83789}" dt="2025-12-01T03:54:54.590" v="63664" actId="478"/>
          <ac:spMkLst>
            <pc:docMk/>
            <pc:sldMk cId="0" sldId="264"/>
            <ac:spMk id="1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50.621" v="63662" actId="107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05.066" v="63649" actId="14100"/>
          <ac:spMkLst>
            <pc:docMk/>
            <pc:sldMk cId="0" sldId="264"/>
            <ac:spMk id="2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05.066" v="63649" actId="14100"/>
          <ac:spMkLst>
            <pc:docMk/>
            <pc:sldMk cId="0" sldId="264"/>
            <ac:spMk id="3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45.853" v="63661" actId="552"/>
          <ac:spMkLst>
            <pc:docMk/>
            <pc:sldMk cId="0" sldId="264"/>
            <ac:spMk id="4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05.066" v="63649" actId="14100"/>
          <ac:spMkLst>
            <pc:docMk/>
            <pc:sldMk cId="0" sldId="264"/>
            <ac:spMk id="4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45.853" v="63661" actId="552"/>
          <ac:spMkLst>
            <pc:docMk/>
            <pc:sldMk cId="0" sldId="264"/>
            <ac:spMk id="4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05.066" v="63649" actId="14100"/>
          <ac:spMkLst>
            <pc:docMk/>
            <pc:sldMk cId="0" sldId="264"/>
            <ac:spMk id="5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45.853" v="63661" actId="552"/>
          <ac:spMkLst>
            <pc:docMk/>
            <pc:sldMk cId="0" sldId="264"/>
            <ac:spMk id="5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05.066" v="63649" actId="14100"/>
          <ac:spMkLst>
            <pc:docMk/>
            <pc:sldMk cId="0" sldId="264"/>
            <ac:spMk id="6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05.066" v="63649" actId="14100"/>
          <ac:spMkLst>
            <pc:docMk/>
            <pc:sldMk cId="0" sldId="264"/>
            <ac:spMk id="6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05.066" v="63649" actId="14100"/>
          <ac:spMkLst>
            <pc:docMk/>
            <pc:sldMk cId="0" sldId="264"/>
            <ac:spMk id="6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45.853" v="63661" actId="552"/>
          <ac:spMkLst>
            <pc:docMk/>
            <pc:sldMk cId="0" sldId="264"/>
            <ac:spMk id="7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45.853" v="63661" actId="552"/>
          <ac:spMkLst>
            <pc:docMk/>
            <pc:sldMk cId="0" sldId="264"/>
            <ac:spMk id="7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45.853" v="63661" actId="552"/>
          <ac:spMkLst>
            <pc:docMk/>
            <pc:sldMk cId="0" sldId="264"/>
            <ac:spMk id="8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4:45.853" v="63661" actId="552"/>
          <ac:spMkLst>
            <pc:docMk/>
            <pc:sldMk cId="0" sldId="264"/>
            <ac:spMk id="96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4:14.223" v="63654" actId="478"/>
          <ac:spMkLst>
            <pc:docMk/>
            <pc:sldMk cId="0" sldId="264"/>
            <ac:spMk id="97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4:14.223" v="63654" actId="478"/>
          <ac:spMkLst>
            <pc:docMk/>
            <pc:sldMk cId="0" sldId="264"/>
            <ac:spMk id="98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4:14.223" v="63654" actId="478"/>
          <ac:spMkLst>
            <pc:docMk/>
            <pc:sldMk cId="0" sldId="264"/>
            <ac:spMk id="100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4:14.223" v="63654" actId="478"/>
          <ac:spMkLst>
            <pc:docMk/>
            <pc:sldMk cId="0" sldId="264"/>
            <ac:spMk id="102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4:14.223" v="63654" actId="478"/>
          <ac:spMkLst>
            <pc:docMk/>
            <pc:sldMk cId="0" sldId="264"/>
            <ac:spMk id="103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4:14.223" v="63654" actId="478"/>
          <ac:spMkLst>
            <pc:docMk/>
            <pc:sldMk cId="0" sldId="264"/>
            <ac:spMk id="104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3:54:14.223" v="63654" actId="478"/>
          <ac:spMkLst>
            <pc:docMk/>
            <pc:sldMk cId="0" sldId="264"/>
            <ac:spMk id="105" creationId="{00000000-0000-0000-0000-000000000000}"/>
          </ac:spMkLst>
        </pc:spChg>
        <pc:picChg chg="del">
          <ac:chgData name="최원석" userId="ab1b4259-859a-4919-9abf-b77e9f90f024" providerId="ADAL" clId="{168EFA5E-6CC1-461E-9B41-7E1554F83789}" dt="2025-12-01T03:54:14.223" v="63654" actId="478"/>
          <ac:picMkLst>
            <pc:docMk/>
            <pc:sldMk cId="0" sldId="264"/>
            <ac:picMk id="99" creationId="{00000000-0000-0000-0000-000000000000}"/>
          </ac:picMkLst>
        </pc:picChg>
      </pc:sldChg>
      <pc:sldChg chg="addSp delSp modSp add del mod">
        <pc:chgData name="최원석" userId="ab1b4259-859a-4919-9abf-b77e9f90f024" providerId="ADAL" clId="{168EFA5E-6CC1-461E-9B41-7E1554F83789}" dt="2025-12-01T02:43:34.430" v="63424" actId="47"/>
        <pc:sldMkLst>
          <pc:docMk/>
          <pc:sldMk cId="2382832241" sldId="264"/>
        </pc:sldMkLst>
      </pc:sldChg>
      <pc:sldChg chg="delSp modSp add del mod">
        <pc:chgData name="최원석" userId="ab1b4259-859a-4919-9abf-b77e9f90f024" providerId="ADAL" clId="{168EFA5E-6CC1-461E-9B41-7E1554F83789}" dt="2025-12-01T04:20:41.430" v="64134" actId="47"/>
        <pc:sldMkLst>
          <pc:docMk/>
          <pc:sldMk cId="0" sldId="265"/>
        </pc:sldMkLst>
        <pc:spChg chg="del mod">
          <ac:chgData name="최원석" userId="ab1b4259-859a-4919-9abf-b77e9f90f024" providerId="ADAL" clId="{168EFA5E-6CC1-461E-9B41-7E1554F83789}" dt="2025-12-01T02:46:12.284" v="63447" actId="478"/>
          <ac:spMkLst>
            <pc:docMk/>
            <pc:sldMk cId="0" sldId="265"/>
            <ac:spMk id="2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2:46:28.958" v="63456" actId="478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최원석" userId="ab1b4259-859a-4919-9abf-b77e9f90f024" providerId="ADAL" clId="{168EFA5E-6CC1-461E-9B41-7E1554F83789}" dt="2025-12-01T02:47:29.323" v="63469" actId="478"/>
          <ac:spMkLst>
            <pc:docMk/>
            <pc:sldMk cId="0" sldId="265"/>
            <ac:spMk id="4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2:46:21.567" v="63453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2:46:21.567" v="63453" actId="478"/>
          <ac:spMkLst>
            <pc:docMk/>
            <pc:sldMk cId="0" sldId="265"/>
            <ac:spMk id="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6:52.166" v="63460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7:45.894" v="63470" actId="20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7:45.894" v="63470" actId="207"/>
          <ac:spMkLst>
            <pc:docMk/>
            <pc:sldMk cId="0" sldId="265"/>
            <ac:spMk id="2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7:45.894" v="63470" actId="20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7:45.894" v="63470" actId="207"/>
          <ac:spMkLst>
            <pc:docMk/>
            <pc:sldMk cId="0" sldId="265"/>
            <ac:spMk id="24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7:45.894" v="63470" actId="207"/>
          <ac:spMkLst>
            <pc:docMk/>
            <pc:sldMk cId="0" sldId="265"/>
            <ac:spMk id="2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7:45.894" v="63470" actId="207"/>
          <ac:spMkLst>
            <pc:docMk/>
            <pc:sldMk cId="0" sldId="265"/>
            <ac:spMk id="2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7:45.894" v="63470" actId="207"/>
          <ac:spMkLst>
            <pc:docMk/>
            <pc:sldMk cId="0" sldId="265"/>
            <ac:spMk id="27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7:45.894" v="63470" actId="207"/>
          <ac:spMkLst>
            <pc:docMk/>
            <pc:sldMk cId="0" sldId="265"/>
            <ac:spMk id="2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7:45.894" v="63470" actId="207"/>
          <ac:spMkLst>
            <pc:docMk/>
            <pc:sldMk cId="0" sldId="265"/>
            <ac:spMk id="2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7:14.300" v="63465" actId="14100"/>
          <ac:spMkLst>
            <pc:docMk/>
            <pc:sldMk cId="0" sldId="265"/>
            <ac:spMk id="3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7:45.894" v="63470" actId="207"/>
          <ac:spMkLst>
            <pc:docMk/>
            <pc:sldMk cId="0" sldId="265"/>
            <ac:spMk id="31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6:52.166" v="63460" actId="1076"/>
          <ac:spMkLst>
            <pc:docMk/>
            <pc:sldMk cId="0" sldId="265"/>
            <ac:spMk id="37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9:53.675" v="63604" actId="207"/>
          <ac:spMkLst>
            <pc:docMk/>
            <pc:sldMk cId="0" sldId="265"/>
            <ac:spMk id="3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6:10.807" v="64114" actId="1076"/>
          <ac:spMkLst>
            <pc:docMk/>
            <pc:sldMk cId="0" sldId="265"/>
            <ac:spMk id="3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59.284" v="64113" actId="20577"/>
          <ac:spMkLst>
            <pc:docMk/>
            <pc:sldMk cId="0" sldId="265"/>
            <ac:spMk id="4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6:42.361" v="64116" actId="1076"/>
          <ac:spMkLst>
            <pc:docMk/>
            <pc:sldMk cId="0" sldId="265"/>
            <ac:spMk id="41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6:10.807" v="64114" actId="1076"/>
          <ac:spMkLst>
            <pc:docMk/>
            <pc:sldMk cId="0" sldId="265"/>
            <ac:spMk id="4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49:53.675" v="63604" actId="207"/>
          <ac:spMkLst>
            <pc:docMk/>
            <pc:sldMk cId="0" sldId="265"/>
            <ac:spMk id="43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4:20:15.906" v="64125" actId="478"/>
          <ac:spMkLst>
            <pc:docMk/>
            <pc:sldMk cId="0" sldId="265"/>
            <ac:spMk id="44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4:20:15.906" v="64125" actId="478"/>
          <ac:spMkLst>
            <pc:docMk/>
            <pc:sldMk cId="0" sldId="265"/>
            <ac:spMk id="45" creationId="{00000000-0000-0000-0000-000000000000}"/>
          </ac:spMkLst>
        </pc:spChg>
      </pc:sldChg>
      <pc:sldChg chg="addSp delSp modSp add del mod">
        <pc:chgData name="최원석" userId="ab1b4259-859a-4919-9abf-b77e9f90f024" providerId="ADAL" clId="{168EFA5E-6CC1-461E-9B41-7E1554F83789}" dt="2025-12-01T02:43:34.430" v="63424" actId="47"/>
        <pc:sldMkLst>
          <pc:docMk/>
          <pc:sldMk cId="1459737934" sldId="265"/>
        </pc:sldMkLst>
      </pc:sldChg>
      <pc:sldChg chg="delSp modSp add del mod">
        <pc:chgData name="최원석" userId="ab1b4259-859a-4919-9abf-b77e9f90f024" providerId="ADAL" clId="{168EFA5E-6CC1-461E-9B41-7E1554F83789}" dt="2025-12-01T04:21:05.081" v="64140" actId="47"/>
        <pc:sldMkLst>
          <pc:docMk/>
          <pc:sldMk cId="0" sldId="266"/>
        </pc:sldMkLst>
        <pc:spChg chg="del">
          <ac:chgData name="최원석" userId="ab1b4259-859a-4919-9abf-b77e9f90f024" providerId="ADAL" clId="{168EFA5E-6CC1-461E-9B41-7E1554F83789}" dt="2025-12-01T02:46:15.858" v="63449" actId="478"/>
          <ac:spMkLst>
            <pc:docMk/>
            <pc:sldMk cId="0" sldId="266"/>
            <ac:spMk id="2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2:46:14.826" v="63448" actId="478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최원석" userId="ab1b4259-859a-4919-9abf-b77e9f90f024" providerId="ADAL" clId="{168EFA5E-6CC1-461E-9B41-7E1554F83789}" dt="2025-12-01T02:47:25.942" v="63467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2:46:19.465" v="63452" actId="478"/>
          <ac:spMkLst>
            <pc:docMk/>
            <pc:sldMk cId="0" sldId="266"/>
            <ac:spMk id="5" creationId="{00000000-0000-0000-0000-000000000000}"/>
          </ac:spMkLst>
        </pc:spChg>
        <pc:spChg chg="del mod">
          <ac:chgData name="최원석" userId="ab1b4259-859a-4919-9abf-b77e9f90f024" providerId="ADAL" clId="{168EFA5E-6CC1-461E-9B41-7E1554F83789}" dt="2025-12-01T02:46:18.180" v="63451" actId="478"/>
          <ac:spMkLst>
            <pc:docMk/>
            <pc:sldMk cId="0" sldId="266"/>
            <ac:spMk id="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6:39.685" v="63458" actId="2711"/>
          <ac:spMkLst>
            <pc:docMk/>
            <pc:sldMk cId="0" sldId="266"/>
            <ac:spMk id="7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8:00.665" v="63471" actId="20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34.250" v="64105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46.059" v="64108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6:39.685" v="63458" actId="2711"/>
          <ac:spMkLst>
            <pc:docMk/>
            <pc:sldMk cId="0" sldId="266"/>
            <ac:spMk id="1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22.413" v="64102" actId="107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26.051" v="64103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29.140" v="64104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8:00.665" v="63471" actId="207"/>
          <ac:spMkLst>
            <pc:docMk/>
            <pc:sldMk cId="0" sldId="266"/>
            <ac:spMk id="1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34.250" v="64105" actId="107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46.059" v="64108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22.413" v="64102" actId="107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26.051" v="64103" actId="107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29.140" v="64104" actId="1076"/>
          <ac:spMkLst>
            <pc:docMk/>
            <pc:sldMk cId="0" sldId="266"/>
            <ac:spMk id="2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6:39.685" v="63458" actId="2711"/>
          <ac:spMkLst>
            <pc:docMk/>
            <pc:sldMk cId="0" sldId="266"/>
            <ac:spMk id="2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34.250" v="64105" actId="1076"/>
          <ac:spMkLst>
            <pc:docMk/>
            <pc:sldMk cId="0" sldId="266"/>
            <ac:spMk id="27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46.059" v="64108" actId="1076"/>
          <ac:spMkLst>
            <pc:docMk/>
            <pc:sldMk cId="0" sldId="266"/>
            <ac:spMk id="2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22.413" v="64102" actId="1076"/>
          <ac:spMkLst>
            <pc:docMk/>
            <pc:sldMk cId="0" sldId="266"/>
            <ac:spMk id="3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40.323" v="64107" actId="1076"/>
          <ac:spMkLst>
            <pc:docMk/>
            <pc:sldMk cId="0" sldId="266"/>
            <ac:spMk id="31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40.323" v="64107" actId="1076"/>
          <ac:spMkLst>
            <pc:docMk/>
            <pc:sldMk cId="0" sldId="266"/>
            <ac:spMk id="32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1:12.555" v="63607"/>
          <ac:spMkLst>
            <pc:docMk/>
            <pc:sldMk cId="0" sldId="266"/>
            <ac:spMk id="33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34.250" v="64105" actId="1076"/>
          <ac:spMkLst>
            <pc:docMk/>
            <pc:sldMk cId="0" sldId="266"/>
            <ac:spMk id="34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46.059" v="64108" actId="1076"/>
          <ac:spMkLst>
            <pc:docMk/>
            <pc:sldMk cId="0" sldId="266"/>
            <ac:spMk id="35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17.859" v="64101" actId="1076"/>
          <ac:spMkLst>
            <pc:docMk/>
            <pc:sldMk cId="0" sldId="266"/>
            <ac:spMk id="36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3:51:18.527" v="63615"/>
          <ac:spMkLst>
            <pc:docMk/>
            <pc:sldMk cId="0" sldId="266"/>
            <ac:spMk id="37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26.051" v="64103" actId="1076"/>
          <ac:spMkLst>
            <pc:docMk/>
            <pc:sldMk cId="0" sldId="266"/>
            <ac:spMk id="38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29.140" v="64104" actId="1076"/>
          <ac:spMkLst>
            <pc:docMk/>
            <pc:sldMk cId="0" sldId="266"/>
            <ac:spMk id="39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34.250" v="64105" actId="1076"/>
          <ac:spMkLst>
            <pc:docMk/>
            <pc:sldMk cId="0" sldId="266"/>
            <ac:spMk id="40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34.250" v="64105" actId="1076"/>
          <ac:spMkLst>
            <pc:docMk/>
            <pc:sldMk cId="0" sldId="266"/>
            <ac:spMk id="43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4:15:34.250" v="64105" actId="1076"/>
          <ac:spMkLst>
            <pc:docMk/>
            <pc:sldMk cId="0" sldId="266"/>
            <ac:spMk id="44" creationId="{00000000-0000-0000-0000-000000000000}"/>
          </ac:spMkLst>
        </pc:spChg>
        <pc:spChg chg="mod">
          <ac:chgData name="최원석" userId="ab1b4259-859a-4919-9abf-b77e9f90f024" providerId="ADAL" clId="{168EFA5E-6CC1-461E-9B41-7E1554F83789}" dt="2025-12-01T02:46:39.685" v="63458" actId="2711"/>
          <ac:spMkLst>
            <pc:docMk/>
            <pc:sldMk cId="0" sldId="266"/>
            <ac:spMk id="45" creationId="{00000000-0000-0000-0000-000000000000}"/>
          </ac:spMkLst>
        </pc:spChg>
        <pc:spChg chg="del">
          <ac:chgData name="최원석" userId="ab1b4259-859a-4919-9abf-b77e9f90f024" providerId="ADAL" clId="{168EFA5E-6CC1-461E-9B41-7E1554F83789}" dt="2025-12-01T02:47:26.967" v="63468" actId="478"/>
          <ac:spMkLst>
            <pc:docMk/>
            <pc:sldMk cId="0" sldId="266"/>
            <ac:spMk id="47" creationId="{00000000-0000-0000-0000-000000000000}"/>
          </ac:spMkLst>
        </pc:spChg>
      </pc:sldChg>
      <pc:sldChg chg="add">
        <pc:chgData name="최원석" userId="ab1b4259-859a-4919-9abf-b77e9f90f024" providerId="ADAL" clId="{168EFA5E-6CC1-461E-9B41-7E1554F83789}" dt="2025-12-01T02:45:55.912" v="63444"/>
        <pc:sldMkLst>
          <pc:docMk/>
          <pc:sldMk cId="1726441338" sldId="267"/>
        </pc:sldMkLst>
      </pc:sldChg>
      <pc:sldChg chg="modSp add mod">
        <pc:chgData name="최원석" userId="ab1b4259-859a-4919-9abf-b77e9f90f024" providerId="ADAL" clId="{168EFA5E-6CC1-461E-9B41-7E1554F83789}" dt="2025-12-01T02:33:04.715" v="63403" actId="20577"/>
        <pc:sldMkLst>
          <pc:docMk/>
          <pc:sldMk cId="4141726753" sldId="2147328380"/>
        </pc:sldMkLst>
        <pc:spChg chg="mod">
          <ac:chgData name="최원석" userId="ab1b4259-859a-4919-9abf-b77e9f90f024" providerId="ADAL" clId="{168EFA5E-6CC1-461E-9B41-7E1554F83789}" dt="2025-12-01T02:33:01.644" v="63401" actId="20577"/>
          <ac:spMkLst>
            <pc:docMk/>
            <pc:sldMk cId="4141726753" sldId="2147328380"/>
            <ac:spMk id="10" creationId="{6AED2831-6F79-4BF8-946F-9FC1E216F8B8}"/>
          </ac:spMkLst>
        </pc:spChg>
        <pc:spChg chg="mod">
          <ac:chgData name="최원석" userId="ab1b4259-859a-4919-9abf-b77e9f90f024" providerId="ADAL" clId="{168EFA5E-6CC1-461E-9B41-7E1554F83789}" dt="2025-12-01T02:33:04.715" v="63403" actId="20577"/>
          <ac:spMkLst>
            <pc:docMk/>
            <pc:sldMk cId="4141726753" sldId="2147328380"/>
            <ac:spMk id="11" creationId="{C013E2AB-0345-4BEA-AE66-D3792A8A05C4}"/>
          </ac:spMkLst>
        </pc:spChg>
      </pc:sldChg>
      <pc:sldChg chg="add ord">
        <pc:chgData name="최원석" userId="ab1b4259-859a-4919-9abf-b77e9f90f024" providerId="ADAL" clId="{168EFA5E-6CC1-461E-9B41-7E1554F83789}" dt="2025-11-18T12:30:12.617" v="54765"/>
        <pc:sldMkLst>
          <pc:docMk/>
          <pc:sldMk cId="4268031725" sldId="2147477955"/>
        </pc:sldMkLst>
      </pc:sldChg>
      <pc:sldChg chg="addSp delSp modSp add del mod ord">
        <pc:chgData name="최원석" userId="ab1b4259-859a-4919-9abf-b77e9f90f024" providerId="ADAL" clId="{168EFA5E-6CC1-461E-9B41-7E1554F83789}" dt="2025-12-01T02:43:26.268" v="63422" actId="47"/>
        <pc:sldMkLst>
          <pc:docMk/>
          <pc:sldMk cId="1773286500" sldId="2147483531"/>
        </pc:sldMkLst>
      </pc:sldChg>
      <pc:sldChg chg="addSp delSp modSp add del mod ord">
        <pc:chgData name="최원석" userId="ab1b4259-859a-4919-9abf-b77e9f90f024" providerId="ADAL" clId="{168EFA5E-6CC1-461E-9B41-7E1554F83789}" dt="2025-12-01T02:43:26.268" v="63422" actId="47"/>
        <pc:sldMkLst>
          <pc:docMk/>
          <pc:sldMk cId="1585778164" sldId="2147483539"/>
        </pc:sldMkLst>
      </pc:sldChg>
      <pc:sldChg chg="addSp delSp modSp add del mod ord">
        <pc:chgData name="최원석" userId="ab1b4259-859a-4919-9abf-b77e9f90f024" providerId="ADAL" clId="{168EFA5E-6CC1-461E-9B41-7E1554F83789}" dt="2025-12-01T02:43:26.268" v="63422" actId="47"/>
        <pc:sldMkLst>
          <pc:docMk/>
          <pc:sldMk cId="147804688" sldId="2147483561"/>
        </pc:sldMkLst>
      </pc:sldChg>
      <pc:sldChg chg="addSp delSp modSp add mod ord">
        <pc:chgData name="최원석" userId="ab1b4259-859a-4919-9abf-b77e9f90f024" providerId="ADAL" clId="{168EFA5E-6CC1-461E-9B41-7E1554F83789}" dt="2025-12-01T03:32:39.048" v="63474" actId="14100"/>
        <pc:sldMkLst>
          <pc:docMk/>
          <pc:sldMk cId="610003869" sldId="2147483601"/>
        </pc:sldMkLst>
        <pc:spChg chg="del mod">
          <ac:chgData name="최원석" userId="ab1b4259-859a-4919-9abf-b77e9f90f024" providerId="ADAL" clId="{168EFA5E-6CC1-461E-9B41-7E1554F83789}" dt="2025-12-01T02:45:34.468" v="63437" actId="478"/>
          <ac:spMkLst>
            <pc:docMk/>
            <pc:sldMk cId="610003869" sldId="2147483601"/>
            <ac:spMk id="2" creationId="{5EF95FDA-0A88-FAC0-F3CB-703E46794BC4}"/>
          </ac:spMkLst>
        </pc:spChg>
        <pc:spChg chg="del mod">
          <ac:chgData name="최원석" userId="ab1b4259-859a-4919-9abf-b77e9f90f024" providerId="ADAL" clId="{168EFA5E-6CC1-461E-9B41-7E1554F83789}" dt="2025-12-01T02:45:33.559" v="63436" actId="478"/>
          <ac:spMkLst>
            <pc:docMk/>
            <pc:sldMk cId="610003869" sldId="2147483601"/>
            <ac:spMk id="3" creationId="{EA5077C9-3F6D-76C8-627E-6C91124BDDC6}"/>
          </ac:spMkLst>
        </pc:spChg>
        <pc:spChg chg="add del mod">
          <ac:chgData name="최원석" userId="ab1b4259-859a-4919-9abf-b77e9f90f024" providerId="ADAL" clId="{168EFA5E-6CC1-461E-9B41-7E1554F83789}" dt="2025-12-01T02:43:12.063" v="63407" actId="478"/>
          <ac:spMkLst>
            <pc:docMk/>
            <pc:sldMk cId="610003869" sldId="2147483601"/>
            <ac:spMk id="5" creationId="{63B58009-6AE0-A829-B839-383A6243CCD6}"/>
          </ac:spMkLst>
        </pc:spChg>
        <pc:spChg chg="add del mod">
          <ac:chgData name="최원석" userId="ab1b4259-859a-4919-9abf-b77e9f90f024" providerId="ADAL" clId="{168EFA5E-6CC1-461E-9B41-7E1554F83789}" dt="2025-12-01T02:45:38.286" v="63439" actId="478"/>
          <ac:spMkLst>
            <pc:docMk/>
            <pc:sldMk cId="610003869" sldId="2147483601"/>
            <ac:spMk id="6" creationId="{8DB4F48A-B5E3-8A54-7EE7-EB8D3EBE94AA}"/>
          </ac:spMkLst>
        </pc:spChg>
        <pc:spChg chg="add mod">
          <ac:chgData name="최원석" userId="ab1b4259-859a-4919-9abf-b77e9f90f024" providerId="ADAL" clId="{168EFA5E-6CC1-461E-9B41-7E1554F83789}" dt="2025-11-30T07:22:52.223" v="63231"/>
          <ac:spMkLst>
            <pc:docMk/>
            <pc:sldMk cId="610003869" sldId="2147483601"/>
            <ac:spMk id="7" creationId="{60C85281-E878-2F40-C59D-06C73159706C}"/>
          </ac:spMkLst>
        </pc:spChg>
        <pc:spChg chg="add mod">
          <ac:chgData name="최원석" userId="ab1b4259-859a-4919-9abf-b77e9f90f024" providerId="ADAL" clId="{168EFA5E-6CC1-461E-9B41-7E1554F83789}" dt="2025-12-01T03:32:39.048" v="63474" actId="14100"/>
          <ac:spMkLst>
            <pc:docMk/>
            <pc:sldMk cId="610003869" sldId="2147483601"/>
            <ac:spMk id="7" creationId="{8396F3B4-19E6-2DBB-845E-E01F10BA8394}"/>
          </ac:spMkLst>
        </pc:spChg>
        <pc:spChg chg="add mod">
          <ac:chgData name="최원석" userId="ab1b4259-859a-4919-9abf-b77e9f90f024" providerId="ADAL" clId="{168EFA5E-6CC1-461E-9B41-7E1554F83789}" dt="2025-11-30T07:22:52.223" v="63231"/>
          <ac:spMkLst>
            <pc:docMk/>
            <pc:sldMk cId="610003869" sldId="2147483601"/>
            <ac:spMk id="8" creationId="{70909779-6875-22D6-3C12-EFF8B01EE719}"/>
          </ac:spMkLst>
        </pc:spChg>
        <pc:spChg chg="add mod">
          <ac:chgData name="최원석" userId="ab1b4259-859a-4919-9abf-b77e9f90f024" providerId="ADAL" clId="{168EFA5E-6CC1-461E-9B41-7E1554F83789}" dt="2025-11-30T07:22:52.223" v="63231"/>
          <ac:spMkLst>
            <pc:docMk/>
            <pc:sldMk cId="610003869" sldId="2147483601"/>
            <ac:spMk id="9" creationId="{1AE1C8ED-C05E-FA15-2E61-3CC897A87F28}"/>
          </ac:spMkLst>
        </pc:spChg>
        <pc:spChg chg="add mod">
          <ac:chgData name="최원석" userId="ab1b4259-859a-4919-9abf-b77e9f90f024" providerId="ADAL" clId="{168EFA5E-6CC1-461E-9B41-7E1554F83789}" dt="2025-12-01T02:45:14.234" v="63425"/>
          <ac:spMkLst>
            <pc:docMk/>
            <pc:sldMk cId="610003869" sldId="2147483601"/>
            <ac:spMk id="9" creationId="{63036BB4-E2DD-0D55-60CB-0DCC7D01501E}"/>
          </ac:spMkLst>
        </pc:spChg>
        <pc:spChg chg="add mod">
          <ac:chgData name="최원석" userId="ab1b4259-859a-4919-9abf-b77e9f90f024" providerId="ADAL" clId="{168EFA5E-6CC1-461E-9B41-7E1554F83789}" dt="2025-11-30T07:22:52.223" v="63231"/>
          <ac:spMkLst>
            <pc:docMk/>
            <pc:sldMk cId="610003869" sldId="2147483601"/>
            <ac:spMk id="10" creationId="{A19B779D-3558-FB7E-7EE7-E162CCAA7D83}"/>
          </ac:spMkLst>
        </pc:spChg>
        <pc:spChg chg="add mod">
          <ac:chgData name="최원석" userId="ab1b4259-859a-4919-9abf-b77e9f90f024" providerId="ADAL" clId="{168EFA5E-6CC1-461E-9B41-7E1554F83789}" dt="2025-12-01T02:45:14.234" v="63425"/>
          <ac:spMkLst>
            <pc:docMk/>
            <pc:sldMk cId="610003869" sldId="2147483601"/>
            <ac:spMk id="11" creationId="{19E270DE-A8E1-1032-09A5-66D6FC0497EB}"/>
          </ac:spMkLst>
        </pc:spChg>
        <pc:spChg chg="add mod">
          <ac:chgData name="최원석" userId="ab1b4259-859a-4919-9abf-b77e9f90f024" providerId="ADAL" clId="{168EFA5E-6CC1-461E-9B41-7E1554F83789}" dt="2025-11-30T07:22:52.223" v="63231"/>
          <ac:spMkLst>
            <pc:docMk/>
            <pc:sldMk cId="610003869" sldId="2147483601"/>
            <ac:spMk id="11" creationId="{6100F325-2588-ACC3-1A56-D8AC77E48B96}"/>
          </ac:spMkLst>
        </pc:spChg>
        <pc:spChg chg="add mod">
          <ac:chgData name="최원석" userId="ab1b4259-859a-4919-9abf-b77e9f90f024" providerId="ADAL" clId="{168EFA5E-6CC1-461E-9B41-7E1554F83789}" dt="2025-11-30T07:22:52.223" v="63231"/>
          <ac:spMkLst>
            <pc:docMk/>
            <pc:sldMk cId="610003869" sldId="2147483601"/>
            <ac:spMk id="12" creationId="{590DB8EE-4A34-D1A4-8382-967E06A3A67F}"/>
          </ac:spMkLst>
        </pc:spChg>
        <pc:spChg chg="add mod">
          <ac:chgData name="최원석" userId="ab1b4259-859a-4919-9abf-b77e9f90f024" providerId="ADAL" clId="{168EFA5E-6CC1-461E-9B41-7E1554F83789}" dt="2025-11-30T07:22:52.223" v="63231"/>
          <ac:spMkLst>
            <pc:docMk/>
            <pc:sldMk cId="610003869" sldId="2147483601"/>
            <ac:spMk id="13" creationId="{9EA43E0E-2452-99D7-FC12-CC7A11AA5B9A}"/>
          </ac:spMkLst>
        </pc:spChg>
        <pc:spChg chg="add mod">
          <ac:chgData name="최원석" userId="ab1b4259-859a-4919-9abf-b77e9f90f024" providerId="ADAL" clId="{168EFA5E-6CC1-461E-9B41-7E1554F83789}" dt="2025-12-01T02:45:14.234" v="63425"/>
          <ac:spMkLst>
            <pc:docMk/>
            <pc:sldMk cId="610003869" sldId="2147483601"/>
            <ac:spMk id="13" creationId="{FF48BD2F-CFD0-2022-C277-E90655022A6B}"/>
          </ac:spMkLst>
        </pc:spChg>
        <pc:spChg chg="add del mod">
          <ac:chgData name="최원석" userId="ab1b4259-859a-4919-9abf-b77e9f90f024" providerId="ADAL" clId="{168EFA5E-6CC1-461E-9B41-7E1554F83789}" dt="2025-12-01T02:43:12.063" v="63407" actId="478"/>
          <ac:spMkLst>
            <pc:docMk/>
            <pc:sldMk cId="610003869" sldId="2147483601"/>
            <ac:spMk id="14" creationId="{822516E2-F2B4-D5EF-2202-A0BA0515FFD5}"/>
          </ac:spMkLst>
        </pc:spChg>
        <pc:spChg chg="add del mod">
          <ac:chgData name="최원석" userId="ab1b4259-859a-4919-9abf-b77e9f90f024" providerId="ADAL" clId="{168EFA5E-6CC1-461E-9B41-7E1554F83789}" dt="2025-12-01T02:43:12.063" v="63407" actId="478"/>
          <ac:spMkLst>
            <pc:docMk/>
            <pc:sldMk cId="610003869" sldId="2147483601"/>
            <ac:spMk id="15" creationId="{A3314090-038A-4FD6-08F8-9A83BC6E1041}"/>
          </ac:spMkLst>
        </pc:spChg>
        <pc:spChg chg="add del mod">
          <ac:chgData name="최원석" userId="ab1b4259-859a-4919-9abf-b77e9f90f024" providerId="ADAL" clId="{168EFA5E-6CC1-461E-9B41-7E1554F83789}" dt="2025-11-30T07:29:24.923" v="63372" actId="478"/>
          <ac:spMkLst>
            <pc:docMk/>
            <pc:sldMk cId="610003869" sldId="2147483601"/>
            <ac:spMk id="16" creationId="{7CDC2DDF-DCC6-B2FE-C31F-53AE86590AB9}"/>
          </ac:spMkLst>
        </pc:spChg>
        <pc:spChg chg="add mod">
          <ac:chgData name="최원석" userId="ab1b4259-859a-4919-9abf-b77e9f90f024" providerId="ADAL" clId="{168EFA5E-6CC1-461E-9B41-7E1554F83789}" dt="2025-12-01T02:45:14.234" v="63425"/>
          <ac:spMkLst>
            <pc:docMk/>
            <pc:sldMk cId="610003869" sldId="2147483601"/>
            <ac:spMk id="17" creationId="{EA53836C-0D6E-AE68-C28E-B9A0B8EF95FC}"/>
          </ac:spMkLst>
        </pc:spChg>
        <pc:spChg chg="add mod">
          <ac:chgData name="최원석" userId="ab1b4259-859a-4919-9abf-b77e9f90f024" providerId="ADAL" clId="{168EFA5E-6CC1-461E-9B41-7E1554F83789}" dt="2025-12-01T02:45:14.234" v="63425"/>
          <ac:spMkLst>
            <pc:docMk/>
            <pc:sldMk cId="610003869" sldId="2147483601"/>
            <ac:spMk id="20" creationId="{476887D5-0460-5FEC-59C3-E3E05FB53413}"/>
          </ac:spMkLst>
        </pc:spChg>
        <pc:spChg chg="add del mod">
          <ac:chgData name="최원석" userId="ab1b4259-859a-4919-9abf-b77e9f90f024" providerId="ADAL" clId="{168EFA5E-6CC1-461E-9B41-7E1554F83789}" dt="2025-12-01T02:45:35.935" v="63438" actId="478"/>
          <ac:spMkLst>
            <pc:docMk/>
            <pc:sldMk cId="610003869" sldId="2147483601"/>
            <ac:spMk id="23" creationId="{376A1512-D580-E5F0-0A1D-2505575727E3}"/>
          </ac:spMkLst>
        </pc:spChg>
        <pc:graphicFrameChg chg="add mod">
          <ac:chgData name="최원석" userId="ab1b4259-859a-4919-9abf-b77e9f90f024" providerId="ADAL" clId="{168EFA5E-6CC1-461E-9B41-7E1554F83789}" dt="2025-11-30T07:22:50.646" v="63229" actId="113"/>
          <ac:graphicFrameMkLst>
            <pc:docMk/>
            <pc:sldMk cId="610003869" sldId="2147483601"/>
            <ac:graphicFrameMk id="6" creationId="{36D724B1-4559-48DC-7B41-E3372FED5EAF}"/>
          </ac:graphicFrameMkLst>
        </pc:graphicFrameChg>
        <pc:picChg chg="add del mod modCrop">
          <ac:chgData name="최원석" userId="ab1b4259-859a-4919-9abf-b77e9f90f024" providerId="ADAL" clId="{168EFA5E-6CC1-461E-9B41-7E1554F83789}" dt="2025-12-01T02:43:10.446" v="63406" actId="478"/>
          <ac:picMkLst>
            <pc:docMk/>
            <pc:sldMk cId="610003869" sldId="2147483601"/>
            <ac:picMk id="4" creationId="{E4381062-46F7-FF99-FB2C-832BC150E8AB}"/>
          </ac:picMkLst>
        </pc:picChg>
        <pc:picChg chg="add mod">
          <ac:chgData name="최원석" userId="ab1b4259-859a-4919-9abf-b77e9f90f024" providerId="ADAL" clId="{168EFA5E-6CC1-461E-9B41-7E1554F83789}" dt="2025-12-01T02:45:14.234" v="63425"/>
          <ac:picMkLst>
            <pc:docMk/>
            <pc:sldMk cId="610003869" sldId="2147483601"/>
            <ac:picMk id="8" creationId="{0AABD977-8BE2-DD06-7DEE-8496419A7495}"/>
          </ac:picMkLst>
        </pc:picChg>
        <pc:picChg chg="add mod">
          <ac:chgData name="최원석" userId="ab1b4259-859a-4919-9abf-b77e9f90f024" providerId="ADAL" clId="{168EFA5E-6CC1-461E-9B41-7E1554F83789}" dt="2025-12-01T02:45:14.234" v="63425"/>
          <ac:picMkLst>
            <pc:docMk/>
            <pc:sldMk cId="610003869" sldId="2147483601"/>
            <ac:picMk id="12" creationId="{41236B1B-2BF7-69F3-6D3C-02052DB73611}"/>
          </ac:picMkLst>
        </pc:picChg>
        <pc:picChg chg="add mod">
          <ac:chgData name="최원석" userId="ab1b4259-859a-4919-9abf-b77e9f90f024" providerId="ADAL" clId="{168EFA5E-6CC1-461E-9B41-7E1554F83789}" dt="2025-12-01T02:45:31.651" v="63435" actId="14100"/>
          <ac:picMkLst>
            <pc:docMk/>
            <pc:sldMk cId="610003869" sldId="2147483601"/>
            <ac:picMk id="19" creationId="{03272C7A-0C58-3A1B-5E4A-AA874D67CE7B}"/>
          </ac:picMkLst>
        </pc:picChg>
        <pc:picChg chg="add mod">
          <ac:chgData name="최원석" userId="ab1b4259-859a-4919-9abf-b77e9f90f024" providerId="ADAL" clId="{168EFA5E-6CC1-461E-9B41-7E1554F83789}" dt="2025-12-01T02:45:29.401" v="63434" actId="571"/>
          <ac:picMkLst>
            <pc:docMk/>
            <pc:sldMk cId="610003869" sldId="2147483601"/>
            <ac:picMk id="21" creationId="{A3440154-8EA7-8505-4A30-CB2ACD645B56}"/>
          </ac:picMkLst>
        </pc:picChg>
      </pc:sldChg>
      <pc:sldChg chg="addSp modSp new mod ord">
        <pc:chgData name="최원석" userId="ab1b4259-859a-4919-9abf-b77e9f90f024" providerId="ADAL" clId="{168EFA5E-6CC1-461E-9B41-7E1554F83789}" dt="2025-12-01T04:11:08.368" v="63939" actId="207"/>
        <pc:sldMkLst>
          <pc:docMk/>
          <pc:sldMk cId="811864466" sldId="2147483602"/>
        </pc:sldMkLst>
        <pc:spChg chg="mod">
          <ac:chgData name="최원석" userId="ab1b4259-859a-4919-9abf-b77e9f90f024" providerId="ADAL" clId="{168EFA5E-6CC1-461E-9B41-7E1554F83789}" dt="2025-12-01T03:58:03.753" v="63703" actId="2711"/>
          <ac:spMkLst>
            <pc:docMk/>
            <pc:sldMk cId="811864466" sldId="2147483602"/>
            <ac:spMk id="2" creationId="{014A94E9-D614-95FD-F447-72EE9BC0F365}"/>
          </ac:spMkLst>
        </pc:spChg>
        <pc:spChg chg="add mod">
          <ac:chgData name="최원석" userId="ab1b4259-859a-4919-9abf-b77e9f90f024" providerId="ADAL" clId="{168EFA5E-6CC1-461E-9B41-7E1554F83789}" dt="2025-12-01T04:10:35.082" v="63935" actId="403"/>
          <ac:spMkLst>
            <pc:docMk/>
            <pc:sldMk cId="811864466" sldId="2147483602"/>
            <ac:spMk id="3" creationId="{5C1B2142-2E54-2DE2-A3CB-D7962F47111D}"/>
          </ac:spMkLst>
        </pc:spChg>
        <pc:spChg chg="mod">
          <ac:chgData name="최원석" userId="ab1b4259-859a-4919-9abf-b77e9f90f024" providerId="ADAL" clId="{168EFA5E-6CC1-461E-9B41-7E1554F83789}" dt="2025-12-01T03:58:03.753" v="63703" actId="2711"/>
          <ac:spMkLst>
            <pc:docMk/>
            <pc:sldMk cId="811864466" sldId="2147483602"/>
            <ac:spMk id="6" creationId="{B671D64B-9F4A-ADF3-D3B8-4B1E70C6BE3C}"/>
          </ac:spMkLst>
        </pc:spChg>
        <pc:spChg chg="mod">
          <ac:chgData name="최원석" userId="ab1b4259-859a-4919-9abf-b77e9f90f024" providerId="ADAL" clId="{168EFA5E-6CC1-461E-9B41-7E1554F83789}" dt="2025-12-01T03:58:03.753" v="63703" actId="2711"/>
          <ac:spMkLst>
            <pc:docMk/>
            <pc:sldMk cId="811864466" sldId="2147483602"/>
            <ac:spMk id="7" creationId="{CB7E919F-E248-638E-5ADC-A65FAFAF8BD8}"/>
          </ac:spMkLst>
        </pc:spChg>
        <pc:spChg chg="mod">
          <ac:chgData name="최원석" userId="ab1b4259-859a-4919-9abf-b77e9f90f024" providerId="ADAL" clId="{168EFA5E-6CC1-461E-9B41-7E1554F83789}" dt="2025-12-01T03:58:03.753" v="63703" actId="2711"/>
          <ac:spMkLst>
            <pc:docMk/>
            <pc:sldMk cId="811864466" sldId="2147483602"/>
            <ac:spMk id="8" creationId="{CFF559CE-FACE-91BA-8E53-C53CAB6D6367}"/>
          </ac:spMkLst>
        </pc:spChg>
        <pc:spChg chg="add mod">
          <ac:chgData name="최원석" userId="ab1b4259-859a-4919-9abf-b77e9f90f024" providerId="ADAL" clId="{168EFA5E-6CC1-461E-9B41-7E1554F83789}" dt="2025-12-01T04:11:08.368" v="63939" actId="207"/>
          <ac:spMkLst>
            <pc:docMk/>
            <pc:sldMk cId="811864466" sldId="2147483602"/>
            <ac:spMk id="9" creationId="{38E024AF-E4F1-279B-1F77-87776B1226EB}"/>
          </ac:spMkLst>
        </pc:spChg>
        <pc:spChg chg="mod">
          <ac:chgData name="최원석" userId="ab1b4259-859a-4919-9abf-b77e9f90f024" providerId="ADAL" clId="{168EFA5E-6CC1-461E-9B41-7E1554F83789}" dt="2025-12-01T03:58:03.753" v="63703" actId="2711"/>
          <ac:spMkLst>
            <pc:docMk/>
            <pc:sldMk cId="811864466" sldId="2147483602"/>
            <ac:spMk id="12" creationId="{5E46A4C7-C5F3-1F25-BAFB-4C34C267C40C}"/>
          </ac:spMkLst>
        </pc:spChg>
        <pc:spChg chg="mod">
          <ac:chgData name="최원석" userId="ab1b4259-859a-4919-9abf-b77e9f90f024" providerId="ADAL" clId="{168EFA5E-6CC1-461E-9B41-7E1554F83789}" dt="2025-12-01T03:58:03.753" v="63703" actId="2711"/>
          <ac:spMkLst>
            <pc:docMk/>
            <pc:sldMk cId="811864466" sldId="2147483602"/>
            <ac:spMk id="13" creationId="{112745DD-E275-633E-936F-9515C502D590}"/>
          </ac:spMkLst>
        </pc:spChg>
        <pc:grpChg chg="add mod">
          <ac:chgData name="최원석" userId="ab1b4259-859a-4919-9abf-b77e9f90f024" providerId="ADAL" clId="{168EFA5E-6CC1-461E-9B41-7E1554F83789}" dt="2025-12-01T03:56:32.688" v="63675" actId="1076"/>
          <ac:grpSpMkLst>
            <pc:docMk/>
            <pc:sldMk cId="811864466" sldId="2147483602"/>
            <ac:grpSpMk id="4" creationId="{DC34CD8E-2B7E-A6DC-26F7-53ABA051A351}"/>
          </ac:grpSpMkLst>
        </pc:grpChg>
        <pc:grpChg chg="add mod">
          <ac:chgData name="최원석" userId="ab1b4259-859a-4919-9abf-b77e9f90f024" providerId="ADAL" clId="{168EFA5E-6CC1-461E-9B41-7E1554F83789}" dt="2025-12-01T03:56:29.343" v="63674" actId="1076"/>
          <ac:grpSpMkLst>
            <pc:docMk/>
            <pc:sldMk cId="811864466" sldId="2147483602"/>
            <ac:grpSpMk id="10" creationId="{1B53E1D0-8A64-A42C-AE98-DBF1C47DB46E}"/>
          </ac:grpSpMkLst>
        </pc:grpChg>
        <pc:picChg chg="mod">
          <ac:chgData name="최원석" userId="ab1b4259-859a-4919-9abf-b77e9f90f024" providerId="ADAL" clId="{168EFA5E-6CC1-461E-9B41-7E1554F83789}" dt="2025-12-01T03:56:12.328" v="63670"/>
          <ac:picMkLst>
            <pc:docMk/>
            <pc:sldMk cId="811864466" sldId="2147483602"/>
            <ac:picMk id="5" creationId="{B7B8E2B7-05C0-6580-8DCF-25AE4AAF8E8D}"/>
          </ac:picMkLst>
        </pc:picChg>
        <pc:picChg chg="mod">
          <ac:chgData name="최원석" userId="ab1b4259-859a-4919-9abf-b77e9f90f024" providerId="ADAL" clId="{168EFA5E-6CC1-461E-9B41-7E1554F83789}" dt="2025-12-01T03:56:25.439" v="63673"/>
          <ac:picMkLst>
            <pc:docMk/>
            <pc:sldMk cId="811864466" sldId="2147483602"/>
            <ac:picMk id="11" creationId="{177E26BC-03C1-7DED-5FC3-EC08DDD6D4C1}"/>
          </ac:picMkLst>
        </pc:picChg>
      </pc:sldChg>
      <pc:sldChg chg="addSp modSp add del mod">
        <pc:chgData name="최원석" userId="ab1b4259-859a-4919-9abf-b77e9f90f024" providerId="ADAL" clId="{168EFA5E-6CC1-461E-9B41-7E1554F83789}" dt="2025-12-01T03:55:03.876" v="63665" actId="47"/>
        <pc:sldMkLst>
          <pc:docMk/>
          <pc:sldMk cId="984042827" sldId="2147483602"/>
        </pc:sldMkLst>
      </pc:sldChg>
      <pc:sldChg chg="addSp delSp modSp add del mod">
        <pc:chgData name="최원석" userId="ab1b4259-859a-4919-9abf-b77e9f90f024" providerId="ADAL" clId="{168EFA5E-6CC1-461E-9B41-7E1554F83789}" dt="2025-12-01T03:55:03.876" v="63665" actId="47"/>
        <pc:sldMkLst>
          <pc:docMk/>
          <pc:sldMk cId="108468073" sldId="2147483603"/>
        </pc:sldMkLst>
      </pc:sldChg>
      <pc:sldChg chg="addSp delSp modSp new mod ord">
        <pc:chgData name="최원석" userId="ab1b4259-859a-4919-9abf-b77e9f90f024" providerId="ADAL" clId="{168EFA5E-6CC1-461E-9B41-7E1554F83789}" dt="2025-12-01T04:14:37.854" v="64094" actId="20577"/>
        <pc:sldMkLst>
          <pc:docMk/>
          <pc:sldMk cId="606032542" sldId="2147483603"/>
        </pc:sldMkLst>
        <pc:spChg chg="mod">
          <ac:chgData name="최원석" userId="ab1b4259-859a-4919-9abf-b77e9f90f024" providerId="ADAL" clId="{168EFA5E-6CC1-461E-9B41-7E1554F83789}" dt="2025-12-01T04:14:37.854" v="64094" actId="20577"/>
          <ac:spMkLst>
            <pc:docMk/>
            <pc:sldMk cId="606032542" sldId="2147483603"/>
            <ac:spMk id="2" creationId="{C65DE2EF-F922-353E-BAAC-225D5B81883D}"/>
          </ac:spMkLst>
        </pc:spChg>
        <pc:spChg chg="mod">
          <ac:chgData name="최원석" userId="ab1b4259-859a-4919-9abf-b77e9f90f024" providerId="ADAL" clId="{168EFA5E-6CC1-461E-9B41-7E1554F83789}" dt="2025-12-01T03:57:50.353" v="63700" actId="2711"/>
          <ac:spMkLst>
            <pc:docMk/>
            <pc:sldMk cId="606032542" sldId="2147483603"/>
            <ac:spMk id="5" creationId="{32E0B8F3-01E0-F363-65E9-FA25BA07C2A6}"/>
          </ac:spMkLst>
        </pc:spChg>
        <pc:spChg chg="mod">
          <ac:chgData name="최원석" userId="ab1b4259-859a-4919-9abf-b77e9f90f024" providerId="ADAL" clId="{168EFA5E-6CC1-461E-9B41-7E1554F83789}" dt="2025-12-01T03:57:50.353" v="63700" actId="2711"/>
          <ac:spMkLst>
            <pc:docMk/>
            <pc:sldMk cId="606032542" sldId="2147483603"/>
            <ac:spMk id="8" creationId="{80100B75-878E-89E1-71A5-14ECB410AF79}"/>
          </ac:spMkLst>
        </pc:spChg>
        <pc:spChg chg="mod">
          <ac:chgData name="최원석" userId="ab1b4259-859a-4919-9abf-b77e9f90f024" providerId="ADAL" clId="{168EFA5E-6CC1-461E-9B41-7E1554F83789}" dt="2025-12-01T03:57:50.353" v="63700" actId="2711"/>
          <ac:spMkLst>
            <pc:docMk/>
            <pc:sldMk cId="606032542" sldId="2147483603"/>
            <ac:spMk id="10" creationId="{081F1A29-FF2E-E503-CFCB-E607F316B796}"/>
          </ac:spMkLst>
        </pc:spChg>
        <pc:spChg chg="add mod">
          <ac:chgData name="최원석" userId="ab1b4259-859a-4919-9abf-b77e9f90f024" providerId="ADAL" clId="{168EFA5E-6CC1-461E-9B41-7E1554F83789}" dt="2025-12-01T03:57:50.353" v="63700" actId="2711"/>
          <ac:spMkLst>
            <pc:docMk/>
            <pc:sldMk cId="606032542" sldId="2147483603"/>
            <ac:spMk id="12" creationId="{8168CA0B-3725-9670-8AF1-DFE1F49A3A53}"/>
          </ac:spMkLst>
        </pc:spChg>
        <pc:spChg chg="add mod">
          <ac:chgData name="최원석" userId="ab1b4259-859a-4919-9abf-b77e9f90f024" providerId="ADAL" clId="{168EFA5E-6CC1-461E-9B41-7E1554F83789}" dt="2025-12-01T03:57:50.353" v="63700" actId="2711"/>
          <ac:spMkLst>
            <pc:docMk/>
            <pc:sldMk cId="606032542" sldId="2147483603"/>
            <ac:spMk id="13" creationId="{7FAE0B6F-F2DF-7C8E-BCE8-56D3BF920685}"/>
          </ac:spMkLst>
        </pc:spChg>
        <pc:spChg chg="add mod">
          <ac:chgData name="최원석" userId="ab1b4259-859a-4919-9abf-b77e9f90f024" providerId="ADAL" clId="{168EFA5E-6CC1-461E-9B41-7E1554F83789}" dt="2025-12-01T03:57:50.353" v="63700" actId="2711"/>
          <ac:spMkLst>
            <pc:docMk/>
            <pc:sldMk cId="606032542" sldId="2147483603"/>
            <ac:spMk id="17" creationId="{4509E8FE-D8D1-5779-A177-B7FEB812F1F7}"/>
          </ac:spMkLst>
        </pc:spChg>
        <pc:spChg chg="mod">
          <ac:chgData name="최원석" userId="ab1b4259-859a-4919-9abf-b77e9f90f024" providerId="ADAL" clId="{168EFA5E-6CC1-461E-9B41-7E1554F83789}" dt="2025-12-01T03:57:35.713" v="63696" actId="2711"/>
          <ac:spMkLst>
            <pc:docMk/>
            <pc:sldMk cId="606032542" sldId="2147483603"/>
            <ac:spMk id="18" creationId="{C7B5459A-CA0C-E3A7-B5D9-197B2366CE10}"/>
          </ac:spMkLst>
        </pc:spChg>
        <pc:spChg chg="add mod">
          <ac:chgData name="최원석" userId="ab1b4259-859a-4919-9abf-b77e9f90f024" providerId="ADAL" clId="{168EFA5E-6CC1-461E-9B41-7E1554F83789}" dt="2025-12-01T03:57:50.353" v="63700" actId="2711"/>
          <ac:spMkLst>
            <pc:docMk/>
            <pc:sldMk cId="606032542" sldId="2147483603"/>
            <ac:spMk id="19" creationId="{44D3194D-4A66-5CC6-A1C1-DB658D369706}"/>
          </ac:spMkLst>
        </pc:spChg>
        <pc:spChg chg="mod">
          <ac:chgData name="최원석" userId="ab1b4259-859a-4919-9abf-b77e9f90f024" providerId="ADAL" clId="{168EFA5E-6CC1-461E-9B41-7E1554F83789}" dt="2025-12-01T03:57:02.900" v="63687"/>
          <ac:spMkLst>
            <pc:docMk/>
            <pc:sldMk cId="606032542" sldId="2147483603"/>
            <ac:spMk id="23" creationId="{074DF3F1-41F5-0A0B-7E88-2BFFF66A98E1}"/>
          </ac:spMkLst>
        </pc:spChg>
        <pc:spChg chg="mod">
          <ac:chgData name="최원석" userId="ab1b4259-859a-4919-9abf-b77e9f90f024" providerId="ADAL" clId="{168EFA5E-6CC1-461E-9B41-7E1554F83789}" dt="2025-12-01T03:57:50.353" v="63700" actId="2711"/>
          <ac:spMkLst>
            <pc:docMk/>
            <pc:sldMk cId="606032542" sldId="2147483603"/>
            <ac:spMk id="24" creationId="{FE94EAFF-815F-99AF-7713-C9F0C7D51936}"/>
          </ac:spMkLst>
        </pc:spChg>
        <pc:spChg chg="add mod">
          <ac:chgData name="최원석" userId="ab1b4259-859a-4919-9abf-b77e9f90f024" providerId="ADAL" clId="{168EFA5E-6CC1-461E-9B41-7E1554F83789}" dt="2025-12-01T03:57:56.567" v="63702" actId="207"/>
          <ac:spMkLst>
            <pc:docMk/>
            <pc:sldMk cId="606032542" sldId="2147483603"/>
            <ac:spMk id="26" creationId="{92F048F0-90C9-AB91-76EA-6DDD88E87CBA}"/>
          </ac:spMkLst>
        </pc:spChg>
        <pc:grpChg chg="mod">
          <ac:chgData name="최원석" userId="ab1b4259-859a-4919-9abf-b77e9f90f024" providerId="ADAL" clId="{168EFA5E-6CC1-461E-9B41-7E1554F83789}" dt="2025-12-01T03:57:07.076" v="63688" actId="1076"/>
          <ac:grpSpMkLst>
            <pc:docMk/>
            <pc:sldMk cId="606032542" sldId="2147483603"/>
            <ac:grpSpMk id="3" creationId="{574FDACD-B735-4878-AA38-FC53287F9395}"/>
          </ac:grpSpMkLst>
        </pc:grpChg>
        <pc:grpChg chg="mod">
          <ac:chgData name="최원석" userId="ab1b4259-859a-4919-9abf-b77e9f90f024" providerId="ADAL" clId="{168EFA5E-6CC1-461E-9B41-7E1554F83789}" dt="2025-12-01T03:57:07.076" v="63688" actId="1076"/>
          <ac:grpSpMkLst>
            <pc:docMk/>
            <pc:sldMk cId="606032542" sldId="2147483603"/>
            <ac:grpSpMk id="14" creationId="{0F6BCAE9-B6C5-F5D7-7A95-4B96382632EE}"/>
          </ac:grpSpMkLst>
        </pc:grpChg>
        <pc:grpChg chg="mod">
          <ac:chgData name="최원석" userId="ab1b4259-859a-4919-9abf-b77e9f90f024" providerId="ADAL" clId="{168EFA5E-6CC1-461E-9B41-7E1554F83789}" dt="2025-12-01T03:57:07.076" v="63688" actId="1076"/>
          <ac:grpSpMkLst>
            <pc:docMk/>
            <pc:sldMk cId="606032542" sldId="2147483603"/>
            <ac:grpSpMk id="21" creationId="{7D959358-C15B-10E8-3D48-562766C4C557}"/>
          </ac:grpSpMkLst>
        </pc:grpChg>
        <pc:picChg chg="del mod">
          <ac:chgData name="최원석" userId="ab1b4259-859a-4919-9abf-b77e9f90f024" providerId="ADAL" clId="{168EFA5E-6CC1-461E-9B41-7E1554F83789}" dt="2025-12-01T03:57:17.664" v="63690" actId="478"/>
          <ac:picMkLst>
            <pc:docMk/>
            <pc:sldMk cId="606032542" sldId="2147483603"/>
            <ac:picMk id="20" creationId="{DC2151F6-4CF6-915F-30A6-AEB9BC71C242}"/>
          </ac:picMkLst>
        </pc:picChg>
        <pc:picChg chg="add mod">
          <ac:chgData name="최원석" userId="ab1b4259-859a-4919-9abf-b77e9f90f024" providerId="ADAL" clId="{168EFA5E-6CC1-461E-9B41-7E1554F83789}" dt="2025-12-01T04:13:10.814" v="63972" actId="1076"/>
          <ac:picMkLst>
            <pc:docMk/>
            <pc:sldMk cId="606032542" sldId="2147483603"/>
            <ac:picMk id="27" creationId="{02F41E4C-F201-10E4-9AEC-DB75C75584A9}"/>
          </ac:picMkLst>
        </pc:picChg>
      </pc:sldChg>
      <pc:sldChg chg="addSp modSp new mod">
        <pc:chgData name="최원석" userId="ab1b4259-859a-4919-9abf-b77e9f90f024" providerId="ADAL" clId="{168EFA5E-6CC1-461E-9B41-7E1554F83789}" dt="2025-12-01T04:13:49.347" v="64033" actId="403"/>
        <pc:sldMkLst>
          <pc:docMk/>
          <pc:sldMk cId="33628350" sldId="2147483604"/>
        </pc:sldMkLst>
        <pc:spChg chg="mod">
          <ac:chgData name="최원석" userId="ab1b4259-859a-4919-9abf-b77e9f90f024" providerId="ADAL" clId="{168EFA5E-6CC1-461E-9B41-7E1554F83789}" dt="2025-12-01T04:13:49.347" v="64033" actId="403"/>
          <ac:spMkLst>
            <pc:docMk/>
            <pc:sldMk cId="33628350" sldId="2147483604"/>
            <ac:spMk id="2" creationId="{47FB939B-371C-56D4-C6DC-89FBB5E0A56A}"/>
          </ac:spMkLst>
        </pc:spChg>
        <pc:spChg chg="add mod">
          <ac:chgData name="최원석" userId="ab1b4259-859a-4919-9abf-b77e9f90f024" providerId="ADAL" clId="{168EFA5E-6CC1-461E-9B41-7E1554F83789}" dt="2025-12-01T03:58:37.766" v="63731" actId="20577"/>
          <ac:spMkLst>
            <pc:docMk/>
            <pc:sldMk cId="33628350" sldId="2147483604"/>
            <ac:spMk id="3" creationId="{EB8E6A9C-8DAD-FA6A-B20C-9F05A99B6196}"/>
          </ac:spMkLst>
        </pc:spChg>
        <pc:spChg chg="add mod">
          <ac:chgData name="최원석" userId="ab1b4259-859a-4919-9abf-b77e9f90f024" providerId="ADAL" clId="{168EFA5E-6CC1-461E-9B41-7E1554F83789}" dt="2025-12-01T03:59:43.596" v="63753" actId="403"/>
          <ac:spMkLst>
            <pc:docMk/>
            <pc:sldMk cId="33628350" sldId="2147483604"/>
            <ac:spMk id="4" creationId="{30F63C52-BF98-F0B0-A70D-EB232C298F51}"/>
          </ac:spMkLst>
        </pc:spChg>
        <pc:spChg chg="add mod">
          <ac:chgData name="최원석" userId="ab1b4259-859a-4919-9abf-b77e9f90f024" providerId="ADAL" clId="{168EFA5E-6CC1-461E-9B41-7E1554F83789}" dt="2025-12-01T03:59:49.566" v="63756" actId="14100"/>
          <ac:spMkLst>
            <pc:docMk/>
            <pc:sldMk cId="33628350" sldId="2147483604"/>
            <ac:spMk id="5" creationId="{B6128316-EA6E-B42E-20AD-1359244E71E4}"/>
          </ac:spMkLst>
        </pc:spChg>
        <pc:spChg chg="mod">
          <ac:chgData name="최원석" userId="ab1b4259-859a-4919-9abf-b77e9f90f024" providerId="ADAL" clId="{168EFA5E-6CC1-461E-9B41-7E1554F83789}" dt="2025-12-01T03:59:07.782" v="63739"/>
          <ac:spMkLst>
            <pc:docMk/>
            <pc:sldMk cId="33628350" sldId="2147483604"/>
            <ac:spMk id="8" creationId="{AA0BB066-160F-CF72-1351-C8C2A76D344C}"/>
          </ac:spMkLst>
        </pc:spChg>
        <pc:spChg chg="mod">
          <ac:chgData name="최원석" userId="ab1b4259-859a-4919-9abf-b77e9f90f024" providerId="ADAL" clId="{168EFA5E-6CC1-461E-9B41-7E1554F83789}" dt="2025-12-01T03:59:07.782" v="63739"/>
          <ac:spMkLst>
            <pc:docMk/>
            <pc:sldMk cId="33628350" sldId="2147483604"/>
            <ac:spMk id="9" creationId="{A105B0C7-816F-012A-74A4-618BAC181177}"/>
          </ac:spMkLst>
        </pc:spChg>
        <pc:spChg chg="mod">
          <ac:chgData name="최원석" userId="ab1b4259-859a-4919-9abf-b77e9f90f024" providerId="ADAL" clId="{168EFA5E-6CC1-461E-9B41-7E1554F83789}" dt="2025-12-01T03:59:07.782" v="63739"/>
          <ac:spMkLst>
            <pc:docMk/>
            <pc:sldMk cId="33628350" sldId="2147483604"/>
            <ac:spMk id="10" creationId="{293A0F56-F810-CFB8-6D1F-51114A2AF656}"/>
          </ac:spMkLst>
        </pc:spChg>
        <pc:grpChg chg="add mod">
          <ac:chgData name="최원석" userId="ab1b4259-859a-4919-9abf-b77e9f90f024" providerId="ADAL" clId="{168EFA5E-6CC1-461E-9B41-7E1554F83789}" dt="2025-12-01T03:59:18.617" v="63744" actId="1076"/>
          <ac:grpSpMkLst>
            <pc:docMk/>
            <pc:sldMk cId="33628350" sldId="2147483604"/>
            <ac:grpSpMk id="6" creationId="{B9B898A0-A483-C9DF-43AC-0AED8D692086}"/>
          </ac:grpSpMkLst>
        </pc:grpChg>
        <pc:picChg chg="mod">
          <ac:chgData name="최원석" userId="ab1b4259-859a-4919-9abf-b77e9f90f024" providerId="ADAL" clId="{168EFA5E-6CC1-461E-9B41-7E1554F83789}" dt="2025-12-01T03:59:07.782" v="63739"/>
          <ac:picMkLst>
            <pc:docMk/>
            <pc:sldMk cId="33628350" sldId="2147483604"/>
            <ac:picMk id="7" creationId="{83E84B0F-E9E5-1DDA-9DF6-1A4F53BA15EE}"/>
          </ac:picMkLst>
        </pc:picChg>
        <pc:picChg chg="add mod">
          <ac:chgData name="최원석" userId="ab1b4259-859a-4919-9abf-b77e9f90f024" providerId="ADAL" clId="{168EFA5E-6CC1-461E-9B41-7E1554F83789}" dt="2025-12-01T04:12:52.497" v="63968" actId="1076"/>
          <ac:picMkLst>
            <pc:docMk/>
            <pc:sldMk cId="33628350" sldId="2147483604"/>
            <ac:picMk id="11" creationId="{3FD3EF08-3532-C8F9-F277-E291EEE2E28A}"/>
          </ac:picMkLst>
        </pc:picChg>
      </pc:sldChg>
      <pc:sldChg chg="addSp modSp new mod">
        <pc:chgData name="최원석" userId="ab1b4259-859a-4919-9abf-b77e9f90f024" providerId="ADAL" clId="{168EFA5E-6CC1-461E-9B41-7E1554F83789}" dt="2025-12-01T04:14:03.312" v="64044" actId="403"/>
        <pc:sldMkLst>
          <pc:docMk/>
          <pc:sldMk cId="3852281527" sldId="2147483605"/>
        </pc:sldMkLst>
        <pc:spChg chg="mod">
          <ac:chgData name="최원석" userId="ab1b4259-859a-4919-9abf-b77e9f90f024" providerId="ADAL" clId="{168EFA5E-6CC1-461E-9B41-7E1554F83789}" dt="2025-12-01T04:14:03.312" v="64044" actId="403"/>
          <ac:spMkLst>
            <pc:docMk/>
            <pc:sldMk cId="3852281527" sldId="2147483605"/>
            <ac:spMk id="2" creationId="{35F49B60-153C-7DEF-E0F7-C7FB7932E64F}"/>
          </ac:spMkLst>
        </pc:spChg>
        <pc:spChg chg="add mod">
          <ac:chgData name="최원석" userId="ab1b4259-859a-4919-9abf-b77e9f90f024" providerId="ADAL" clId="{168EFA5E-6CC1-461E-9B41-7E1554F83789}" dt="2025-12-01T04:00:22.004" v="63766" actId="20577"/>
          <ac:spMkLst>
            <pc:docMk/>
            <pc:sldMk cId="3852281527" sldId="2147483605"/>
            <ac:spMk id="3" creationId="{52A56BB3-3C4A-07EE-4E5C-34A6132B0F2E}"/>
          </ac:spMkLst>
        </pc:spChg>
        <pc:spChg chg="add mod">
          <ac:chgData name="최원석" userId="ab1b4259-859a-4919-9abf-b77e9f90f024" providerId="ADAL" clId="{168EFA5E-6CC1-461E-9B41-7E1554F83789}" dt="2025-12-01T04:01:08.679" v="63782" actId="1076"/>
          <ac:spMkLst>
            <pc:docMk/>
            <pc:sldMk cId="3852281527" sldId="2147483605"/>
            <ac:spMk id="4" creationId="{C03F394B-3B9A-CE3F-597F-D42FA3BB4591}"/>
          </ac:spMkLst>
        </pc:spChg>
        <pc:spChg chg="add mod">
          <ac:chgData name="최원석" userId="ab1b4259-859a-4919-9abf-b77e9f90f024" providerId="ADAL" clId="{168EFA5E-6CC1-461E-9B41-7E1554F83789}" dt="2025-12-01T04:11:30.421" v="63943" actId="1076"/>
          <ac:spMkLst>
            <pc:docMk/>
            <pc:sldMk cId="3852281527" sldId="2147483605"/>
            <ac:spMk id="6" creationId="{14E9E5F2-3189-0278-5A45-8E8BD0362D4B}"/>
          </ac:spMkLst>
        </pc:spChg>
        <pc:spChg chg="mod">
          <ac:chgData name="최원석" userId="ab1b4259-859a-4919-9abf-b77e9f90f024" providerId="ADAL" clId="{168EFA5E-6CC1-461E-9B41-7E1554F83789}" dt="2025-12-01T04:00:58.566" v="63777"/>
          <ac:spMkLst>
            <pc:docMk/>
            <pc:sldMk cId="3852281527" sldId="2147483605"/>
            <ac:spMk id="9" creationId="{D8CDA16E-F174-C8EC-9903-B6C00C914932}"/>
          </ac:spMkLst>
        </pc:spChg>
        <pc:spChg chg="mod">
          <ac:chgData name="최원석" userId="ab1b4259-859a-4919-9abf-b77e9f90f024" providerId="ADAL" clId="{168EFA5E-6CC1-461E-9B41-7E1554F83789}" dt="2025-12-01T04:00:58.566" v="63777"/>
          <ac:spMkLst>
            <pc:docMk/>
            <pc:sldMk cId="3852281527" sldId="2147483605"/>
            <ac:spMk id="10" creationId="{DD0C504C-75DE-BC4F-15C2-B55B68FD1FEB}"/>
          </ac:spMkLst>
        </pc:spChg>
        <pc:grpChg chg="add mod">
          <ac:chgData name="최원석" userId="ab1b4259-859a-4919-9abf-b77e9f90f024" providerId="ADAL" clId="{168EFA5E-6CC1-461E-9B41-7E1554F83789}" dt="2025-12-01T04:01:25.583" v="63791" actId="1076"/>
          <ac:grpSpMkLst>
            <pc:docMk/>
            <pc:sldMk cId="3852281527" sldId="2147483605"/>
            <ac:grpSpMk id="7" creationId="{372771E7-C2E7-B6F9-1E91-A062B62D25EF}"/>
          </ac:grpSpMkLst>
        </pc:grpChg>
        <pc:picChg chg="add mod">
          <ac:chgData name="최원석" userId="ab1b4259-859a-4919-9abf-b77e9f90f024" providerId="ADAL" clId="{168EFA5E-6CC1-461E-9B41-7E1554F83789}" dt="2025-12-01T04:01:09.654" v="63783" actId="1076"/>
          <ac:picMkLst>
            <pc:docMk/>
            <pc:sldMk cId="3852281527" sldId="2147483605"/>
            <ac:picMk id="5" creationId="{0E3CB3DA-3E15-E1A3-1F8B-026461E5284B}"/>
          </ac:picMkLst>
        </pc:picChg>
        <pc:picChg chg="mod">
          <ac:chgData name="최원석" userId="ab1b4259-859a-4919-9abf-b77e9f90f024" providerId="ADAL" clId="{168EFA5E-6CC1-461E-9B41-7E1554F83789}" dt="2025-12-01T04:00:58.566" v="63777"/>
          <ac:picMkLst>
            <pc:docMk/>
            <pc:sldMk cId="3852281527" sldId="2147483605"/>
            <ac:picMk id="8" creationId="{9F606658-D3DE-41D8-5D0C-2CCCDC04C185}"/>
          </ac:picMkLst>
        </pc:picChg>
        <pc:picChg chg="add mod">
          <ac:chgData name="최원석" userId="ab1b4259-859a-4919-9abf-b77e9f90f024" providerId="ADAL" clId="{168EFA5E-6CC1-461E-9B41-7E1554F83789}" dt="2025-12-01T04:12:28.043" v="63958" actId="1076"/>
          <ac:picMkLst>
            <pc:docMk/>
            <pc:sldMk cId="3852281527" sldId="2147483605"/>
            <ac:picMk id="11" creationId="{4CAFDA2D-6B45-F27E-60F9-922756360DD5}"/>
          </ac:picMkLst>
        </pc:picChg>
      </pc:sldChg>
      <pc:sldChg chg="addSp modSp new mod">
        <pc:chgData name="최원석" userId="ab1b4259-859a-4919-9abf-b77e9f90f024" providerId="ADAL" clId="{168EFA5E-6CC1-461E-9B41-7E1554F83789}" dt="2025-12-01T04:14:13.301" v="64059" actId="20577"/>
        <pc:sldMkLst>
          <pc:docMk/>
          <pc:sldMk cId="122609606" sldId="2147483606"/>
        </pc:sldMkLst>
        <pc:spChg chg="mod">
          <ac:chgData name="최원석" userId="ab1b4259-859a-4919-9abf-b77e9f90f024" providerId="ADAL" clId="{168EFA5E-6CC1-461E-9B41-7E1554F83789}" dt="2025-12-01T04:14:13.301" v="64059" actId="20577"/>
          <ac:spMkLst>
            <pc:docMk/>
            <pc:sldMk cId="122609606" sldId="2147483606"/>
            <ac:spMk id="2" creationId="{2B12472B-1D08-3C1F-21BB-0317605B7E15}"/>
          </ac:spMkLst>
        </pc:spChg>
        <pc:spChg chg="add mod">
          <ac:chgData name="최원석" userId="ab1b4259-859a-4919-9abf-b77e9f90f024" providerId="ADAL" clId="{168EFA5E-6CC1-461E-9B41-7E1554F83789}" dt="2025-12-01T04:02:03.507" v="63805" actId="20577"/>
          <ac:spMkLst>
            <pc:docMk/>
            <pc:sldMk cId="122609606" sldId="2147483606"/>
            <ac:spMk id="3" creationId="{710D5486-C42C-B0A4-AC43-9CB1EF923289}"/>
          </ac:spMkLst>
        </pc:spChg>
        <pc:spChg chg="add mod">
          <ac:chgData name="최원석" userId="ab1b4259-859a-4919-9abf-b77e9f90f024" providerId="ADAL" clId="{168EFA5E-6CC1-461E-9B41-7E1554F83789}" dt="2025-12-01T04:02:16.861" v="63807" actId="113"/>
          <ac:spMkLst>
            <pc:docMk/>
            <pc:sldMk cId="122609606" sldId="2147483606"/>
            <ac:spMk id="4" creationId="{93EC9363-D672-367D-638B-0AC8103D136D}"/>
          </ac:spMkLst>
        </pc:spChg>
        <pc:spChg chg="add mod">
          <ac:chgData name="최원석" userId="ab1b4259-859a-4919-9abf-b77e9f90f024" providerId="ADAL" clId="{168EFA5E-6CC1-461E-9B41-7E1554F83789}" dt="2025-12-01T04:11:35.193" v="63944" actId="207"/>
          <ac:spMkLst>
            <pc:docMk/>
            <pc:sldMk cId="122609606" sldId="2147483606"/>
            <ac:spMk id="7" creationId="{60B995EC-7132-A781-0EAF-FAB81A305041}"/>
          </ac:spMkLst>
        </pc:spChg>
        <pc:picChg chg="add mod">
          <ac:chgData name="최원석" userId="ab1b4259-859a-4919-9abf-b77e9f90f024" providerId="ADAL" clId="{168EFA5E-6CC1-461E-9B41-7E1554F83789}" dt="2025-12-01T04:02:24.937" v="63809" actId="1076"/>
          <ac:picMkLst>
            <pc:docMk/>
            <pc:sldMk cId="122609606" sldId="2147483606"/>
            <ac:picMk id="5" creationId="{5FCCA403-8279-48E4-3759-8865F340DE2D}"/>
          </ac:picMkLst>
        </pc:picChg>
        <pc:picChg chg="add mod">
          <ac:chgData name="최원석" userId="ab1b4259-859a-4919-9abf-b77e9f90f024" providerId="ADAL" clId="{168EFA5E-6CC1-461E-9B41-7E1554F83789}" dt="2025-12-01T04:12:12.819" v="63954" actId="1076"/>
          <ac:picMkLst>
            <pc:docMk/>
            <pc:sldMk cId="122609606" sldId="2147483606"/>
            <ac:picMk id="8" creationId="{44EFCF91-17CD-7BCE-F8A2-035831106B1A}"/>
          </ac:picMkLst>
        </pc:picChg>
      </pc:sldChg>
      <pc:sldChg chg="modSp new del mod ord">
        <pc:chgData name="최원석" userId="ab1b4259-859a-4919-9abf-b77e9f90f024" providerId="ADAL" clId="{168EFA5E-6CC1-461E-9B41-7E1554F83789}" dt="2025-12-01T02:33:07.888" v="63404" actId="47"/>
        <pc:sldMkLst>
          <pc:docMk/>
          <pc:sldMk cId="967442266" sldId="2147483607"/>
        </pc:sldMkLst>
      </pc:sldChg>
      <pc:sldChg chg="addSp delSp modSp new mod">
        <pc:chgData name="최원석" userId="ab1b4259-859a-4919-9abf-b77e9f90f024" providerId="ADAL" clId="{168EFA5E-6CC1-461E-9B41-7E1554F83789}" dt="2025-12-01T04:14:25.685" v="64080" actId="20577"/>
        <pc:sldMkLst>
          <pc:docMk/>
          <pc:sldMk cId="1809756879" sldId="2147483607"/>
        </pc:sldMkLst>
        <pc:spChg chg="mod">
          <ac:chgData name="최원석" userId="ab1b4259-859a-4919-9abf-b77e9f90f024" providerId="ADAL" clId="{168EFA5E-6CC1-461E-9B41-7E1554F83789}" dt="2025-12-01T04:14:25.685" v="64080" actId="20577"/>
          <ac:spMkLst>
            <pc:docMk/>
            <pc:sldMk cId="1809756879" sldId="2147483607"/>
            <ac:spMk id="2" creationId="{1DD2BBC7-965C-DCBC-9FA3-52A760FA7871}"/>
          </ac:spMkLst>
        </pc:spChg>
        <pc:spChg chg="add mod">
          <ac:chgData name="최원석" userId="ab1b4259-859a-4919-9abf-b77e9f90f024" providerId="ADAL" clId="{168EFA5E-6CC1-461E-9B41-7E1554F83789}" dt="2025-12-01T04:03:13.484" v="63833" actId="20577"/>
          <ac:spMkLst>
            <pc:docMk/>
            <pc:sldMk cId="1809756879" sldId="2147483607"/>
            <ac:spMk id="3" creationId="{F5207D01-9799-2675-BCF8-AF32C460C94A}"/>
          </ac:spMkLst>
        </pc:spChg>
        <pc:spChg chg="add del mod">
          <ac:chgData name="최원석" userId="ab1b4259-859a-4919-9abf-b77e9f90f024" providerId="ADAL" clId="{168EFA5E-6CC1-461E-9B41-7E1554F83789}" dt="2025-12-01T04:08:17.256" v="63908" actId="478"/>
          <ac:spMkLst>
            <pc:docMk/>
            <pc:sldMk cId="1809756879" sldId="2147483607"/>
            <ac:spMk id="5" creationId="{4ABE2B30-C704-339A-E7C3-22598DE89878}"/>
          </ac:spMkLst>
        </pc:spChg>
        <pc:spChg chg="add del mod">
          <ac:chgData name="최원석" userId="ab1b4259-859a-4919-9abf-b77e9f90f024" providerId="ADAL" clId="{168EFA5E-6CC1-461E-9B41-7E1554F83789}" dt="2025-12-01T04:08:17.256" v="63908" actId="478"/>
          <ac:spMkLst>
            <pc:docMk/>
            <pc:sldMk cId="1809756879" sldId="2147483607"/>
            <ac:spMk id="6" creationId="{77ACEA6D-CC5B-1911-0DB2-3EC49BF08FBD}"/>
          </ac:spMkLst>
        </pc:spChg>
        <pc:spChg chg="add del mod">
          <ac:chgData name="최원석" userId="ab1b4259-859a-4919-9abf-b77e9f90f024" providerId="ADAL" clId="{168EFA5E-6CC1-461E-9B41-7E1554F83789}" dt="2025-12-01T04:08:17.256" v="63908" actId="478"/>
          <ac:spMkLst>
            <pc:docMk/>
            <pc:sldMk cId="1809756879" sldId="2147483607"/>
            <ac:spMk id="8" creationId="{6E6AE524-2B3C-6200-1EDC-8068D815EEF2}"/>
          </ac:spMkLst>
        </pc:spChg>
        <pc:spChg chg="add del mod">
          <ac:chgData name="최원석" userId="ab1b4259-859a-4919-9abf-b77e9f90f024" providerId="ADAL" clId="{168EFA5E-6CC1-461E-9B41-7E1554F83789}" dt="2025-12-01T04:08:17.256" v="63908" actId="478"/>
          <ac:spMkLst>
            <pc:docMk/>
            <pc:sldMk cId="1809756879" sldId="2147483607"/>
            <ac:spMk id="10" creationId="{158C0B8C-3107-08EE-4156-B9DA42092813}"/>
          </ac:spMkLst>
        </pc:spChg>
        <pc:spChg chg="add del mod">
          <ac:chgData name="최원석" userId="ab1b4259-859a-4919-9abf-b77e9f90f024" providerId="ADAL" clId="{168EFA5E-6CC1-461E-9B41-7E1554F83789}" dt="2025-12-01T04:08:17.256" v="63908" actId="478"/>
          <ac:spMkLst>
            <pc:docMk/>
            <pc:sldMk cId="1809756879" sldId="2147483607"/>
            <ac:spMk id="12" creationId="{5955F62C-15A0-0407-2635-A18D86ADBBE5}"/>
          </ac:spMkLst>
        </pc:spChg>
        <pc:spChg chg="add mod">
          <ac:chgData name="최원석" userId="ab1b4259-859a-4919-9abf-b77e9f90f024" providerId="ADAL" clId="{168EFA5E-6CC1-461E-9B41-7E1554F83789}" dt="2025-12-01T04:10:16.188" v="63933" actId="1076"/>
          <ac:spMkLst>
            <pc:docMk/>
            <pc:sldMk cId="1809756879" sldId="2147483607"/>
            <ac:spMk id="13" creationId="{5F3DFC9A-12F9-554F-13B2-3E9F552888CC}"/>
          </ac:spMkLst>
        </pc:spChg>
        <pc:picChg chg="add mod">
          <ac:chgData name="최원석" userId="ab1b4259-859a-4919-9abf-b77e9f90f024" providerId="ADAL" clId="{168EFA5E-6CC1-461E-9B41-7E1554F83789}" dt="2025-12-01T04:08:28.144" v="63911" actId="14100"/>
          <ac:picMkLst>
            <pc:docMk/>
            <pc:sldMk cId="1809756879" sldId="2147483607"/>
            <ac:picMk id="4" creationId="{BE2A7EED-AF15-DD30-9261-6313804CA8CE}"/>
          </ac:picMkLst>
        </pc:picChg>
        <pc:picChg chg="add del mod">
          <ac:chgData name="최원석" userId="ab1b4259-859a-4919-9abf-b77e9f90f024" providerId="ADAL" clId="{168EFA5E-6CC1-461E-9B41-7E1554F83789}" dt="2025-12-01T04:08:17.256" v="63908" actId="478"/>
          <ac:picMkLst>
            <pc:docMk/>
            <pc:sldMk cId="1809756879" sldId="2147483607"/>
            <ac:picMk id="7" creationId="{FE71E585-D3A5-B3FB-2F26-C430CCD33022}"/>
          </ac:picMkLst>
        </pc:picChg>
        <pc:picChg chg="add del mod">
          <ac:chgData name="최원석" userId="ab1b4259-859a-4919-9abf-b77e9f90f024" providerId="ADAL" clId="{168EFA5E-6CC1-461E-9B41-7E1554F83789}" dt="2025-12-01T04:08:17.256" v="63908" actId="478"/>
          <ac:picMkLst>
            <pc:docMk/>
            <pc:sldMk cId="1809756879" sldId="2147483607"/>
            <ac:picMk id="9" creationId="{08C1AC91-7655-1F0D-5585-22F130C00C66}"/>
          </ac:picMkLst>
        </pc:picChg>
        <pc:picChg chg="add del mod">
          <ac:chgData name="최원석" userId="ab1b4259-859a-4919-9abf-b77e9f90f024" providerId="ADAL" clId="{168EFA5E-6CC1-461E-9B41-7E1554F83789}" dt="2025-12-01T04:08:17.256" v="63908" actId="478"/>
          <ac:picMkLst>
            <pc:docMk/>
            <pc:sldMk cId="1809756879" sldId="2147483607"/>
            <ac:picMk id="11" creationId="{5F61479B-567A-675A-EC73-174C11587D8A}"/>
          </ac:picMkLst>
        </pc:picChg>
        <pc:picChg chg="add mod">
          <ac:chgData name="최원석" userId="ab1b4259-859a-4919-9abf-b77e9f90f024" providerId="ADAL" clId="{168EFA5E-6CC1-461E-9B41-7E1554F83789}" dt="2025-12-01T04:11:55.473" v="63948" actId="1076"/>
          <ac:picMkLst>
            <pc:docMk/>
            <pc:sldMk cId="1809756879" sldId="2147483607"/>
            <ac:picMk id="14" creationId="{D0E56A8A-9956-48E3-423C-1C4AD1329714}"/>
          </ac:picMkLst>
        </pc:picChg>
      </pc:sldChg>
      <pc:sldChg chg="new del">
        <pc:chgData name="최원석" userId="ab1b4259-859a-4919-9abf-b77e9f90f024" providerId="ADAL" clId="{168EFA5E-6CC1-461E-9B41-7E1554F83789}" dt="2025-12-01T04:06:43.839" v="63904" actId="47"/>
        <pc:sldMkLst>
          <pc:docMk/>
          <pc:sldMk cId="2454583338" sldId="2147483608"/>
        </pc:sldMkLst>
      </pc:sldChg>
      <pc:sldChg chg="addSp delSp modSp add del mod ord">
        <pc:chgData name="최원석" userId="ab1b4259-859a-4919-9abf-b77e9f90f024" providerId="ADAL" clId="{168EFA5E-6CC1-461E-9B41-7E1554F83789}" dt="2025-12-01T02:43:26.268" v="63422" actId="47"/>
        <pc:sldMkLst>
          <pc:docMk/>
          <pc:sldMk cId="2692066755" sldId="2147483608"/>
        </pc:sldMkLst>
      </pc:sldChg>
      <pc:sldChg chg="addSp delSp modSp add del mod ord">
        <pc:chgData name="최원석" userId="ab1b4259-859a-4919-9abf-b77e9f90f024" providerId="ADAL" clId="{168EFA5E-6CC1-461E-9B41-7E1554F83789}" dt="2025-12-01T02:43:34.430" v="63424" actId="47"/>
        <pc:sldMkLst>
          <pc:docMk/>
          <pc:sldMk cId="684273335" sldId="2147483609"/>
        </pc:sldMkLst>
      </pc:sldChg>
      <pc:sldChg chg="addSp delSp modSp new del mod">
        <pc:chgData name="최원석" userId="ab1b4259-859a-4919-9abf-b77e9f90f024" providerId="ADAL" clId="{168EFA5E-6CC1-461E-9B41-7E1554F83789}" dt="2025-12-01T04:06:36.812" v="63903" actId="47"/>
        <pc:sldMkLst>
          <pc:docMk/>
          <pc:sldMk cId="2411321425" sldId="2147483609"/>
        </pc:sldMkLst>
        <pc:spChg chg="mod">
          <ac:chgData name="최원석" userId="ab1b4259-859a-4919-9abf-b77e9f90f024" providerId="ADAL" clId="{168EFA5E-6CC1-461E-9B41-7E1554F83789}" dt="2025-12-01T04:05:03.602" v="63884" actId="20577"/>
          <ac:spMkLst>
            <pc:docMk/>
            <pc:sldMk cId="2411321425" sldId="2147483609"/>
            <ac:spMk id="2" creationId="{C4C287FC-A0FB-0CD9-0ED5-D482ADF1A882}"/>
          </ac:spMkLst>
        </pc:spChg>
        <pc:spChg chg="add del mod">
          <ac:chgData name="최원석" userId="ab1b4259-859a-4919-9abf-b77e9f90f024" providerId="ADAL" clId="{168EFA5E-6CC1-461E-9B41-7E1554F83789}" dt="2025-12-01T04:05:14.983" v="63886" actId="478"/>
          <ac:spMkLst>
            <pc:docMk/>
            <pc:sldMk cId="2411321425" sldId="2147483609"/>
            <ac:spMk id="3" creationId="{7BA4A534-0E10-6909-C219-D52E9A15E3F9}"/>
          </ac:spMkLst>
        </pc:spChg>
        <pc:spChg chg="add del mod">
          <ac:chgData name="최원석" userId="ab1b4259-859a-4919-9abf-b77e9f90f024" providerId="ADAL" clId="{168EFA5E-6CC1-461E-9B41-7E1554F83789}" dt="2025-12-01T04:05:14.983" v="63886" actId="478"/>
          <ac:spMkLst>
            <pc:docMk/>
            <pc:sldMk cId="2411321425" sldId="2147483609"/>
            <ac:spMk id="7" creationId="{C4E37B4F-889C-E770-0D81-D65E4DD04658}"/>
          </ac:spMkLst>
        </pc:spChg>
        <pc:spChg chg="add del mod">
          <ac:chgData name="최원석" userId="ab1b4259-859a-4919-9abf-b77e9f90f024" providerId="ADAL" clId="{168EFA5E-6CC1-461E-9B41-7E1554F83789}" dt="2025-12-01T04:05:14.983" v="63886" actId="478"/>
          <ac:spMkLst>
            <pc:docMk/>
            <pc:sldMk cId="2411321425" sldId="2147483609"/>
            <ac:spMk id="8" creationId="{6F798C34-F975-EC0A-71B7-1B0C77F15EB3}"/>
          </ac:spMkLst>
        </pc:spChg>
        <pc:spChg chg="add del mod">
          <ac:chgData name="최원석" userId="ab1b4259-859a-4919-9abf-b77e9f90f024" providerId="ADAL" clId="{168EFA5E-6CC1-461E-9B41-7E1554F83789}" dt="2025-12-01T04:05:14.983" v="63886" actId="478"/>
          <ac:spMkLst>
            <pc:docMk/>
            <pc:sldMk cId="2411321425" sldId="2147483609"/>
            <ac:spMk id="9" creationId="{60FC96DF-F8FE-8023-94BD-3F2BC89A3F7B}"/>
          </ac:spMkLst>
        </pc:spChg>
        <pc:spChg chg="add del mod">
          <ac:chgData name="최원석" userId="ab1b4259-859a-4919-9abf-b77e9f90f024" providerId="ADAL" clId="{168EFA5E-6CC1-461E-9B41-7E1554F83789}" dt="2025-12-01T04:05:14.983" v="63886" actId="478"/>
          <ac:spMkLst>
            <pc:docMk/>
            <pc:sldMk cId="2411321425" sldId="2147483609"/>
            <ac:spMk id="11" creationId="{138F95C5-4BE3-8FF7-C27B-23BF5948707A}"/>
          </ac:spMkLst>
        </pc:spChg>
        <pc:spChg chg="add del mod">
          <ac:chgData name="최원석" userId="ab1b4259-859a-4919-9abf-b77e9f90f024" providerId="ADAL" clId="{168EFA5E-6CC1-461E-9B41-7E1554F83789}" dt="2025-12-01T04:05:14.983" v="63886" actId="478"/>
          <ac:spMkLst>
            <pc:docMk/>
            <pc:sldMk cId="2411321425" sldId="2147483609"/>
            <ac:spMk id="14" creationId="{A2C730A4-F029-8AC5-B45F-EEEB02CE53BD}"/>
          </ac:spMkLst>
        </pc:spChg>
        <pc:spChg chg="add del mod">
          <ac:chgData name="최원석" userId="ab1b4259-859a-4919-9abf-b77e9f90f024" providerId="ADAL" clId="{168EFA5E-6CC1-461E-9B41-7E1554F83789}" dt="2025-12-01T04:05:14.983" v="63886" actId="478"/>
          <ac:spMkLst>
            <pc:docMk/>
            <pc:sldMk cId="2411321425" sldId="2147483609"/>
            <ac:spMk id="16" creationId="{70C00232-9B8B-3B32-786A-4CB48A2841C4}"/>
          </ac:spMkLst>
        </pc:spChg>
        <pc:spChg chg="add del mod">
          <ac:chgData name="최원석" userId="ab1b4259-859a-4919-9abf-b77e9f90f024" providerId="ADAL" clId="{168EFA5E-6CC1-461E-9B41-7E1554F83789}" dt="2025-12-01T04:05:14.983" v="63886" actId="478"/>
          <ac:spMkLst>
            <pc:docMk/>
            <pc:sldMk cId="2411321425" sldId="2147483609"/>
            <ac:spMk id="18" creationId="{B6E31DE9-48BD-E674-BC68-73A2EE90F3D3}"/>
          </ac:spMkLst>
        </pc:spChg>
        <pc:spChg chg="add del mod">
          <ac:chgData name="최원석" userId="ab1b4259-859a-4919-9abf-b77e9f90f024" providerId="ADAL" clId="{168EFA5E-6CC1-461E-9B41-7E1554F83789}" dt="2025-12-01T04:05:14.983" v="63886" actId="478"/>
          <ac:spMkLst>
            <pc:docMk/>
            <pc:sldMk cId="2411321425" sldId="2147483609"/>
            <ac:spMk id="19" creationId="{D95FE45E-6BBF-1538-CFFF-E5CF478DAF96}"/>
          </ac:spMkLst>
        </pc:spChg>
        <pc:spChg chg="add del mod">
          <ac:chgData name="최원석" userId="ab1b4259-859a-4919-9abf-b77e9f90f024" providerId="ADAL" clId="{168EFA5E-6CC1-461E-9B41-7E1554F83789}" dt="2025-12-01T04:05:14.983" v="63886" actId="478"/>
          <ac:spMkLst>
            <pc:docMk/>
            <pc:sldMk cId="2411321425" sldId="2147483609"/>
            <ac:spMk id="21" creationId="{26D46C7F-D7FA-60E9-31BD-540954D27904}"/>
          </ac:spMkLst>
        </pc:spChg>
        <pc:spChg chg="add mod">
          <ac:chgData name="최원석" userId="ab1b4259-859a-4919-9abf-b77e9f90f024" providerId="ADAL" clId="{168EFA5E-6CC1-461E-9B41-7E1554F83789}" dt="2025-12-01T04:05:19.261" v="63887"/>
          <ac:spMkLst>
            <pc:docMk/>
            <pc:sldMk cId="2411321425" sldId="2147483609"/>
            <ac:spMk id="22" creationId="{36F24B10-A267-4934-B5FF-F92411825C26}"/>
          </ac:spMkLst>
        </pc:spChg>
        <pc:spChg chg="add mod">
          <ac:chgData name="최원석" userId="ab1b4259-859a-4919-9abf-b77e9f90f024" providerId="ADAL" clId="{168EFA5E-6CC1-461E-9B41-7E1554F83789}" dt="2025-12-01T04:05:19.261" v="63887"/>
          <ac:spMkLst>
            <pc:docMk/>
            <pc:sldMk cId="2411321425" sldId="2147483609"/>
            <ac:spMk id="26" creationId="{F0581AC2-E8C2-DE18-DD4D-079DC7346428}"/>
          </ac:spMkLst>
        </pc:spChg>
        <pc:spChg chg="add mod">
          <ac:chgData name="최원석" userId="ab1b4259-859a-4919-9abf-b77e9f90f024" providerId="ADAL" clId="{168EFA5E-6CC1-461E-9B41-7E1554F83789}" dt="2025-12-01T04:05:19.261" v="63887"/>
          <ac:spMkLst>
            <pc:docMk/>
            <pc:sldMk cId="2411321425" sldId="2147483609"/>
            <ac:spMk id="27" creationId="{8AAA75E7-2C49-7689-7E8A-CE5F2878B068}"/>
          </ac:spMkLst>
        </pc:spChg>
        <pc:spChg chg="add mod">
          <ac:chgData name="최원석" userId="ab1b4259-859a-4919-9abf-b77e9f90f024" providerId="ADAL" clId="{168EFA5E-6CC1-461E-9B41-7E1554F83789}" dt="2025-12-01T04:05:19.261" v="63887"/>
          <ac:spMkLst>
            <pc:docMk/>
            <pc:sldMk cId="2411321425" sldId="2147483609"/>
            <ac:spMk id="31" creationId="{753DCAE2-DDB1-A53A-D891-DCF75E4DC603}"/>
          </ac:spMkLst>
        </pc:spChg>
        <pc:spChg chg="add mod">
          <ac:chgData name="최원석" userId="ab1b4259-859a-4919-9abf-b77e9f90f024" providerId="ADAL" clId="{168EFA5E-6CC1-461E-9B41-7E1554F83789}" dt="2025-12-01T04:05:19.261" v="63887"/>
          <ac:spMkLst>
            <pc:docMk/>
            <pc:sldMk cId="2411321425" sldId="2147483609"/>
            <ac:spMk id="32" creationId="{FD179228-BBD2-5178-CECA-83BC253D9620}"/>
          </ac:spMkLst>
        </pc:spChg>
        <pc:spChg chg="add mod">
          <ac:chgData name="최원석" userId="ab1b4259-859a-4919-9abf-b77e9f90f024" providerId="ADAL" clId="{168EFA5E-6CC1-461E-9B41-7E1554F83789}" dt="2025-12-01T04:05:19.261" v="63887"/>
          <ac:spMkLst>
            <pc:docMk/>
            <pc:sldMk cId="2411321425" sldId="2147483609"/>
            <ac:spMk id="33" creationId="{C48B94E1-9028-15F8-C3C0-A8EBD4915A2E}"/>
          </ac:spMkLst>
        </pc:spChg>
        <pc:spChg chg="add mod">
          <ac:chgData name="최원석" userId="ab1b4259-859a-4919-9abf-b77e9f90f024" providerId="ADAL" clId="{168EFA5E-6CC1-461E-9B41-7E1554F83789}" dt="2025-12-01T04:05:19.261" v="63887"/>
          <ac:spMkLst>
            <pc:docMk/>
            <pc:sldMk cId="2411321425" sldId="2147483609"/>
            <ac:spMk id="34" creationId="{3179F22B-6FF1-8FD6-3BBD-2A554A997C4C}"/>
          </ac:spMkLst>
        </pc:spChg>
        <pc:spChg chg="add mod">
          <ac:chgData name="최원석" userId="ab1b4259-859a-4919-9abf-b77e9f90f024" providerId="ADAL" clId="{168EFA5E-6CC1-461E-9B41-7E1554F83789}" dt="2025-12-01T04:05:19.261" v="63887"/>
          <ac:spMkLst>
            <pc:docMk/>
            <pc:sldMk cId="2411321425" sldId="2147483609"/>
            <ac:spMk id="35" creationId="{BEE4EBFE-D678-ECCC-7791-F5AA3634A62B}"/>
          </ac:spMkLst>
        </pc:spChg>
        <pc:spChg chg="add mod">
          <ac:chgData name="최원석" userId="ab1b4259-859a-4919-9abf-b77e9f90f024" providerId="ADAL" clId="{168EFA5E-6CC1-461E-9B41-7E1554F83789}" dt="2025-12-01T04:05:19.261" v="63887"/>
          <ac:spMkLst>
            <pc:docMk/>
            <pc:sldMk cId="2411321425" sldId="2147483609"/>
            <ac:spMk id="38" creationId="{1C2CB447-CB63-5567-B496-22C092800833}"/>
          </ac:spMkLst>
        </pc:spChg>
        <pc:spChg chg="add mod">
          <ac:chgData name="최원석" userId="ab1b4259-859a-4919-9abf-b77e9f90f024" providerId="ADAL" clId="{168EFA5E-6CC1-461E-9B41-7E1554F83789}" dt="2025-12-01T04:05:19.261" v="63887"/>
          <ac:spMkLst>
            <pc:docMk/>
            <pc:sldMk cId="2411321425" sldId="2147483609"/>
            <ac:spMk id="39" creationId="{F5B496D1-B7AD-82B7-73AF-D69044EBA562}"/>
          </ac:spMkLst>
        </pc:spChg>
        <pc:spChg chg="add mod">
          <ac:chgData name="최원석" userId="ab1b4259-859a-4919-9abf-b77e9f90f024" providerId="ADAL" clId="{168EFA5E-6CC1-461E-9B41-7E1554F83789}" dt="2025-12-01T04:06:18.150" v="63898" actId="1076"/>
          <ac:spMkLst>
            <pc:docMk/>
            <pc:sldMk cId="2411321425" sldId="2147483609"/>
            <ac:spMk id="41" creationId="{6B9EF4A1-FE1D-CDB2-FC70-DC4F373B55D6}"/>
          </ac:spMkLst>
        </pc:spChg>
        <pc:spChg chg="add mod">
          <ac:chgData name="최원석" userId="ab1b4259-859a-4919-9abf-b77e9f90f024" providerId="ADAL" clId="{168EFA5E-6CC1-461E-9B41-7E1554F83789}" dt="2025-12-01T04:06:18.150" v="63898" actId="1076"/>
          <ac:spMkLst>
            <pc:docMk/>
            <pc:sldMk cId="2411321425" sldId="2147483609"/>
            <ac:spMk id="42" creationId="{F23CECF0-1DD4-528F-28BB-9DD91C342A02}"/>
          </ac:spMkLst>
        </pc:spChg>
        <pc:spChg chg="add mod">
          <ac:chgData name="최원석" userId="ab1b4259-859a-4919-9abf-b77e9f90f024" providerId="ADAL" clId="{168EFA5E-6CC1-461E-9B41-7E1554F83789}" dt="2025-12-01T04:06:18.150" v="63898" actId="1076"/>
          <ac:spMkLst>
            <pc:docMk/>
            <pc:sldMk cId="2411321425" sldId="2147483609"/>
            <ac:spMk id="43" creationId="{62B7FE7D-5EC4-47A5-806A-E976168B0FE6}"/>
          </ac:spMkLst>
        </pc:spChg>
        <pc:spChg chg="mod">
          <ac:chgData name="최원석" userId="ab1b4259-859a-4919-9abf-b77e9f90f024" providerId="ADAL" clId="{168EFA5E-6CC1-461E-9B41-7E1554F83789}" dt="2025-12-01T04:06:00.058" v="63895" actId="208"/>
          <ac:spMkLst>
            <pc:docMk/>
            <pc:sldMk cId="2411321425" sldId="2147483609"/>
            <ac:spMk id="44" creationId="{CCD61877-80D4-E6CF-E92C-B52D6851328C}"/>
          </ac:spMkLst>
        </pc:spChg>
        <pc:spChg chg="add mod">
          <ac:chgData name="최원석" userId="ab1b4259-859a-4919-9abf-b77e9f90f024" providerId="ADAL" clId="{168EFA5E-6CC1-461E-9B41-7E1554F83789}" dt="2025-12-01T04:06:18.150" v="63898" actId="1076"/>
          <ac:spMkLst>
            <pc:docMk/>
            <pc:sldMk cId="2411321425" sldId="2147483609"/>
            <ac:spMk id="46" creationId="{BAD08A95-1A22-CCC0-7FA2-2E1FE7A2F24C}"/>
          </ac:spMkLst>
        </pc:spChg>
        <pc:spChg chg="add mod">
          <ac:chgData name="최원석" userId="ab1b4259-859a-4919-9abf-b77e9f90f024" providerId="ADAL" clId="{168EFA5E-6CC1-461E-9B41-7E1554F83789}" dt="2025-12-01T04:06:18.150" v="63898" actId="1076"/>
          <ac:spMkLst>
            <pc:docMk/>
            <pc:sldMk cId="2411321425" sldId="2147483609"/>
            <ac:spMk id="48" creationId="{7368F22F-FC14-A67B-3EF9-FAF5234F8A26}"/>
          </ac:spMkLst>
        </pc:spChg>
        <pc:spChg chg="add mod">
          <ac:chgData name="최원석" userId="ab1b4259-859a-4919-9abf-b77e9f90f024" providerId="ADAL" clId="{168EFA5E-6CC1-461E-9B41-7E1554F83789}" dt="2025-12-01T04:06:18.150" v="63898" actId="1076"/>
          <ac:spMkLst>
            <pc:docMk/>
            <pc:sldMk cId="2411321425" sldId="2147483609"/>
            <ac:spMk id="49" creationId="{0807B78D-9334-5848-0B68-735EC7EA2B67}"/>
          </ac:spMkLst>
        </pc:spChg>
        <pc:spChg chg="add mod">
          <ac:chgData name="최원석" userId="ab1b4259-859a-4919-9abf-b77e9f90f024" providerId="ADAL" clId="{168EFA5E-6CC1-461E-9B41-7E1554F83789}" dt="2025-12-01T04:06:18.150" v="63898" actId="1076"/>
          <ac:spMkLst>
            <pc:docMk/>
            <pc:sldMk cId="2411321425" sldId="2147483609"/>
            <ac:spMk id="53" creationId="{3D81CBA4-23B0-D2D2-E348-9C32DEFF95B8}"/>
          </ac:spMkLst>
        </pc:spChg>
        <pc:spChg chg="add mod">
          <ac:chgData name="최원석" userId="ab1b4259-859a-4919-9abf-b77e9f90f024" providerId="ADAL" clId="{168EFA5E-6CC1-461E-9B41-7E1554F83789}" dt="2025-12-01T04:06:18.150" v="63898" actId="1076"/>
          <ac:spMkLst>
            <pc:docMk/>
            <pc:sldMk cId="2411321425" sldId="2147483609"/>
            <ac:spMk id="54" creationId="{47E8567D-F2E9-92CB-DDDD-BDA27798C22E}"/>
          </ac:spMkLst>
        </pc:spChg>
        <pc:spChg chg="add mod">
          <ac:chgData name="최원석" userId="ab1b4259-859a-4919-9abf-b77e9f90f024" providerId="ADAL" clId="{168EFA5E-6CC1-461E-9B41-7E1554F83789}" dt="2025-12-01T04:06:18.150" v="63898" actId="1076"/>
          <ac:spMkLst>
            <pc:docMk/>
            <pc:sldMk cId="2411321425" sldId="2147483609"/>
            <ac:spMk id="57" creationId="{73AB3B5B-95AC-FA5F-AA68-985D42DC285F}"/>
          </ac:spMkLst>
        </pc:spChg>
        <pc:spChg chg="add mod">
          <ac:chgData name="최원석" userId="ab1b4259-859a-4919-9abf-b77e9f90f024" providerId="ADAL" clId="{168EFA5E-6CC1-461E-9B41-7E1554F83789}" dt="2025-12-01T04:06:18.150" v="63898" actId="1076"/>
          <ac:spMkLst>
            <pc:docMk/>
            <pc:sldMk cId="2411321425" sldId="2147483609"/>
            <ac:spMk id="59" creationId="{E65BA16C-35C0-F537-CF88-B1D377EA238F}"/>
          </ac:spMkLst>
        </pc:spChg>
        <pc:spChg chg="add mod">
          <ac:chgData name="최원석" userId="ab1b4259-859a-4919-9abf-b77e9f90f024" providerId="ADAL" clId="{168EFA5E-6CC1-461E-9B41-7E1554F83789}" dt="2025-12-01T04:06:00.058" v="63895" actId="208"/>
          <ac:spMkLst>
            <pc:docMk/>
            <pc:sldMk cId="2411321425" sldId="2147483609"/>
            <ac:spMk id="60" creationId="{EB88F4C4-6E29-1071-186C-5B4CCC5EF9E2}"/>
          </ac:spMkLst>
        </pc:spChg>
        <pc:spChg chg="add mod">
          <ac:chgData name="최원석" userId="ab1b4259-859a-4919-9abf-b77e9f90f024" providerId="ADAL" clId="{168EFA5E-6CC1-461E-9B41-7E1554F83789}" dt="2025-12-01T04:06:31.596" v="63902" actId="1076"/>
          <ac:spMkLst>
            <pc:docMk/>
            <pc:sldMk cId="2411321425" sldId="2147483609"/>
            <ac:spMk id="61" creationId="{AF38EEAD-D5BA-A422-28B0-0E1F7CEADA7C}"/>
          </ac:spMkLst>
        </pc:spChg>
        <pc:spChg chg="add mod">
          <ac:chgData name="최원석" userId="ab1b4259-859a-4919-9abf-b77e9f90f024" providerId="ADAL" clId="{168EFA5E-6CC1-461E-9B41-7E1554F83789}" dt="2025-12-01T04:06:12.602" v="63897" actId="1076"/>
          <ac:spMkLst>
            <pc:docMk/>
            <pc:sldMk cId="2411321425" sldId="2147483609"/>
            <ac:spMk id="62" creationId="{BFD5ECC0-3EBF-20ED-4EAC-B6831588049C}"/>
          </ac:spMkLst>
        </pc:spChg>
        <pc:spChg chg="add mod">
          <ac:chgData name="최원석" userId="ab1b4259-859a-4919-9abf-b77e9f90f024" providerId="ADAL" clId="{168EFA5E-6CC1-461E-9B41-7E1554F83789}" dt="2025-12-01T04:06:12.602" v="63897" actId="1076"/>
          <ac:spMkLst>
            <pc:docMk/>
            <pc:sldMk cId="2411321425" sldId="2147483609"/>
            <ac:spMk id="63" creationId="{C90A4B7E-685E-D587-F0BA-211FB254B484}"/>
          </ac:spMkLst>
        </pc:spChg>
        <pc:spChg chg="add mod">
          <ac:chgData name="최원석" userId="ab1b4259-859a-4919-9abf-b77e9f90f024" providerId="ADAL" clId="{168EFA5E-6CC1-461E-9B41-7E1554F83789}" dt="2025-12-01T04:06:12.602" v="63897" actId="1076"/>
          <ac:spMkLst>
            <pc:docMk/>
            <pc:sldMk cId="2411321425" sldId="2147483609"/>
            <ac:spMk id="64" creationId="{3137726B-4476-9687-37AF-9C514D1DD2E1}"/>
          </ac:spMkLst>
        </pc:spChg>
        <pc:spChg chg="add mod">
          <ac:chgData name="최원석" userId="ab1b4259-859a-4919-9abf-b77e9f90f024" providerId="ADAL" clId="{168EFA5E-6CC1-461E-9B41-7E1554F83789}" dt="2025-12-01T04:06:12.602" v="63897" actId="1076"/>
          <ac:spMkLst>
            <pc:docMk/>
            <pc:sldMk cId="2411321425" sldId="2147483609"/>
            <ac:spMk id="65" creationId="{B47817C7-B515-70E6-7948-CE59A042BF5C}"/>
          </ac:spMkLst>
        </pc:spChg>
        <pc:spChg chg="add mod">
          <ac:chgData name="최원석" userId="ab1b4259-859a-4919-9abf-b77e9f90f024" providerId="ADAL" clId="{168EFA5E-6CC1-461E-9B41-7E1554F83789}" dt="2025-12-01T04:06:12.602" v="63897" actId="1076"/>
          <ac:spMkLst>
            <pc:docMk/>
            <pc:sldMk cId="2411321425" sldId="2147483609"/>
            <ac:spMk id="66" creationId="{2C48ED2D-6F46-09B6-5E3B-64AE35651017}"/>
          </ac:spMkLst>
        </pc:spChg>
        <pc:spChg chg="add mod">
          <ac:chgData name="최원석" userId="ab1b4259-859a-4919-9abf-b77e9f90f024" providerId="ADAL" clId="{168EFA5E-6CC1-461E-9B41-7E1554F83789}" dt="2025-12-01T04:06:12.602" v="63897" actId="1076"/>
          <ac:spMkLst>
            <pc:docMk/>
            <pc:sldMk cId="2411321425" sldId="2147483609"/>
            <ac:spMk id="67" creationId="{ACC1C2A9-89A8-F795-CA0F-3EB9F6FD4C0C}"/>
          </ac:spMkLst>
        </pc:spChg>
      </pc:sldChg>
      <pc:sldChg chg="addSp delSp modSp add mod">
        <pc:chgData name="최원석" userId="ab1b4259-859a-4919-9abf-b77e9f90f024" providerId="ADAL" clId="{168EFA5E-6CC1-461E-9B41-7E1554F83789}" dt="2025-12-01T04:20:35.547" v="64133" actId="1076"/>
        <pc:sldMkLst>
          <pc:docMk/>
          <pc:sldMk cId="2765646781" sldId="2147483609"/>
        </pc:sldMkLst>
        <pc:spChg chg="del">
          <ac:chgData name="최원석" userId="ab1b4259-859a-4919-9abf-b77e9f90f024" providerId="ADAL" clId="{168EFA5E-6CC1-461E-9B41-7E1554F83789}" dt="2025-12-01T04:20:07.333" v="64123" actId="478"/>
          <ac:spMkLst>
            <pc:docMk/>
            <pc:sldMk cId="2765646781" sldId="2147483609"/>
            <ac:spMk id="2" creationId="{B9F3491C-D067-37A6-40F5-D594B47D616C}"/>
          </ac:spMkLst>
        </pc:spChg>
        <pc:spChg chg="del">
          <ac:chgData name="최원석" userId="ab1b4259-859a-4919-9abf-b77e9f90f024" providerId="ADAL" clId="{168EFA5E-6CC1-461E-9B41-7E1554F83789}" dt="2025-12-01T04:20:06.398" v="64122" actId="478"/>
          <ac:spMkLst>
            <pc:docMk/>
            <pc:sldMk cId="2765646781" sldId="2147483609"/>
            <ac:spMk id="12" creationId="{9E479A5A-03AD-638D-8D96-A3A4417B5379}"/>
          </ac:spMkLst>
        </pc:spChg>
        <pc:spChg chg="del">
          <ac:chgData name="최원석" userId="ab1b4259-859a-4919-9abf-b77e9f90f024" providerId="ADAL" clId="{168EFA5E-6CC1-461E-9B41-7E1554F83789}" dt="2025-12-01T04:20:06.398" v="64122" actId="478"/>
          <ac:spMkLst>
            <pc:docMk/>
            <pc:sldMk cId="2765646781" sldId="2147483609"/>
            <ac:spMk id="13" creationId="{4D037C61-D9C1-73EE-0E28-43C385B1E6B7}"/>
          </ac:spMkLst>
        </pc:spChg>
        <pc:spChg chg="del">
          <ac:chgData name="최원석" userId="ab1b4259-859a-4919-9abf-b77e9f90f024" providerId="ADAL" clId="{168EFA5E-6CC1-461E-9B41-7E1554F83789}" dt="2025-12-01T04:20:06.398" v="64122" actId="478"/>
          <ac:spMkLst>
            <pc:docMk/>
            <pc:sldMk cId="2765646781" sldId="2147483609"/>
            <ac:spMk id="17" creationId="{E815688E-9E6C-D78B-D8C5-0920226B10DE}"/>
          </ac:spMkLst>
        </pc:spChg>
        <pc:spChg chg="del">
          <ac:chgData name="최원석" userId="ab1b4259-859a-4919-9abf-b77e9f90f024" providerId="ADAL" clId="{168EFA5E-6CC1-461E-9B41-7E1554F83789}" dt="2025-12-01T04:20:06.398" v="64122" actId="478"/>
          <ac:spMkLst>
            <pc:docMk/>
            <pc:sldMk cId="2765646781" sldId="2147483609"/>
            <ac:spMk id="18" creationId="{CD219C54-4EBE-9356-924F-BDF0DF2E4B04}"/>
          </ac:spMkLst>
        </pc:spChg>
        <pc:spChg chg="del">
          <ac:chgData name="최원석" userId="ab1b4259-859a-4919-9abf-b77e9f90f024" providerId="ADAL" clId="{168EFA5E-6CC1-461E-9B41-7E1554F83789}" dt="2025-12-01T04:20:08.519" v="64124" actId="478"/>
          <ac:spMkLst>
            <pc:docMk/>
            <pc:sldMk cId="2765646781" sldId="2147483609"/>
            <ac:spMk id="19" creationId="{9865C685-A5ED-695B-FFE6-8096DBE75F2B}"/>
          </ac:spMkLst>
        </pc:spChg>
        <pc:spChg chg="del">
          <ac:chgData name="최원석" userId="ab1b4259-859a-4919-9abf-b77e9f90f024" providerId="ADAL" clId="{168EFA5E-6CC1-461E-9B41-7E1554F83789}" dt="2025-12-01T04:20:06.398" v="64122" actId="478"/>
          <ac:spMkLst>
            <pc:docMk/>
            <pc:sldMk cId="2765646781" sldId="2147483609"/>
            <ac:spMk id="26" creationId="{E124D242-A436-79FB-56AD-E7B715F66978}"/>
          </ac:spMkLst>
        </pc:spChg>
        <pc:spChg chg="add mod">
          <ac:chgData name="최원석" userId="ab1b4259-859a-4919-9abf-b77e9f90f024" providerId="ADAL" clId="{168EFA5E-6CC1-461E-9B41-7E1554F83789}" dt="2025-12-01T04:20:28.595" v="64131" actId="404"/>
          <ac:spMkLst>
            <pc:docMk/>
            <pc:sldMk cId="2765646781" sldId="2147483609"/>
            <ac:spMk id="28" creationId="{7F5C0370-F8DF-C59C-DB99-4272FF3F2A44}"/>
          </ac:spMkLst>
        </pc:spChg>
        <pc:spChg chg="del">
          <ac:chgData name="최원석" userId="ab1b4259-859a-4919-9abf-b77e9f90f024" providerId="ADAL" clId="{168EFA5E-6CC1-461E-9B41-7E1554F83789}" dt="2025-12-01T04:20:31.985" v="64132" actId="478"/>
          <ac:spMkLst>
            <pc:docMk/>
            <pc:sldMk cId="2765646781" sldId="2147483609"/>
            <ac:spMk id="29" creationId="{BE61DADA-374B-A223-0C40-55067CCD6DBE}"/>
          </ac:spMkLst>
        </pc:spChg>
        <pc:spChg chg="add mod">
          <ac:chgData name="최원석" userId="ab1b4259-859a-4919-9abf-b77e9f90f024" providerId="ADAL" clId="{168EFA5E-6CC1-461E-9B41-7E1554F83789}" dt="2025-12-01T04:20:35.547" v="64133" actId="1076"/>
          <ac:spMkLst>
            <pc:docMk/>
            <pc:sldMk cId="2765646781" sldId="2147483609"/>
            <ac:spMk id="31" creationId="{0FFE7580-8DED-C8C3-0F0C-DF79EC9BF577}"/>
          </ac:spMkLst>
        </pc:spChg>
        <pc:spChg chg="add mod">
          <ac:chgData name="최원석" userId="ab1b4259-859a-4919-9abf-b77e9f90f024" providerId="ADAL" clId="{168EFA5E-6CC1-461E-9B41-7E1554F83789}" dt="2025-12-01T04:20:35.547" v="64133" actId="1076"/>
          <ac:spMkLst>
            <pc:docMk/>
            <pc:sldMk cId="2765646781" sldId="2147483609"/>
            <ac:spMk id="34" creationId="{C32070A9-8E35-0C41-2CE5-06675776DAED}"/>
          </ac:spMkLst>
        </pc:spChg>
        <pc:spChg chg="add mod">
          <ac:chgData name="최원석" userId="ab1b4259-859a-4919-9abf-b77e9f90f024" providerId="ADAL" clId="{168EFA5E-6CC1-461E-9B41-7E1554F83789}" dt="2025-12-01T04:20:35.547" v="64133" actId="1076"/>
          <ac:spMkLst>
            <pc:docMk/>
            <pc:sldMk cId="2765646781" sldId="2147483609"/>
            <ac:spMk id="41" creationId="{E2D51434-9023-8466-A79D-6D9E878B5CC0}"/>
          </ac:spMkLst>
        </pc:spChg>
        <pc:spChg chg="add mod">
          <ac:chgData name="최원석" userId="ab1b4259-859a-4919-9abf-b77e9f90f024" providerId="ADAL" clId="{168EFA5E-6CC1-461E-9B41-7E1554F83789}" dt="2025-12-01T04:20:35.547" v="64133" actId="1076"/>
          <ac:spMkLst>
            <pc:docMk/>
            <pc:sldMk cId="2765646781" sldId="2147483609"/>
            <ac:spMk id="53" creationId="{13FC9F53-8D4D-34E3-E116-282E0C24D106}"/>
          </ac:spMkLst>
        </pc:spChg>
        <pc:spChg chg="add mod">
          <ac:chgData name="최원석" userId="ab1b4259-859a-4919-9abf-b77e9f90f024" providerId="ADAL" clId="{168EFA5E-6CC1-461E-9B41-7E1554F83789}" dt="2025-12-01T04:20:35.547" v="64133" actId="1076"/>
          <ac:spMkLst>
            <pc:docMk/>
            <pc:sldMk cId="2765646781" sldId="2147483609"/>
            <ac:spMk id="54" creationId="{523AF071-ABEC-48AA-8155-3416665A6ADA}"/>
          </ac:spMkLst>
        </pc:spChg>
        <pc:spChg chg="add mod">
          <ac:chgData name="최원석" userId="ab1b4259-859a-4919-9abf-b77e9f90f024" providerId="ADAL" clId="{168EFA5E-6CC1-461E-9B41-7E1554F83789}" dt="2025-12-01T04:20:35.547" v="64133" actId="1076"/>
          <ac:spMkLst>
            <pc:docMk/>
            <pc:sldMk cId="2765646781" sldId="2147483609"/>
            <ac:spMk id="60" creationId="{C1CCFE8D-CFA9-5A17-3ACE-B256CAE5A970}"/>
          </ac:spMkLst>
        </pc:spChg>
        <pc:spChg chg="add mod">
          <ac:chgData name="최원석" userId="ab1b4259-859a-4919-9abf-b77e9f90f024" providerId="ADAL" clId="{168EFA5E-6CC1-461E-9B41-7E1554F83789}" dt="2025-12-01T04:20:35.547" v="64133" actId="1076"/>
          <ac:spMkLst>
            <pc:docMk/>
            <pc:sldMk cId="2765646781" sldId="2147483609"/>
            <ac:spMk id="61" creationId="{87C4EE81-D6B9-CBB9-DFD1-CF0520B691EE}"/>
          </ac:spMkLst>
        </pc:spChg>
        <pc:spChg chg="add mod">
          <ac:chgData name="최원석" userId="ab1b4259-859a-4919-9abf-b77e9f90f024" providerId="ADAL" clId="{168EFA5E-6CC1-461E-9B41-7E1554F83789}" dt="2025-12-01T04:20:35.547" v="64133" actId="1076"/>
          <ac:spMkLst>
            <pc:docMk/>
            <pc:sldMk cId="2765646781" sldId="2147483609"/>
            <ac:spMk id="63" creationId="{04B1B9F9-AE03-32AD-34AB-07EA3C1E3F60}"/>
          </ac:spMkLst>
        </pc:spChg>
        <pc:spChg chg="add mod">
          <ac:chgData name="최원석" userId="ab1b4259-859a-4919-9abf-b77e9f90f024" providerId="ADAL" clId="{168EFA5E-6CC1-461E-9B41-7E1554F83789}" dt="2025-12-01T04:20:35.547" v="64133" actId="1076"/>
          <ac:spMkLst>
            <pc:docMk/>
            <pc:sldMk cId="2765646781" sldId="2147483609"/>
            <ac:spMk id="64" creationId="{69F3560E-F45A-C8E6-E0E5-A71BB1745A41}"/>
          </ac:spMkLst>
        </pc:spChg>
        <pc:spChg chg="add mod">
          <ac:chgData name="최원석" userId="ab1b4259-859a-4919-9abf-b77e9f90f024" providerId="ADAL" clId="{168EFA5E-6CC1-461E-9B41-7E1554F83789}" dt="2025-12-01T04:20:35.547" v="64133" actId="1076"/>
          <ac:spMkLst>
            <pc:docMk/>
            <pc:sldMk cId="2765646781" sldId="2147483609"/>
            <ac:spMk id="65" creationId="{A40E3BDF-C6AB-8B4C-AD28-2815CC4E72EB}"/>
          </ac:spMkLst>
        </pc:spChg>
        <pc:grpChg chg="del">
          <ac:chgData name="최원석" userId="ab1b4259-859a-4919-9abf-b77e9f90f024" providerId="ADAL" clId="{168EFA5E-6CC1-461E-9B41-7E1554F83789}" dt="2025-12-01T04:20:06.398" v="64122" actId="478"/>
          <ac:grpSpMkLst>
            <pc:docMk/>
            <pc:sldMk cId="2765646781" sldId="2147483609"/>
            <ac:grpSpMk id="3" creationId="{03881944-1FAC-D53A-E062-715C2E5E6005}"/>
          </ac:grpSpMkLst>
        </pc:grpChg>
        <pc:grpChg chg="del">
          <ac:chgData name="최원석" userId="ab1b4259-859a-4919-9abf-b77e9f90f024" providerId="ADAL" clId="{168EFA5E-6CC1-461E-9B41-7E1554F83789}" dt="2025-12-01T04:20:06.398" v="64122" actId="478"/>
          <ac:grpSpMkLst>
            <pc:docMk/>
            <pc:sldMk cId="2765646781" sldId="2147483609"/>
            <ac:grpSpMk id="9" creationId="{EB10F027-D17B-609B-8C02-488140713BA5}"/>
          </ac:grpSpMkLst>
        </pc:grpChg>
        <pc:grpChg chg="del">
          <ac:chgData name="최원석" userId="ab1b4259-859a-4919-9abf-b77e9f90f024" providerId="ADAL" clId="{168EFA5E-6CC1-461E-9B41-7E1554F83789}" dt="2025-12-01T04:20:06.398" v="64122" actId="478"/>
          <ac:grpSpMkLst>
            <pc:docMk/>
            <pc:sldMk cId="2765646781" sldId="2147483609"/>
            <ac:grpSpMk id="14" creationId="{5045AB12-6DFC-1331-7124-BAFC5600FF24}"/>
          </ac:grpSpMkLst>
        </pc:grpChg>
        <pc:grpChg chg="del">
          <ac:chgData name="최원석" userId="ab1b4259-859a-4919-9abf-b77e9f90f024" providerId="ADAL" clId="{168EFA5E-6CC1-461E-9B41-7E1554F83789}" dt="2025-12-01T04:20:06.398" v="64122" actId="478"/>
          <ac:grpSpMkLst>
            <pc:docMk/>
            <pc:sldMk cId="2765646781" sldId="2147483609"/>
            <ac:grpSpMk id="21" creationId="{F08E6BE8-B589-0CBA-B87D-9F130FED0FA0}"/>
          </ac:grpSpMkLst>
        </pc:grpChg>
        <pc:picChg chg="del">
          <ac:chgData name="최원석" userId="ab1b4259-859a-4919-9abf-b77e9f90f024" providerId="ADAL" clId="{168EFA5E-6CC1-461E-9B41-7E1554F83789}" dt="2025-12-01T04:20:06.398" v="64122" actId="478"/>
          <ac:picMkLst>
            <pc:docMk/>
            <pc:sldMk cId="2765646781" sldId="2147483609"/>
            <ac:picMk id="27" creationId="{75AF1371-79AE-F355-3380-7F2941CF27BE}"/>
          </ac:picMkLst>
        </pc:picChg>
      </pc:sldChg>
      <pc:sldChg chg="addSp delSp modSp add mod">
        <pc:chgData name="최원석" userId="ab1b4259-859a-4919-9abf-b77e9f90f024" providerId="ADAL" clId="{168EFA5E-6CC1-461E-9B41-7E1554F83789}" dt="2025-12-01T04:21:01.150" v="64139" actId="1076"/>
        <pc:sldMkLst>
          <pc:docMk/>
          <pc:sldMk cId="2242234530" sldId="2147483610"/>
        </pc:sldMkLst>
        <pc:spChg chg="add mod">
          <ac:chgData name="최원석" userId="ab1b4259-859a-4919-9abf-b77e9f90f024" providerId="ADAL" clId="{168EFA5E-6CC1-461E-9B41-7E1554F83789}" dt="2025-12-01T04:21:01.150" v="64139" actId="1076"/>
          <ac:spMkLst>
            <pc:docMk/>
            <pc:sldMk cId="2242234530" sldId="2147483610"/>
            <ac:spMk id="5" creationId="{66669CB9-922B-BA6C-4CA5-DD795FC83319}"/>
          </ac:spMkLst>
        </pc:spChg>
        <pc:spChg chg="add mod">
          <ac:chgData name="최원석" userId="ab1b4259-859a-4919-9abf-b77e9f90f024" providerId="ADAL" clId="{168EFA5E-6CC1-461E-9B41-7E1554F83789}" dt="2025-12-01T04:21:01.150" v="64139" actId="1076"/>
          <ac:spMkLst>
            <pc:docMk/>
            <pc:sldMk cId="2242234530" sldId="2147483610"/>
            <ac:spMk id="11" creationId="{EB59FFC9-7974-F8C8-3B55-625C555012C3}"/>
          </ac:spMkLst>
        </pc:spChg>
        <pc:spChg chg="add mod">
          <ac:chgData name="최원석" userId="ab1b4259-859a-4919-9abf-b77e9f90f024" providerId="ADAL" clId="{168EFA5E-6CC1-461E-9B41-7E1554F83789}" dt="2025-12-01T04:21:01.150" v="64139" actId="1076"/>
          <ac:spMkLst>
            <pc:docMk/>
            <pc:sldMk cId="2242234530" sldId="2147483610"/>
            <ac:spMk id="16" creationId="{03C97DA7-B981-8EAE-1E92-5962059558F3}"/>
          </ac:spMkLst>
        </pc:spChg>
        <pc:spChg chg="add mod">
          <ac:chgData name="최원석" userId="ab1b4259-859a-4919-9abf-b77e9f90f024" providerId="ADAL" clId="{168EFA5E-6CC1-461E-9B41-7E1554F83789}" dt="2025-12-01T04:21:01.150" v="64139" actId="1076"/>
          <ac:spMkLst>
            <pc:docMk/>
            <pc:sldMk cId="2242234530" sldId="2147483610"/>
            <ac:spMk id="20" creationId="{6108AF6F-A047-D15D-E300-A2C7F563F4E0}"/>
          </ac:spMkLst>
        </pc:spChg>
        <pc:spChg chg="add mod">
          <ac:chgData name="최원석" userId="ab1b4259-859a-4919-9abf-b77e9f90f024" providerId="ADAL" clId="{168EFA5E-6CC1-461E-9B41-7E1554F83789}" dt="2025-12-01T04:21:01.150" v="64139" actId="1076"/>
          <ac:spMkLst>
            <pc:docMk/>
            <pc:sldMk cId="2242234530" sldId="2147483610"/>
            <ac:spMk id="24" creationId="{B673FD07-4854-1ECB-6F1C-1E70E400800E}"/>
          </ac:spMkLst>
        </pc:spChg>
        <pc:spChg chg="add mod">
          <ac:chgData name="최원석" userId="ab1b4259-859a-4919-9abf-b77e9f90f024" providerId="ADAL" clId="{168EFA5E-6CC1-461E-9B41-7E1554F83789}" dt="2025-12-01T04:21:01.150" v="64139" actId="1076"/>
          <ac:spMkLst>
            <pc:docMk/>
            <pc:sldMk cId="2242234530" sldId="2147483610"/>
            <ac:spMk id="25" creationId="{B604FE19-65F9-85BF-BE33-E815A294B82C}"/>
          </ac:spMkLst>
        </pc:spChg>
        <pc:spChg chg="add mod">
          <ac:chgData name="최원석" userId="ab1b4259-859a-4919-9abf-b77e9f90f024" providerId="ADAL" clId="{168EFA5E-6CC1-461E-9B41-7E1554F83789}" dt="2025-12-01T04:21:01.150" v="64139" actId="1076"/>
          <ac:spMkLst>
            <pc:docMk/>
            <pc:sldMk cId="2242234530" sldId="2147483610"/>
            <ac:spMk id="27" creationId="{58B83B90-2669-B690-9A71-E67A553B4490}"/>
          </ac:spMkLst>
        </pc:spChg>
        <pc:spChg chg="mod">
          <ac:chgData name="최원석" userId="ab1b4259-859a-4919-9abf-b77e9f90f024" providerId="ADAL" clId="{168EFA5E-6CC1-461E-9B41-7E1554F83789}" dt="2025-12-01T04:20:52.011" v="64137"/>
          <ac:spMkLst>
            <pc:docMk/>
            <pc:sldMk cId="2242234530" sldId="2147483610"/>
            <ac:spMk id="28" creationId="{017B5AC7-F464-D7BD-2F4A-9530C160D73E}"/>
          </ac:spMkLst>
        </pc:spChg>
        <pc:spChg chg="del">
          <ac:chgData name="최원석" userId="ab1b4259-859a-4919-9abf-b77e9f90f024" providerId="ADAL" clId="{168EFA5E-6CC1-461E-9B41-7E1554F83789}" dt="2025-12-01T04:20:46.089" v="64136" actId="478"/>
          <ac:spMkLst>
            <pc:docMk/>
            <pc:sldMk cId="2242234530" sldId="2147483610"/>
            <ac:spMk id="30" creationId="{2234B636-C4AB-65F5-BF51-9EE094CCCB95}"/>
          </ac:spMkLst>
        </pc:spChg>
        <pc:spChg chg="del">
          <ac:chgData name="최원석" userId="ab1b4259-859a-4919-9abf-b77e9f90f024" providerId="ADAL" clId="{168EFA5E-6CC1-461E-9B41-7E1554F83789}" dt="2025-12-01T04:20:46.089" v="64136" actId="478"/>
          <ac:spMkLst>
            <pc:docMk/>
            <pc:sldMk cId="2242234530" sldId="2147483610"/>
            <ac:spMk id="31" creationId="{015A75A8-949C-6119-CE5C-CCE9DB13B57D}"/>
          </ac:spMkLst>
        </pc:spChg>
        <pc:spChg chg="del">
          <ac:chgData name="최원석" userId="ab1b4259-859a-4919-9abf-b77e9f90f024" providerId="ADAL" clId="{168EFA5E-6CC1-461E-9B41-7E1554F83789}" dt="2025-12-01T04:20:46.089" v="64136" actId="478"/>
          <ac:spMkLst>
            <pc:docMk/>
            <pc:sldMk cId="2242234530" sldId="2147483610"/>
            <ac:spMk id="34" creationId="{F5A11A11-569E-28D8-B7C6-C9CE7DFC426D}"/>
          </ac:spMkLst>
        </pc:spChg>
        <pc:spChg chg="del">
          <ac:chgData name="최원석" userId="ab1b4259-859a-4919-9abf-b77e9f90f024" providerId="ADAL" clId="{168EFA5E-6CC1-461E-9B41-7E1554F83789}" dt="2025-12-01T04:20:46.089" v="64136" actId="478"/>
          <ac:spMkLst>
            <pc:docMk/>
            <pc:sldMk cId="2242234530" sldId="2147483610"/>
            <ac:spMk id="35" creationId="{D66AFDF8-C86A-C521-1DF7-01B3D4D13DBB}"/>
          </ac:spMkLst>
        </pc:spChg>
        <pc:spChg chg="del">
          <ac:chgData name="최원석" userId="ab1b4259-859a-4919-9abf-b77e9f90f024" providerId="ADAL" clId="{168EFA5E-6CC1-461E-9B41-7E1554F83789}" dt="2025-12-01T04:20:46.089" v="64136" actId="478"/>
          <ac:spMkLst>
            <pc:docMk/>
            <pc:sldMk cId="2242234530" sldId="2147483610"/>
            <ac:spMk id="36" creationId="{A6E6596C-B4A3-505F-913C-7B8AEB5A119F}"/>
          </ac:spMkLst>
        </pc:spChg>
        <pc:spChg chg="del">
          <ac:chgData name="최원석" userId="ab1b4259-859a-4919-9abf-b77e9f90f024" providerId="ADAL" clId="{168EFA5E-6CC1-461E-9B41-7E1554F83789}" dt="2025-12-01T04:20:46.089" v="64136" actId="478"/>
          <ac:spMkLst>
            <pc:docMk/>
            <pc:sldMk cId="2242234530" sldId="2147483610"/>
            <ac:spMk id="41" creationId="{2D3CF4D7-7AE4-ABAE-44FA-AD725FC7218C}"/>
          </ac:spMkLst>
        </pc:spChg>
        <pc:spChg chg="del">
          <ac:chgData name="최원석" userId="ab1b4259-859a-4919-9abf-b77e9f90f024" providerId="ADAL" clId="{168EFA5E-6CC1-461E-9B41-7E1554F83789}" dt="2025-12-01T04:20:46.089" v="64136" actId="478"/>
          <ac:spMkLst>
            <pc:docMk/>
            <pc:sldMk cId="2242234530" sldId="2147483610"/>
            <ac:spMk id="45" creationId="{3E3BF43F-5BC4-3F12-FF79-71632E4E2A9F}"/>
          </ac:spMkLst>
        </pc:spChg>
        <pc:spChg chg="del">
          <ac:chgData name="최원석" userId="ab1b4259-859a-4919-9abf-b77e9f90f024" providerId="ADAL" clId="{168EFA5E-6CC1-461E-9B41-7E1554F83789}" dt="2025-12-01T04:20:46.089" v="64136" actId="478"/>
          <ac:spMkLst>
            <pc:docMk/>
            <pc:sldMk cId="2242234530" sldId="2147483610"/>
            <ac:spMk id="55" creationId="{BD2EA3AE-620B-01DD-B070-46FE1BD53B88}"/>
          </ac:spMkLst>
        </pc:spChg>
        <pc:spChg chg="del">
          <ac:chgData name="최원석" userId="ab1b4259-859a-4919-9abf-b77e9f90f024" providerId="ADAL" clId="{168EFA5E-6CC1-461E-9B41-7E1554F83789}" dt="2025-12-01T04:20:46.089" v="64136" actId="478"/>
          <ac:spMkLst>
            <pc:docMk/>
            <pc:sldMk cId="2242234530" sldId="2147483610"/>
            <ac:spMk id="62" creationId="{17F1289C-DB1E-E420-EE04-C7147C1764F7}"/>
          </ac:spMkLst>
        </pc:spChg>
        <pc:spChg chg="del">
          <ac:chgData name="최원석" userId="ab1b4259-859a-4919-9abf-b77e9f90f024" providerId="ADAL" clId="{168EFA5E-6CC1-461E-9B41-7E1554F83789}" dt="2025-12-01T04:20:46.089" v="64136" actId="478"/>
          <ac:spMkLst>
            <pc:docMk/>
            <pc:sldMk cId="2242234530" sldId="2147483610"/>
            <ac:spMk id="65" creationId="{A5060B8B-2A77-C0F1-F8AD-61BD91C1FC74}"/>
          </ac:spMkLst>
        </pc:spChg>
        <pc:spChg chg="add mod">
          <ac:chgData name="최원석" userId="ab1b4259-859a-4919-9abf-b77e9f90f024" providerId="ADAL" clId="{168EFA5E-6CC1-461E-9B41-7E1554F83789}" dt="2025-12-01T04:21:01.150" v="64139" actId="1076"/>
          <ac:spMkLst>
            <pc:docMk/>
            <pc:sldMk cId="2242234530" sldId="2147483610"/>
            <ac:spMk id="66" creationId="{BC37F48E-0667-D4DB-722C-8FA0B40F788D}"/>
          </ac:spMkLst>
        </pc:spChg>
        <pc:spChg chg="add mod">
          <ac:chgData name="최원석" userId="ab1b4259-859a-4919-9abf-b77e9f90f024" providerId="ADAL" clId="{168EFA5E-6CC1-461E-9B41-7E1554F83789}" dt="2025-12-01T04:21:01.150" v="64139" actId="1076"/>
          <ac:spMkLst>
            <pc:docMk/>
            <pc:sldMk cId="2242234530" sldId="2147483610"/>
            <ac:spMk id="67" creationId="{3C5D5AFF-1997-473A-6AB5-8CF128610ED6}"/>
          </ac:spMkLst>
        </pc:spChg>
        <pc:spChg chg="add mod">
          <ac:chgData name="최원석" userId="ab1b4259-859a-4919-9abf-b77e9f90f024" providerId="ADAL" clId="{168EFA5E-6CC1-461E-9B41-7E1554F83789}" dt="2025-12-01T04:21:01.150" v="64139" actId="1076"/>
          <ac:spMkLst>
            <pc:docMk/>
            <pc:sldMk cId="2242234530" sldId="2147483610"/>
            <ac:spMk id="76" creationId="{416941C7-685E-0F4A-8091-FA2055F7BF14}"/>
          </ac:spMkLst>
        </pc:spChg>
      </pc:sldChg>
      <pc:sldChg chg="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2769937581" sldId="2147483610"/>
        </pc:sldMkLst>
      </pc:sldChg>
      <pc:sldChg chg="modSp add del mod ord">
        <pc:chgData name="최원석" userId="ab1b4259-859a-4919-9abf-b77e9f90f024" providerId="ADAL" clId="{168EFA5E-6CC1-461E-9B41-7E1554F83789}" dt="2025-12-01T03:55:03.876" v="63665" actId="47"/>
        <pc:sldMkLst>
          <pc:docMk/>
          <pc:sldMk cId="2418091031" sldId="2147483611"/>
        </pc:sldMkLst>
      </pc:sldChg>
      <pc:sldChg chg="addSp delSp modSp add mod">
        <pc:chgData name="최원석" userId="ab1b4259-859a-4919-9abf-b77e9f90f024" providerId="ADAL" clId="{168EFA5E-6CC1-461E-9B41-7E1554F83789}" dt="2025-12-01T04:22:58.534" v="64178" actId="122"/>
        <pc:sldMkLst>
          <pc:docMk/>
          <pc:sldMk cId="2725126287" sldId="2147483612"/>
        </pc:sldMkLst>
        <pc:spChg chg="mod">
          <ac:chgData name="최원석" userId="ab1b4259-859a-4919-9abf-b77e9f90f024" providerId="ADAL" clId="{168EFA5E-6CC1-461E-9B41-7E1554F83789}" dt="2025-12-01T04:22:16.659" v="64160" actId="14100"/>
          <ac:spMkLst>
            <pc:docMk/>
            <pc:sldMk cId="2725126287" sldId="2147483612"/>
            <ac:spMk id="2" creationId="{6AE02CC7-22A8-6AA4-9463-89B81EACE11D}"/>
          </ac:spMkLst>
        </pc:spChg>
        <pc:spChg chg="del">
          <ac:chgData name="최원석" userId="ab1b4259-859a-4919-9abf-b77e9f90f024" providerId="ADAL" clId="{168EFA5E-6CC1-461E-9B41-7E1554F83789}" dt="2025-12-01T04:21:19.960" v="64142" actId="478"/>
          <ac:spMkLst>
            <pc:docMk/>
            <pc:sldMk cId="2725126287" sldId="2147483612"/>
            <ac:spMk id="12" creationId="{0E0829F9-3102-5041-6118-4A1C3EF1BB9D}"/>
          </ac:spMkLst>
        </pc:spChg>
        <pc:spChg chg="del">
          <ac:chgData name="최원석" userId="ab1b4259-859a-4919-9abf-b77e9f90f024" providerId="ADAL" clId="{168EFA5E-6CC1-461E-9B41-7E1554F83789}" dt="2025-12-01T04:21:19.960" v="64142" actId="478"/>
          <ac:spMkLst>
            <pc:docMk/>
            <pc:sldMk cId="2725126287" sldId="2147483612"/>
            <ac:spMk id="13" creationId="{493742CC-40E3-9700-5D5A-F38D5CDBA1F6}"/>
          </ac:spMkLst>
        </pc:spChg>
        <pc:spChg chg="del">
          <ac:chgData name="최원석" userId="ab1b4259-859a-4919-9abf-b77e9f90f024" providerId="ADAL" clId="{168EFA5E-6CC1-461E-9B41-7E1554F83789}" dt="2025-12-01T04:21:19.960" v="64142" actId="478"/>
          <ac:spMkLst>
            <pc:docMk/>
            <pc:sldMk cId="2725126287" sldId="2147483612"/>
            <ac:spMk id="17" creationId="{B35F27FD-CFAE-9A68-765B-4D1C6A5F2FAF}"/>
          </ac:spMkLst>
        </pc:spChg>
        <pc:spChg chg="del">
          <ac:chgData name="최원석" userId="ab1b4259-859a-4919-9abf-b77e9f90f024" providerId="ADAL" clId="{168EFA5E-6CC1-461E-9B41-7E1554F83789}" dt="2025-12-01T04:21:19.960" v="64142" actId="478"/>
          <ac:spMkLst>
            <pc:docMk/>
            <pc:sldMk cId="2725126287" sldId="2147483612"/>
            <ac:spMk id="18" creationId="{C3E9F1DF-8176-9DBC-F9C2-3E64CC79E667}"/>
          </ac:spMkLst>
        </pc:spChg>
        <pc:spChg chg="del">
          <ac:chgData name="최원석" userId="ab1b4259-859a-4919-9abf-b77e9f90f024" providerId="ADAL" clId="{168EFA5E-6CC1-461E-9B41-7E1554F83789}" dt="2025-12-01T04:21:20.993" v="64143" actId="478"/>
          <ac:spMkLst>
            <pc:docMk/>
            <pc:sldMk cId="2725126287" sldId="2147483612"/>
            <ac:spMk id="19" creationId="{01777643-9FFC-A6AD-6B21-1C8F405DE467}"/>
          </ac:spMkLst>
        </pc:spChg>
        <pc:spChg chg="add del mod">
          <ac:chgData name="최원석" userId="ab1b4259-859a-4919-9abf-b77e9f90f024" providerId="ADAL" clId="{168EFA5E-6CC1-461E-9B41-7E1554F83789}" dt="2025-12-01T04:21:56.016" v="64155" actId="478"/>
          <ac:spMkLst>
            <pc:docMk/>
            <pc:sldMk cId="2725126287" sldId="2147483612"/>
            <ac:spMk id="20" creationId="{14B4086A-7031-F6AB-6F73-C645BDEF6A88}"/>
          </ac:spMkLst>
        </pc:spChg>
        <pc:spChg chg="del">
          <ac:chgData name="최원석" userId="ab1b4259-859a-4919-9abf-b77e9f90f024" providerId="ADAL" clId="{168EFA5E-6CC1-461E-9B41-7E1554F83789}" dt="2025-12-01T04:21:19.960" v="64142" actId="478"/>
          <ac:spMkLst>
            <pc:docMk/>
            <pc:sldMk cId="2725126287" sldId="2147483612"/>
            <ac:spMk id="26" creationId="{5D2603B0-862F-6A03-DE18-77AE8D25D491}"/>
          </ac:spMkLst>
        </pc:spChg>
        <pc:spChg chg="del mod">
          <ac:chgData name="최원석" userId="ab1b4259-859a-4919-9abf-b77e9f90f024" providerId="ADAL" clId="{168EFA5E-6CC1-461E-9B41-7E1554F83789}" dt="2025-12-01T04:22:19.110" v="64162" actId="478"/>
          <ac:spMkLst>
            <pc:docMk/>
            <pc:sldMk cId="2725126287" sldId="2147483612"/>
            <ac:spMk id="28" creationId="{4986A11A-CFE2-8A68-C7E7-D89D2A16488C}"/>
          </ac:spMkLst>
        </pc:spChg>
        <pc:spChg chg="mod">
          <ac:chgData name="최원석" userId="ab1b4259-859a-4919-9abf-b77e9f90f024" providerId="ADAL" clId="{168EFA5E-6CC1-461E-9B41-7E1554F83789}" dt="2025-12-01T04:22:46.760" v="64171" actId="403"/>
          <ac:spMkLst>
            <pc:docMk/>
            <pc:sldMk cId="2725126287" sldId="2147483612"/>
            <ac:spMk id="32" creationId="{24FC1A9C-605D-C7FD-A423-348D98381B86}"/>
          </ac:spMkLst>
        </pc:spChg>
        <pc:spChg chg="add mod">
          <ac:chgData name="최원석" userId="ab1b4259-859a-4919-9abf-b77e9f90f024" providerId="ADAL" clId="{168EFA5E-6CC1-461E-9B41-7E1554F83789}" dt="2025-12-01T04:22:39.958" v="64168" actId="1076"/>
          <ac:spMkLst>
            <pc:docMk/>
            <pc:sldMk cId="2725126287" sldId="2147483612"/>
            <ac:spMk id="35" creationId="{F424825B-7B7A-F8A2-76DB-F10FABBC0B28}"/>
          </ac:spMkLst>
        </pc:spChg>
        <pc:spChg chg="add mod">
          <ac:chgData name="최원석" userId="ab1b4259-859a-4919-9abf-b77e9f90f024" providerId="ADAL" clId="{168EFA5E-6CC1-461E-9B41-7E1554F83789}" dt="2025-12-01T04:22:43.416" v="64169" actId="1076"/>
          <ac:spMkLst>
            <pc:docMk/>
            <pc:sldMk cId="2725126287" sldId="2147483612"/>
            <ac:spMk id="38" creationId="{FFA19D50-E3A4-960C-113A-053ED53BB942}"/>
          </ac:spMkLst>
        </pc:spChg>
        <pc:spChg chg="mod">
          <ac:chgData name="최원석" userId="ab1b4259-859a-4919-9abf-b77e9f90f024" providerId="ADAL" clId="{168EFA5E-6CC1-461E-9B41-7E1554F83789}" dt="2025-12-01T04:22:58.534" v="64178" actId="122"/>
          <ac:spMkLst>
            <pc:docMk/>
            <pc:sldMk cId="2725126287" sldId="2147483612"/>
            <ac:spMk id="41" creationId="{F0AAC3A2-191E-7307-B8F1-B22395F1EA38}"/>
          </ac:spMkLst>
        </pc:spChg>
        <pc:spChg chg="add mod">
          <ac:chgData name="최원석" userId="ab1b4259-859a-4919-9abf-b77e9f90f024" providerId="ADAL" clId="{168EFA5E-6CC1-461E-9B41-7E1554F83789}" dt="2025-12-01T04:21:30.667" v="64145"/>
          <ac:spMkLst>
            <pc:docMk/>
            <pc:sldMk cId="2725126287" sldId="2147483612"/>
            <ac:spMk id="51" creationId="{7459D234-1FDA-1139-BB44-8FC3CBC10DB5}"/>
          </ac:spMkLst>
        </pc:spChg>
        <pc:spChg chg="add mod">
          <ac:chgData name="최원석" userId="ab1b4259-859a-4919-9abf-b77e9f90f024" providerId="ADAL" clId="{168EFA5E-6CC1-461E-9B41-7E1554F83789}" dt="2025-12-01T04:21:30.667" v="64145"/>
          <ac:spMkLst>
            <pc:docMk/>
            <pc:sldMk cId="2725126287" sldId="2147483612"/>
            <ac:spMk id="52" creationId="{8272B385-3A17-3FA3-0785-81A8C45800EB}"/>
          </ac:spMkLst>
        </pc:spChg>
        <pc:spChg chg="add mod">
          <ac:chgData name="최원석" userId="ab1b4259-859a-4919-9abf-b77e9f90f024" providerId="ADAL" clId="{168EFA5E-6CC1-461E-9B41-7E1554F83789}" dt="2025-12-01T04:21:30.667" v="64145"/>
          <ac:spMkLst>
            <pc:docMk/>
            <pc:sldMk cId="2725126287" sldId="2147483612"/>
            <ac:spMk id="65" creationId="{B2972794-5BFF-8C29-CA35-0B3F17984991}"/>
          </ac:spMkLst>
        </pc:spChg>
        <pc:spChg chg="add mod">
          <ac:chgData name="최원석" userId="ab1b4259-859a-4919-9abf-b77e9f90f024" providerId="ADAL" clId="{168EFA5E-6CC1-461E-9B41-7E1554F83789}" dt="2025-12-01T04:21:30.667" v="64145"/>
          <ac:spMkLst>
            <pc:docMk/>
            <pc:sldMk cId="2725126287" sldId="2147483612"/>
            <ac:spMk id="76" creationId="{A456D8B8-EF29-71E0-69F1-8F6CDBBACE4A}"/>
          </ac:spMkLst>
        </pc:spChg>
        <pc:spChg chg="add mod">
          <ac:chgData name="최원석" userId="ab1b4259-859a-4919-9abf-b77e9f90f024" providerId="ADAL" clId="{168EFA5E-6CC1-461E-9B41-7E1554F83789}" dt="2025-12-01T04:21:30.667" v="64145"/>
          <ac:spMkLst>
            <pc:docMk/>
            <pc:sldMk cId="2725126287" sldId="2147483612"/>
            <ac:spMk id="96" creationId="{0ED25F0B-A209-7913-6E56-B3DAB982DA92}"/>
          </ac:spMkLst>
        </pc:spChg>
        <pc:spChg chg="add mod">
          <ac:chgData name="최원석" userId="ab1b4259-859a-4919-9abf-b77e9f90f024" providerId="ADAL" clId="{168EFA5E-6CC1-461E-9B41-7E1554F83789}" dt="2025-12-01T04:21:30.667" v="64145"/>
          <ac:spMkLst>
            <pc:docMk/>
            <pc:sldMk cId="2725126287" sldId="2147483612"/>
            <ac:spMk id="98" creationId="{2500F542-4C74-B25A-65FA-75E949464D78}"/>
          </ac:spMkLst>
        </pc:spChg>
        <pc:spChg chg="add mod">
          <ac:chgData name="최원석" userId="ab1b4259-859a-4919-9abf-b77e9f90f024" providerId="ADAL" clId="{168EFA5E-6CC1-461E-9B41-7E1554F83789}" dt="2025-12-01T04:21:30.667" v="64145"/>
          <ac:spMkLst>
            <pc:docMk/>
            <pc:sldMk cId="2725126287" sldId="2147483612"/>
            <ac:spMk id="103" creationId="{4E770866-2095-66F1-8D1A-F97376C4FBE6}"/>
          </ac:spMkLst>
        </pc:spChg>
        <pc:grpChg chg="del">
          <ac:chgData name="최원석" userId="ab1b4259-859a-4919-9abf-b77e9f90f024" providerId="ADAL" clId="{168EFA5E-6CC1-461E-9B41-7E1554F83789}" dt="2025-12-01T04:21:19.960" v="64142" actId="478"/>
          <ac:grpSpMkLst>
            <pc:docMk/>
            <pc:sldMk cId="2725126287" sldId="2147483612"/>
            <ac:grpSpMk id="3" creationId="{31B2955A-47DC-FC8D-DF26-F01D2DF36164}"/>
          </ac:grpSpMkLst>
        </pc:grpChg>
        <pc:grpChg chg="del">
          <ac:chgData name="최원석" userId="ab1b4259-859a-4919-9abf-b77e9f90f024" providerId="ADAL" clId="{168EFA5E-6CC1-461E-9B41-7E1554F83789}" dt="2025-12-01T04:21:19.960" v="64142" actId="478"/>
          <ac:grpSpMkLst>
            <pc:docMk/>
            <pc:sldMk cId="2725126287" sldId="2147483612"/>
            <ac:grpSpMk id="6" creationId="{D066AD39-F54C-23AF-DEDA-BE61F31F90AA}"/>
          </ac:grpSpMkLst>
        </pc:grpChg>
        <pc:grpChg chg="del">
          <ac:chgData name="최원석" userId="ab1b4259-859a-4919-9abf-b77e9f90f024" providerId="ADAL" clId="{168EFA5E-6CC1-461E-9B41-7E1554F83789}" dt="2025-12-01T04:21:19.960" v="64142" actId="478"/>
          <ac:grpSpMkLst>
            <pc:docMk/>
            <pc:sldMk cId="2725126287" sldId="2147483612"/>
            <ac:grpSpMk id="14" creationId="{8473F7EA-2834-37F5-BF3D-7F876813CDFB}"/>
          </ac:grpSpMkLst>
        </pc:grpChg>
        <pc:grpChg chg="del">
          <ac:chgData name="최원석" userId="ab1b4259-859a-4919-9abf-b77e9f90f024" providerId="ADAL" clId="{168EFA5E-6CC1-461E-9B41-7E1554F83789}" dt="2025-12-01T04:21:19.960" v="64142" actId="478"/>
          <ac:grpSpMkLst>
            <pc:docMk/>
            <pc:sldMk cId="2725126287" sldId="2147483612"/>
            <ac:grpSpMk id="21" creationId="{DF8DB240-7066-E23D-7EF0-BA354CB0C9C1}"/>
          </ac:grpSpMkLst>
        </pc:grpChg>
        <pc:picChg chg="del">
          <ac:chgData name="최원석" userId="ab1b4259-859a-4919-9abf-b77e9f90f024" providerId="ADAL" clId="{168EFA5E-6CC1-461E-9B41-7E1554F83789}" dt="2025-12-01T04:21:19.960" v="64142" actId="478"/>
          <ac:picMkLst>
            <pc:docMk/>
            <pc:sldMk cId="2725126287" sldId="2147483612"/>
            <ac:picMk id="27" creationId="{08A9AAA1-0107-654C-22B4-247F13747C0C}"/>
          </ac:picMkLst>
        </pc:picChg>
        <pc:picChg chg="mod">
          <ac:chgData name="최원석" userId="ab1b4259-859a-4919-9abf-b77e9f90f024" providerId="ADAL" clId="{168EFA5E-6CC1-461E-9B41-7E1554F83789}" dt="2025-12-01T04:22:28.844" v="64164" actId="1076"/>
          <ac:picMkLst>
            <pc:docMk/>
            <pc:sldMk cId="2725126287" sldId="2147483612"/>
            <ac:picMk id="49" creationId="{8171C52A-59D7-DEA0-83A0-214093E30522}"/>
          </ac:picMkLst>
        </pc:picChg>
        <pc:picChg chg="mod">
          <ac:chgData name="최원석" userId="ab1b4259-859a-4919-9abf-b77e9f90f024" providerId="ADAL" clId="{168EFA5E-6CC1-461E-9B41-7E1554F83789}" dt="2025-12-01T04:22:28.844" v="64164" actId="1076"/>
          <ac:picMkLst>
            <pc:docMk/>
            <pc:sldMk cId="2725126287" sldId="2147483612"/>
            <ac:picMk id="61" creationId="{317D5583-DA6E-E151-61AC-9E486F009085}"/>
          </ac:picMkLst>
        </pc:picChg>
        <pc:picChg chg="mod">
          <ac:chgData name="최원석" userId="ab1b4259-859a-4919-9abf-b77e9f90f024" providerId="ADAL" clId="{168EFA5E-6CC1-461E-9B41-7E1554F83789}" dt="2025-12-01T04:22:28.844" v="64164" actId="1076"/>
          <ac:picMkLst>
            <pc:docMk/>
            <pc:sldMk cId="2725126287" sldId="2147483612"/>
            <ac:picMk id="68" creationId="{592E7AD9-2E57-3928-23E0-F4ED08A0F7D8}"/>
          </ac:picMkLst>
        </pc:picChg>
        <pc:picChg chg="mod">
          <ac:chgData name="최원석" userId="ab1b4259-859a-4919-9abf-b77e9f90f024" providerId="ADAL" clId="{168EFA5E-6CC1-461E-9B41-7E1554F83789}" dt="2025-12-01T04:22:28.844" v="64164" actId="1076"/>
          <ac:picMkLst>
            <pc:docMk/>
            <pc:sldMk cId="2725126287" sldId="2147483612"/>
            <ac:picMk id="74" creationId="{AF03F668-402A-4369-A7F2-D2EB96D26E84}"/>
          </ac:picMkLst>
        </pc:picChg>
        <pc:picChg chg="mod">
          <ac:chgData name="최원석" userId="ab1b4259-859a-4919-9abf-b77e9f90f024" providerId="ADAL" clId="{168EFA5E-6CC1-461E-9B41-7E1554F83789}" dt="2025-12-01T04:22:28.844" v="64164" actId="1076"/>
          <ac:picMkLst>
            <pc:docMk/>
            <pc:sldMk cId="2725126287" sldId="2147483612"/>
            <ac:picMk id="89" creationId="{566138A8-4D7E-6823-9689-3C16E8CE98EC}"/>
          </ac:picMkLst>
        </pc:picChg>
        <pc:picChg chg="mod">
          <ac:chgData name="최원석" userId="ab1b4259-859a-4919-9abf-b77e9f90f024" providerId="ADAL" clId="{168EFA5E-6CC1-461E-9B41-7E1554F83789}" dt="2025-12-01T04:22:28.844" v="64164" actId="1076"/>
          <ac:picMkLst>
            <pc:docMk/>
            <pc:sldMk cId="2725126287" sldId="2147483612"/>
            <ac:picMk id="94" creationId="{24AECCAC-196D-D769-ACCF-12B929B977CA}"/>
          </ac:picMkLst>
        </pc:picChg>
        <pc:picChg chg="mod">
          <ac:chgData name="최원석" userId="ab1b4259-859a-4919-9abf-b77e9f90f024" providerId="ADAL" clId="{168EFA5E-6CC1-461E-9B41-7E1554F83789}" dt="2025-12-01T04:22:28.844" v="64164" actId="1076"/>
          <ac:picMkLst>
            <pc:docMk/>
            <pc:sldMk cId="2725126287" sldId="2147483612"/>
            <ac:picMk id="102" creationId="{12CCC778-DFD9-AFEF-D1A2-3B5E3BE5B5ED}"/>
          </ac:picMkLst>
        </pc:picChg>
        <pc:picChg chg="mod">
          <ac:chgData name="최원석" userId="ab1b4259-859a-4919-9abf-b77e9f90f024" providerId="ADAL" clId="{168EFA5E-6CC1-461E-9B41-7E1554F83789}" dt="2025-12-01T04:21:53.182" v="64154" actId="1076"/>
          <ac:picMkLst>
            <pc:docMk/>
            <pc:sldMk cId="2725126287" sldId="2147483612"/>
            <ac:picMk id="104" creationId="{48C7BE9A-4BEC-9196-AB1C-919B119DA341}"/>
          </ac:picMkLst>
        </pc:picChg>
      </pc:sldChg>
      <pc:sldChg chg="addSp delSp modSp new del mod ord">
        <pc:chgData name="최원석" userId="ab1b4259-859a-4919-9abf-b77e9f90f024" providerId="ADAL" clId="{168EFA5E-6CC1-461E-9B41-7E1554F83789}" dt="2025-12-01T02:43:26.268" v="63422" actId="47"/>
        <pc:sldMkLst>
          <pc:docMk/>
          <pc:sldMk cId="4203867822" sldId="2147483612"/>
        </pc:sldMkLst>
      </pc:sldChg>
      <pc:sldChg chg="modSp add del mod ord">
        <pc:chgData name="최원석" userId="ab1b4259-859a-4919-9abf-b77e9f90f024" providerId="ADAL" clId="{168EFA5E-6CC1-461E-9B41-7E1554F83789}" dt="2025-12-01T02:43:27.915" v="63423" actId="47"/>
        <pc:sldMkLst>
          <pc:docMk/>
          <pc:sldMk cId="2218528310" sldId="2147483613"/>
        </pc:sldMkLst>
      </pc:sldChg>
      <pc:sldChg chg="modSp add del mod">
        <pc:chgData name="최원석" userId="ab1b4259-859a-4919-9abf-b77e9f90f024" providerId="ADAL" clId="{168EFA5E-6CC1-461E-9B41-7E1554F83789}" dt="2025-12-01T03:55:03.876" v="63665" actId="47"/>
        <pc:sldMkLst>
          <pc:docMk/>
          <pc:sldMk cId="1471655383" sldId="2147483614"/>
        </pc:sldMkLst>
      </pc:sldChg>
      <pc:sldChg chg="addSp delSp modSp add mod">
        <pc:chgData name="최원석" userId="ab1b4259-859a-4919-9abf-b77e9f90f024" providerId="ADAL" clId="{168EFA5E-6CC1-461E-9B41-7E1554F83789}" dt="2025-12-01T04:24:47.275" v="64200" actId="122"/>
        <pc:sldMkLst>
          <pc:docMk/>
          <pc:sldMk cId="2136755192" sldId="2147483614"/>
        </pc:sldMkLst>
        <pc:spChg chg="mod">
          <ac:chgData name="최원석" userId="ab1b4259-859a-4919-9abf-b77e9f90f024" providerId="ADAL" clId="{168EFA5E-6CC1-461E-9B41-7E1554F83789}" dt="2025-12-01T04:23:42.207" v="64185" actId="20577"/>
          <ac:spMkLst>
            <pc:docMk/>
            <pc:sldMk cId="2136755192" sldId="2147483614"/>
            <ac:spMk id="2" creationId="{F03FDCBE-093C-6A8B-DC48-4A680F2E334C}"/>
          </ac:spMkLst>
        </pc:spChg>
        <pc:spChg chg="add mod">
          <ac:chgData name="최원석" userId="ab1b4259-859a-4919-9abf-b77e9f90f024" providerId="ADAL" clId="{168EFA5E-6CC1-461E-9B41-7E1554F83789}" dt="2025-12-01T04:23:55.261" v="64189" actId="1076"/>
          <ac:spMkLst>
            <pc:docMk/>
            <pc:sldMk cId="2136755192" sldId="2147483614"/>
            <ac:spMk id="3" creationId="{991C4BB1-1020-1A83-7398-3EC60985ACAD}"/>
          </ac:spMkLst>
        </pc:spChg>
        <pc:spChg chg="add mod">
          <ac:chgData name="최원석" userId="ab1b4259-859a-4919-9abf-b77e9f90f024" providerId="ADAL" clId="{168EFA5E-6CC1-461E-9B41-7E1554F83789}" dt="2025-12-01T04:24:08.538" v="64191"/>
          <ac:spMkLst>
            <pc:docMk/>
            <pc:sldMk cId="2136755192" sldId="2147483614"/>
            <ac:spMk id="5" creationId="{4A3D1617-AF06-2044-7F5B-1572CD5CEEEB}"/>
          </ac:spMkLst>
        </pc:spChg>
        <pc:spChg chg="mod">
          <ac:chgData name="최원석" userId="ab1b4259-859a-4919-9abf-b77e9f90f024" providerId="ADAL" clId="{168EFA5E-6CC1-461E-9B41-7E1554F83789}" dt="2025-12-01T04:24:28.117" v="64194" actId="403"/>
          <ac:spMkLst>
            <pc:docMk/>
            <pc:sldMk cId="2136755192" sldId="2147483614"/>
            <ac:spMk id="7" creationId="{B10280F2-34FB-7083-DC02-8F62240B7389}"/>
          </ac:spMkLst>
        </pc:spChg>
        <pc:spChg chg="mod">
          <ac:chgData name="최원석" userId="ab1b4259-859a-4919-9abf-b77e9f90f024" providerId="ADAL" clId="{168EFA5E-6CC1-461E-9B41-7E1554F83789}" dt="2025-12-01T04:24:32.746" v="64196" actId="122"/>
          <ac:spMkLst>
            <pc:docMk/>
            <pc:sldMk cId="2136755192" sldId="2147483614"/>
            <ac:spMk id="10" creationId="{E1A1CB50-9317-7EEC-5794-DD4ADCCC2023}"/>
          </ac:spMkLst>
        </pc:spChg>
        <pc:spChg chg="mod">
          <ac:chgData name="최원석" userId="ab1b4259-859a-4919-9abf-b77e9f90f024" providerId="ADAL" clId="{168EFA5E-6CC1-461E-9B41-7E1554F83789}" dt="2025-12-01T04:24:34.497" v="64197" actId="122"/>
          <ac:spMkLst>
            <pc:docMk/>
            <pc:sldMk cId="2136755192" sldId="2147483614"/>
            <ac:spMk id="13" creationId="{869E026B-80CA-A560-CFE6-5A99A4D4ECA5}"/>
          </ac:spMkLst>
        </pc:spChg>
        <pc:spChg chg="mod">
          <ac:chgData name="최원석" userId="ab1b4259-859a-4919-9abf-b77e9f90f024" providerId="ADAL" clId="{168EFA5E-6CC1-461E-9B41-7E1554F83789}" dt="2025-12-01T04:24:47.275" v="64200" actId="122"/>
          <ac:spMkLst>
            <pc:docMk/>
            <pc:sldMk cId="2136755192" sldId="2147483614"/>
            <ac:spMk id="16" creationId="{27D6C394-1AB4-F2A9-FB86-86BC6916AB65}"/>
          </ac:spMkLst>
        </pc:spChg>
        <pc:spChg chg="add mod">
          <ac:chgData name="최원석" userId="ab1b4259-859a-4919-9abf-b77e9f90f024" providerId="ADAL" clId="{168EFA5E-6CC1-461E-9B41-7E1554F83789}" dt="2025-12-01T04:24:08.538" v="64191"/>
          <ac:spMkLst>
            <pc:docMk/>
            <pc:sldMk cId="2136755192" sldId="2147483614"/>
            <ac:spMk id="20" creationId="{25C9B642-A836-D95A-F399-C8160360E5E4}"/>
          </ac:spMkLst>
        </pc:spChg>
        <pc:spChg chg="add mod">
          <ac:chgData name="최원석" userId="ab1b4259-859a-4919-9abf-b77e9f90f024" providerId="ADAL" clId="{168EFA5E-6CC1-461E-9B41-7E1554F83789}" dt="2025-12-01T04:24:08.538" v="64191"/>
          <ac:spMkLst>
            <pc:docMk/>
            <pc:sldMk cId="2136755192" sldId="2147483614"/>
            <ac:spMk id="21" creationId="{BDC8A760-DC0F-5DDD-53D8-CB4AFF17E45C}"/>
          </ac:spMkLst>
        </pc:spChg>
        <pc:spChg chg="add mod">
          <ac:chgData name="최원석" userId="ab1b4259-859a-4919-9abf-b77e9f90f024" providerId="ADAL" clId="{168EFA5E-6CC1-461E-9B41-7E1554F83789}" dt="2025-12-01T04:24:08.538" v="64191"/>
          <ac:spMkLst>
            <pc:docMk/>
            <pc:sldMk cId="2136755192" sldId="2147483614"/>
            <ac:spMk id="27" creationId="{001930B9-C636-81BD-895D-CB1FB02EEC11}"/>
          </ac:spMkLst>
        </pc:spChg>
        <pc:spChg chg="add mod">
          <ac:chgData name="최원석" userId="ab1b4259-859a-4919-9abf-b77e9f90f024" providerId="ADAL" clId="{168EFA5E-6CC1-461E-9B41-7E1554F83789}" dt="2025-12-01T04:24:08.538" v="64191"/>
          <ac:spMkLst>
            <pc:docMk/>
            <pc:sldMk cId="2136755192" sldId="2147483614"/>
            <ac:spMk id="28" creationId="{4D59AA0B-24E7-3005-1B1C-84E82FBD5823}"/>
          </ac:spMkLst>
        </pc:spChg>
        <pc:spChg chg="mod">
          <ac:chgData name="최원석" userId="ab1b4259-859a-4919-9abf-b77e9f90f024" providerId="ADAL" clId="{168EFA5E-6CC1-461E-9B41-7E1554F83789}" dt="2025-12-01T04:23:17.740" v="64181" actId="14100"/>
          <ac:spMkLst>
            <pc:docMk/>
            <pc:sldMk cId="2136755192" sldId="2147483614"/>
            <ac:spMk id="29" creationId="{8D6D8A37-8ECD-EAD9-8DEF-BDB7723A76BC}"/>
          </ac:spMkLst>
        </pc:spChg>
        <pc:spChg chg="del">
          <ac:chgData name="최원석" userId="ab1b4259-859a-4919-9abf-b77e9f90f024" providerId="ADAL" clId="{168EFA5E-6CC1-461E-9B41-7E1554F83789}" dt="2025-12-01T04:24:04.458" v="64190" actId="478"/>
          <ac:spMkLst>
            <pc:docMk/>
            <pc:sldMk cId="2136755192" sldId="2147483614"/>
            <ac:spMk id="32" creationId="{6829A4DC-6EAE-E668-696E-0EDFEE2414E5}"/>
          </ac:spMkLst>
        </pc:spChg>
        <pc:spChg chg="del">
          <ac:chgData name="최원석" userId="ab1b4259-859a-4919-9abf-b77e9f90f024" providerId="ADAL" clId="{168EFA5E-6CC1-461E-9B41-7E1554F83789}" dt="2025-12-01T04:24:04.458" v="64190" actId="478"/>
          <ac:spMkLst>
            <pc:docMk/>
            <pc:sldMk cId="2136755192" sldId="2147483614"/>
            <ac:spMk id="34" creationId="{347DB6BA-A50D-9A08-DF4A-368933724D75}"/>
          </ac:spMkLst>
        </pc:spChg>
        <pc:spChg chg="del">
          <ac:chgData name="최원석" userId="ab1b4259-859a-4919-9abf-b77e9f90f024" providerId="ADAL" clId="{168EFA5E-6CC1-461E-9B41-7E1554F83789}" dt="2025-12-01T04:24:04.458" v="64190" actId="478"/>
          <ac:spMkLst>
            <pc:docMk/>
            <pc:sldMk cId="2136755192" sldId="2147483614"/>
            <ac:spMk id="44" creationId="{A6437982-091F-B882-6CF3-3912FD48439D}"/>
          </ac:spMkLst>
        </pc:spChg>
        <pc:spChg chg="del">
          <ac:chgData name="최원석" userId="ab1b4259-859a-4919-9abf-b77e9f90f024" providerId="ADAL" clId="{168EFA5E-6CC1-461E-9B41-7E1554F83789}" dt="2025-12-01T04:24:04.458" v="64190" actId="478"/>
          <ac:spMkLst>
            <pc:docMk/>
            <pc:sldMk cId="2136755192" sldId="2147483614"/>
            <ac:spMk id="51" creationId="{6E90862B-CC73-A3B9-C5ED-536B3D2CE4C8}"/>
          </ac:spMkLst>
        </pc:spChg>
        <pc:spChg chg="del">
          <ac:chgData name="최원석" userId="ab1b4259-859a-4919-9abf-b77e9f90f024" providerId="ADAL" clId="{168EFA5E-6CC1-461E-9B41-7E1554F83789}" dt="2025-12-01T04:24:04.458" v="64190" actId="478"/>
          <ac:spMkLst>
            <pc:docMk/>
            <pc:sldMk cId="2136755192" sldId="2147483614"/>
            <ac:spMk id="53" creationId="{55B54644-71B5-0CB4-CDBB-580ABA28959F}"/>
          </ac:spMkLst>
        </pc:spChg>
        <pc:spChg chg="del">
          <ac:chgData name="최원석" userId="ab1b4259-859a-4919-9abf-b77e9f90f024" providerId="ADAL" clId="{168EFA5E-6CC1-461E-9B41-7E1554F83789}" dt="2025-12-01T04:24:04.458" v="64190" actId="478"/>
          <ac:spMkLst>
            <pc:docMk/>
            <pc:sldMk cId="2136755192" sldId="2147483614"/>
            <ac:spMk id="54" creationId="{13D5A46E-DDDD-F68A-021E-46A033D33B97}"/>
          </ac:spMkLst>
        </pc:spChg>
        <pc:spChg chg="del">
          <ac:chgData name="최원석" userId="ab1b4259-859a-4919-9abf-b77e9f90f024" providerId="ADAL" clId="{168EFA5E-6CC1-461E-9B41-7E1554F83789}" dt="2025-12-01T04:24:04.458" v="64190" actId="478"/>
          <ac:spMkLst>
            <pc:docMk/>
            <pc:sldMk cId="2136755192" sldId="2147483614"/>
            <ac:spMk id="59" creationId="{700032A8-8513-25FA-7AB3-42740C63AB2A}"/>
          </ac:spMkLst>
        </pc:spChg>
        <pc:spChg chg="del">
          <ac:chgData name="최원석" userId="ab1b4259-859a-4919-9abf-b77e9f90f024" providerId="ADAL" clId="{168EFA5E-6CC1-461E-9B41-7E1554F83789}" dt="2025-12-01T04:24:04.458" v="64190" actId="478"/>
          <ac:spMkLst>
            <pc:docMk/>
            <pc:sldMk cId="2136755192" sldId="2147483614"/>
            <ac:spMk id="69" creationId="{C7A9224B-3B38-6DD2-45E6-014AED098AAE}"/>
          </ac:spMkLst>
        </pc:spChg>
        <pc:spChg chg="del">
          <ac:chgData name="최원석" userId="ab1b4259-859a-4919-9abf-b77e9f90f024" providerId="ADAL" clId="{168EFA5E-6CC1-461E-9B41-7E1554F83789}" dt="2025-12-01T04:24:04.458" v="64190" actId="478"/>
          <ac:spMkLst>
            <pc:docMk/>
            <pc:sldMk cId="2136755192" sldId="2147483614"/>
            <ac:spMk id="86" creationId="{9E580BF8-F4B5-1D0B-CD44-7ED01964C4A0}"/>
          </ac:spMkLst>
        </pc:spChg>
        <pc:spChg chg="del">
          <ac:chgData name="최원석" userId="ab1b4259-859a-4919-9abf-b77e9f90f024" providerId="ADAL" clId="{168EFA5E-6CC1-461E-9B41-7E1554F83789}" dt="2025-12-01T04:24:04.458" v="64190" actId="478"/>
          <ac:spMkLst>
            <pc:docMk/>
            <pc:sldMk cId="2136755192" sldId="2147483614"/>
            <ac:spMk id="95" creationId="{70B71D42-443D-328D-4F01-F41683C03400}"/>
          </ac:spMkLst>
        </pc:spChg>
        <pc:spChg chg="add mod">
          <ac:chgData name="최원석" userId="ab1b4259-859a-4919-9abf-b77e9f90f024" providerId="ADAL" clId="{168EFA5E-6CC1-461E-9B41-7E1554F83789}" dt="2025-12-01T04:24:08.538" v="64191"/>
          <ac:spMkLst>
            <pc:docMk/>
            <pc:sldMk cId="2136755192" sldId="2147483614"/>
            <ac:spMk id="112" creationId="{71888D73-E25E-9CA7-1209-A697CCB1B101}"/>
          </ac:spMkLst>
        </pc:spChg>
        <pc:spChg chg="add mod">
          <ac:chgData name="최원석" userId="ab1b4259-859a-4919-9abf-b77e9f90f024" providerId="ADAL" clId="{168EFA5E-6CC1-461E-9B41-7E1554F83789}" dt="2025-12-01T04:24:08.538" v="64191"/>
          <ac:spMkLst>
            <pc:docMk/>
            <pc:sldMk cId="2136755192" sldId="2147483614"/>
            <ac:spMk id="116" creationId="{4EA630E8-5E92-1695-32EF-284111C8E6B8}"/>
          </ac:spMkLst>
        </pc:spChg>
        <pc:spChg chg="add mod">
          <ac:chgData name="최원석" userId="ab1b4259-859a-4919-9abf-b77e9f90f024" providerId="ADAL" clId="{168EFA5E-6CC1-461E-9B41-7E1554F83789}" dt="2025-12-01T04:24:08.538" v="64191"/>
          <ac:spMkLst>
            <pc:docMk/>
            <pc:sldMk cId="2136755192" sldId="2147483614"/>
            <ac:spMk id="128" creationId="{303FA7AF-C4F1-618A-8E5C-9C6266D982F7}"/>
          </ac:spMkLst>
        </pc:spChg>
        <pc:spChg chg="add mod">
          <ac:chgData name="최원석" userId="ab1b4259-859a-4919-9abf-b77e9f90f024" providerId="ADAL" clId="{168EFA5E-6CC1-461E-9B41-7E1554F83789}" dt="2025-12-01T04:24:08.538" v="64191"/>
          <ac:spMkLst>
            <pc:docMk/>
            <pc:sldMk cId="2136755192" sldId="2147483614"/>
            <ac:spMk id="136" creationId="{090B0213-44FD-D8E3-F87A-ABF52B328265}"/>
          </ac:spMkLst>
        </pc:spChg>
        <pc:spChg chg="add mod">
          <ac:chgData name="최원석" userId="ab1b4259-859a-4919-9abf-b77e9f90f024" providerId="ADAL" clId="{168EFA5E-6CC1-461E-9B41-7E1554F83789}" dt="2025-12-01T04:24:08.538" v="64191"/>
          <ac:spMkLst>
            <pc:docMk/>
            <pc:sldMk cId="2136755192" sldId="2147483614"/>
            <ac:spMk id="151" creationId="{76CDF16D-8B73-5B00-D91B-038B89C68104}"/>
          </ac:spMkLst>
        </pc:spChg>
        <pc:picChg chg="add mod">
          <ac:chgData name="최원석" userId="ab1b4259-859a-4919-9abf-b77e9f90f024" providerId="ADAL" clId="{168EFA5E-6CC1-461E-9B41-7E1554F83789}" dt="2025-12-01T04:23:55.261" v="64189" actId="1076"/>
          <ac:picMkLst>
            <pc:docMk/>
            <pc:sldMk cId="2136755192" sldId="2147483614"/>
            <ac:picMk id="4" creationId="{7B37036E-D737-EEF5-5FE4-DDAD9D6941A7}"/>
          </ac:picMkLst>
        </pc:picChg>
        <pc:picChg chg="mod">
          <ac:chgData name="최원석" userId="ab1b4259-859a-4919-9abf-b77e9f90f024" providerId="ADAL" clId="{168EFA5E-6CC1-461E-9B41-7E1554F83789}" dt="2025-12-01T04:24:41.970" v="64198" actId="1076"/>
          <ac:picMkLst>
            <pc:docMk/>
            <pc:sldMk cId="2136755192" sldId="2147483614"/>
            <ac:picMk id="24" creationId="{7D30E1DE-97F2-9703-31D7-C7ADD4F42937}"/>
          </ac:picMkLst>
        </pc:picChg>
        <pc:picChg chg="del">
          <ac:chgData name="최원석" userId="ab1b4259-859a-4919-9abf-b77e9f90f024" providerId="ADAL" clId="{168EFA5E-6CC1-461E-9B41-7E1554F83789}" dt="2025-12-01T04:23:45.361" v="64186" actId="478"/>
          <ac:picMkLst>
            <pc:docMk/>
            <pc:sldMk cId="2136755192" sldId="2147483614"/>
            <ac:picMk id="104" creationId="{38A8C12A-4F6E-C1C0-05F6-690917558AAA}"/>
          </ac:picMkLst>
        </pc:picChg>
        <pc:picChg chg="mod">
          <ac:chgData name="최원석" userId="ab1b4259-859a-4919-9abf-b77e9f90f024" providerId="ADAL" clId="{168EFA5E-6CC1-461E-9B41-7E1554F83789}" dt="2025-12-01T04:24:41.970" v="64198" actId="1076"/>
          <ac:picMkLst>
            <pc:docMk/>
            <pc:sldMk cId="2136755192" sldId="2147483614"/>
            <ac:picMk id="113" creationId="{C896D91A-B9E2-BF72-E0A2-4C1145DF1DC1}"/>
          </ac:picMkLst>
        </pc:picChg>
        <pc:picChg chg="mod">
          <ac:chgData name="최원석" userId="ab1b4259-859a-4919-9abf-b77e9f90f024" providerId="ADAL" clId="{168EFA5E-6CC1-461E-9B41-7E1554F83789}" dt="2025-12-01T04:24:41.970" v="64198" actId="1076"/>
          <ac:picMkLst>
            <pc:docMk/>
            <pc:sldMk cId="2136755192" sldId="2147483614"/>
            <ac:picMk id="119" creationId="{05BFF0CA-DEFE-EC60-9909-C5F8E5A9733E}"/>
          </ac:picMkLst>
        </pc:picChg>
        <pc:picChg chg="mod">
          <ac:chgData name="최원석" userId="ab1b4259-859a-4919-9abf-b77e9f90f024" providerId="ADAL" clId="{168EFA5E-6CC1-461E-9B41-7E1554F83789}" dt="2025-12-01T04:24:41.970" v="64198" actId="1076"/>
          <ac:picMkLst>
            <pc:docMk/>
            <pc:sldMk cId="2136755192" sldId="2147483614"/>
            <ac:picMk id="125" creationId="{0CD4631B-2386-4958-1E64-FC88900E76C3}"/>
          </ac:picMkLst>
        </pc:picChg>
        <pc:picChg chg="mod">
          <ac:chgData name="최원석" userId="ab1b4259-859a-4919-9abf-b77e9f90f024" providerId="ADAL" clId="{168EFA5E-6CC1-461E-9B41-7E1554F83789}" dt="2025-12-01T04:24:41.970" v="64198" actId="1076"/>
          <ac:picMkLst>
            <pc:docMk/>
            <pc:sldMk cId="2136755192" sldId="2147483614"/>
            <ac:picMk id="139" creationId="{68B60A10-8A5F-5D1F-4A45-AC85111DA48D}"/>
          </ac:picMkLst>
        </pc:picChg>
        <pc:picChg chg="mod">
          <ac:chgData name="최원석" userId="ab1b4259-859a-4919-9abf-b77e9f90f024" providerId="ADAL" clId="{168EFA5E-6CC1-461E-9B41-7E1554F83789}" dt="2025-12-01T04:24:41.970" v="64198" actId="1076"/>
          <ac:picMkLst>
            <pc:docMk/>
            <pc:sldMk cId="2136755192" sldId="2147483614"/>
            <ac:picMk id="147" creationId="{6FDBC843-CCF8-E3D9-0AD5-42E30F0477BC}"/>
          </ac:picMkLst>
        </pc:picChg>
        <pc:picChg chg="mod">
          <ac:chgData name="최원석" userId="ab1b4259-859a-4919-9abf-b77e9f90f024" providerId="ADAL" clId="{168EFA5E-6CC1-461E-9B41-7E1554F83789}" dt="2025-12-01T04:24:41.970" v="64198" actId="1076"/>
          <ac:picMkLst>
            <pc:docMk/>
            <pc:sldMk cId="2136755192" sldId="2147483614"/>
            <ac:picMk id="153" creationId="{29C7C307-E7D8-B81F-04C3-B00FF5A648EB}"/>
          </ac:picMkLst>
        </pc:picChg>
        <pc:picChg chg="mod">
          <ac:chgData name="최원석" userId="ab1b4259-859a-4919-9abf-b77e9f90f024" providerId="ADAL" clId="{168EFA5E-6CC1-461E-9B41-7E1554F83789}" dt="2025-12-01T04:24:41.970" v="64198" actId="1076"/>
          <ac:picMkLst>
            <pc:docMk/>
            <pc:sldMk cId="2136755192" sldId="2147483614"/>
            <ac:picMk id="156" creationId="{C6E9F8BF-1017-A2E7-AE85-42F0C70697DC}"/>
          </ac:picMkLst>
        </pc:picChg>
      </pc:sldChg>
      <pc:sldChg chg="addSp delSp modSp add mod">
        <pc:chgData name="최원석" userId="ab1b4259-859a-4919-9abf-b77e9f90f024" providerId="ADAL" clId="{168EFA5E-6CC1-461E-9B41-7E1554F83789}" dt="2025-12-01T04:28:08.218" v="64249" actId="1076"/>
        <pc:sldMkLst>
          <pc:docMk/>
          <pc:sldMk cId="344540654" sldId="2147483615"/>
        </pc:sldMkLst>
        <pc:spChg chg="mod">
          <ac:chgData name="최원석" userId="ab1b4259-859a-4919-9abf-b77e9f90f024" providerId="ADAL" clId="{168EFA5E-6CC1-461E-9B41-7E1554F83789}" dt="2025-12-01T04:25:36.842" v="64207" actId="20577"/>
          <ac:spMkLst>
            <pc:docMk/>
            <pc:sldMk cId="344540654" sldId="2147483615"/>
            <ac:spMk id="2" creationId="{7A7DDCF9-A6C5-19A1-CD76-E7986AC40FD1}"/>
          </ac:spMkLst>
        </pc:spChg>
        <pc:spChg chg="mod">
          <ac:chgData name="최원석" userId="ab1b4259-859a-4919-9abf-b77e9f90f024" providerId="ADAL" clId="{168EFA5E-6CC1-461E-9B41-7E1554F83789}" dt="2025-12-01T04:25:57.742" v="64212" actId="14100"/>
          <ac:spMkLst>
            <pc:docMk/>
            <pc:sldMk cId="344540654" sldId="2147483615"/>
            <ac:spMk id="5" creationId="{B8BAE9CD-991D-7BAC-9684-CE6BB8710528}"/>
          </ac:spMkLst>
        </pc:spChg>
        <pc:spChg chg="mod">
          <ac:chgData name="최원석" userId="ab1b4259-859a-4919-9abf-b77e9f90f024" providerId="ADAL" clId="{168EFA5E-6CC1-461E-9B41-7E1554F83789}" dt="2025-12-01T04:27:48.917" v="64245" actId="1038"/>
          <ac:spMkLst>
            <pc:docMk/>
            <pc:sldMk cId="344540654" sldId="2147483615"/>
            <ac:spMk id="6" creationId="{4FB2EA19-0C49-CB1B-7600-F0E74B65D636}"/>
          </ac:spMkLst>
        </pc:spChg>
        <pc:spChg chg="mod">
          <ac:chgData name="최원석" userId="ab1b4259-859a-4919-9abf-b77e9f90f024" providerId="ADAL" clId="{168EFA5E-6CC1-461E-9B41-7E1554F83789}" dt="2025-12-01T04:27:42.795" v="64238" actId="14100"/>
          <ac:spMkLst>
            <pc:docMk/>
            <pc:sldMk cId="344540654" sldId="2147483615"/>
            <ac:spMk id="7" creationId="{BEAE0304-8B85-A5DD-F3CB-BAFF4FED74F6}"/>
          </ac:spMkLst>
        </pc:spChg>
        <pc:spChg chg="mod">
          <ac:chgData name="최원석" userId="ab1b4259-859a-4919-9abf-b77e9f90f024" providerId="ADAL" clId="{168EFA5E-6CC1-461E-9B41-7E1554F83789}" dt="2025-12-01T04:28:05.161" v="64248" actId="14100"/>
          <ac:spMkLst>
            <pc:docMk/>
            <pc:sldMk cId="344540654" sldId="2147483615"/>
            <ac:spMk id="8" creationId="{C087FBAB-5DC3-3F6E-BE9F-8E253097239C}"/>
          </ac:spMkLst>
        </pc:spChg>
        <pc:spChg chg="add mod">
          <ac:chgData name="최원석" userId="ab1b4259-859a-4919-9abf-b77e9f90f024" providerId="ADAL" clId="{168EFA5E-6CC1-461E-9B41-7E1554F83789}" dt="2025-12-01T04:25:49.005" v="64209" actId="1076"/>
          <ac:spMkLst>
            <pc:docMk/>
            <pc:sldMk cId="344540654" sldId="2147483615"/>
            <ac:spMk id="9" creationId="{4BD86ABF-ACCC-11AD-5B64-F8A0D9A0FB58}"/>
          </ac:spMkLst>
        </pc:spChg>
        <pc:spChg chg="mod">
          <ac:chgData name="최원석" userId="ab1b4259-859a-4919-9abf-b77e9f90f024" providerId="ADAL" clId="{168EFA5E-6CC1-461E-9B41-7E1554F83789}" dt="2025-12-01T04:26:38.984" v="64224" actId="1076"/>
          <ac:spMkLst>
            <pc:docMk/>
            <pc:sldMk cId="344540654" sldId="2147483615"/>
            <ac:spMk id="11" creationId="{AB3AF5D1-2F32-4E1D-48E8-36E3E8DA4CFF}"/>
          </ac:spMkLst>
        </pc:spChg>
        <pc:spChg chg="mod">
          <ac:chgData name="최원석" userId="ab1b4259-859a-4919-9abf-b77e9f90f024" providerId="ADAL" clId="{168EFA5E-6CC1-461E-9B41-7E1554F83789}" dt="2025-12-01T04:26:33.941" v="64222" actId="122"/>
          <ac:spMkLst>
            <pc:docMk/>
            <pc:sldMk cId="344540654" sldId="2147483615"/>
            <ac:spMk id="14" creationId="{2B75E93B-DA27-06F4-9C7E-716353B4DE45}"/>
          </ac:spMkLst>
        </pc:spChg>
        <pc:spChg chg="mod">
          <ac:chgData name="최원석" userId="ab1b4259-859a-4919-9abf-b77e9f90f024" providerId="ADAL" clId="{168EFA5E-6CC1-461E-9B41-7E1554F83789}" dt="2025-12-01T04:26:33.941" v="64222" actId="122"/>
          <ac:spMkLst>
            <pc:docMk/>
            <pc:sldMk cId="344540654" sldId="2147483615"/>
            <ac:spMk id="17" creationId="{59722099-B74E-CD0F-FBB7-B7D889DE2AF9}"/>
          </ac:spMkLst>
        </pc:spChg>
        <pc:spChg chg="mod">
          <ac:chgData name="최원석" userId="ab1b4259-859a-4919-9abf-b77e9f90f024" providerId="ADAL" clId="{168EFA5E-6CC1-461E-9B41-7E1554F83789}" dt="2025-12-01T04:26:33.941" v="64222" actId="122"/>
          <ac:spMkLst>
            <pc:docMk/>
            <pc:sldMk cId="344540654" sldId="2147483615"/>
            <ac:spMk id="21" creationId="{3472820E-90E3-1CE5-F6FE-FA64EE923ED8}"/>
          </ac:spMkLst>
        </pc:spChg>
        <pc:spChg chg="add mod">
          <ac:chgData name="최원석" userId="ab1b4259-859a-4919-9abf-b77e9f90f024" providerId="ADAL" clId="{168EFA5E-6CC1-461E-9B41-7E1554F83789}" dt="2025-12-01T04:25:49.005" v="64209" actId="1076"/>
          <ac:spMkLst>
            <pc:docMk/>
            <pc:sldMk cId="344540654" sldId="2147483615"/>
            <ac:spMk id="22" creationId="{0A78C30C-1B8E-1EA3-0F4F-483D3B9217B8}"/>
          </ac:spMkLst>
        </pc:spChg>
        <pc:spChg chg="add mod">
          <ac:chgData name="최원석" userId="ab1b4259-859a-4919-9abf-b77e9f90f024" providerId="ADAL" clId="{168EFA5E-6CC1-461E-9B41-7E1554F83789}" dt="2025-12-01T04:25:49.005" v="64209" actId="1076"/>
          <ac:spMkLst>
            <pc:docMk/>
            <pc:sldMk cId="344540654" sldId="2147483615"/>
            <ac:spMk id="23" creationId="{728F58D4-AD84-ACB0-4E39-7E8360E959F1}"/>
          </ac:spMkLst>
        </pc:spChg>
        <pc:spChg chg="del">
          <ac:chgData name="최원석" userId="ab1b4259-859a-4919-9abf-b77e9f90f024" providerId="ADAL" clId="{168EFA5E-6CC1-461E-9B41-7E1554F83789}" dt="2025-12-01T04:25:11.384" v="64202" actId="478"/>
          <ac:spMkLst>
            <pc:docMk/>
            <pc:sldMk cId="344540654" sldId="2147483615"/>
            <ac:spMk id="33" creationId="{B3286A3D-1E01-A8B7-937A-5ABB248813E5}"/>
          </ac:spMkLst>
        </pc:spChg>
        <pc:spChg chg="del">
          <ac:chgData name="최원석" userId="ab1b4259-859a-4919-9abf-b77e9f90f024" providerId="ADAL" clId="{168EFA5E-6CC1-461E-9B41-7E1554F83789}" dt="2025-12-01T04:25:11.384" v="64202" actId="478"/>
          <ac:spMkLst>
            <pc:docMk/>
            <pc:sldMk cId="344540654" sldId="2147483615"/>
            <ac:spMk id="43" creationId="{0820473D-20E6-69D4-6657-BA9C1D407A8E}"/>
          </ac:spMkLst>
        </pc:spChg>
        <pc:spChg chg="del">
          <ac:chgData name="최원석" userId="ab1b4259-859a-4919-9abf-b77e9f90f024" providerId="ADAL" clId="{168EFA5E-6CC1-461E-9B41-7E1554F83789}" dt="2025-12-01T04:25:11.384" v="64202" actId="478"/>
          <ac:spMkLst>
            <pc:docMk/>
            <pc:sldMk cId="344540654" sldId="2147483615"/>
            <ac:spMk id="49" creationId="{781629E8-0DEB-8364-EC09-4B38AF0D6671}"/>
          </ac:spMkLst>
        </pc:spChg>
        <pc:spChg chg="del">
          <ac:chgData name="최원석" userId="ab1b4259-859a-4919-9abf-b77e9f90f024" providerId="ADAL" clId="{168EFA5E-6CC1-461E-9B41-7E1554F83789}" dt="2025-12-01T04:25:11.384" v="64202" actId="478"/>
          <ac:spMkLst>
            <pc:docMk/>
            <pc:sldMk cId="344540654" sldId="2147483615"/>
            <ac:spMk id="50" creationId="{C41D127A-C60E-92E7-009D-75B7C39FD45A}"/>
          </ac:spMkLst>
        </pc:spChg>
        <pc:spChg chg="del">
          <ac:chgData name="최원석" userId="ab1b4259-859a-4919-9abf-b77e9f90f024" providerId="ADAL" clId="{168EFA5E-6CC1-461E-9B41-7E1554F83789}" dt="2025-12-01T04:25:11.384" v="64202" actId="478"/>
          <ac:spMkLst>
            <pc:docMk/>
            <pc:sldMk cId="344540654" sldId="2147483615"/>
            <ac:spMk id="51" creationId="{5536ACBB-43A0-768B-6F23-11FE5DC3DC2E}"/>
          </ac:spMkLst>
        </pc:spChg>
        <pc:spChg chg="del">
          <ac:chgData name="최원석" userId="ab1b4259-859a-4919-9abf-b77e9f90f024" providerId="ADAL" clId="{168EFA5E-6CC1-461E-9B41-7E1554F83789}" dt="2025-12-01T04:25:11.384" v="64202" actId="478"/>
          <ac:spMkLst>
            <pc:docMk/>
            <pc:sldMk cId="344540654" sldId="2147483615"/>
            <ac:spMk id="61" creationId="{CB6C89FD-7F50-DB52-83E4-CB5522946AF7}"/>
          </ac:spMkLst>
        </pc:spChg>
        <pc:spChg chg="del">
          <ac:chgData name="최원석" userId="ab1b4259-859a-4919-9abf-b77e9f90f024" providerId="ADAL" clId="{168EFA5E-6CC1-461E-9B41-7E1554F83789}" dt="2025-12-01T04:25:11.384" v="64202" actId="478"/>
          <ac:spMkLst>
            <pc:docMk/>
            <pc:sldMk cId="344540654" sldId="2147483615"/>
            <ac:spMk id="64" creationId="{87561248-2481-1E97-68DB-40AB322750AE}"/>
          </ac:spMkLst>
        </pc:spChg>
        <pc:spChg chg="del">
          <ac:chgData name="최원석" userId="ab1b4259-859a-4919-9abf-b77e9f90f024" providerId="ADAL" clId="{168EFA5E-6CC1-461E-9B41-7E1554F83789}" dt="2025-12-01T04:25:11.384" v="64202" actId="478"/>
          <ac:spMkLst>
            <pc:docMk/>
            <pc:sldMk cId="344540654" sldId="2147483615"/>
            <ac:spMk id="70" creationId="{2B37D63E-5FD9-162C-361F-03FC7F4EF743}"/>
          </ac:spMkLst>
        </pc:spChg>
        <pc:spChg chg="del">
          <ac:chgData name="최원석" userId="ab1b4259-859a-4919-9abf-b77e9f90f024" providerId="ADAL" clId="{168EFA5E-6CC1-461E-9B41-7E1554F83789}" dt="2025-12-01T04:25:11.384" v="64202" actId="478"/>
          <ac:spMkLst>
            <pc:docMk/>
            <pc:sldMk cId="344540654" sldId="2147483615"/>
            <ac:spMk id="71" creationId="{8AD708FC-6E29-4E04-E8E9-E3CAF31535E5}"/>
          </ac:spMkLst>
        </pc:spChg>
        <pc:spChg chg="del">
          <ac:chgData name="최원석" userId="ab1b4259-859a-4919-9abf-b77e9f90f024" providerId="ADAL" clId="{168EFA5E-6CC1-461E-9B41-7E1554F83789}" dt="2025-12-01T04:25:11.384" v="64202" actId="478"/>
          <ac:spMkLst>
            <pc:docMk/>
            <pc:sldMk cId="344540654" sldId="2147483615"/>
            <ac:spMk id="80" creationId="{A70F24E2-3EF0-F2B6-487D-FF3BCAE31C1F}"/>
          </ac:spMkLst>
        </pc:spChg>
        <pc:spChg chg="add mod">
          <ac:chgData name="최원석" userId="ab1b4259-859a-4919-9abf-b77e9f90f024" providerId="ADAL" clId="{168EFA5E-6CC1-461E-9B41-7E1554F83789}" dt="2025-12-01T04:25:49.005" v="64209" actId="1076"/>
          <ac:spMkLst>
            <pc:docMk/>
            <pc:sldMk cId="344540654" sldId="2147483615"/>
            <ac:spMk id="101" creationId="{4F58DF14-0A55-A201-2A21-66E0B4E84137}"/>
          </ac:spMkLst>
        </pc:spChg>
        <pc:spChg chg="mod">
          <ac:chgData name="최원석" userId="ab1b4259-859a-4919-9abf-b77e9f90f024" providerId="ADAL" clId="{168EFA5E-6CC1-461E-9B41-7E1554F83789}" dt="2025-12-01T04:26:22.394" v="64219" actId="1076"/>
          <ac:spMkLst>
            <pc:docMk/>
            <pc:sldMk cId="344540654" sldId="2147483615"/>
            <ac:spMk id="102" creationId="{A562C78F-1E9A-D069-190E-C3A0A6658E1F}"/>
          </ac:spMkLst>
        </pc:spChg>
        <pc:spChg chg="add mod">
          <ac:chgData name="최원석" userId="ab1b4259-859a-4919-9abf-b77e9f90f024" providerId="ADAL" clId="{168EFA5E-6CC1-461E-9B41-7E1554F83789}" dt="2025-12-01T04:25:49.005" v="64209" actId="1076"/>
          <ac:spMkLst>
            <pc:docMk/>
            <pc:sldMk cId="344540654" sldId="2147483615"/>
            <ac:spMk id="108" creationId="{390438EC-8814-5502-F557-EA2FEB8BCA26}"/>
          </ac:spMkLst>
        </pc:spChg>
        <pc:spChg chg="mod">
          <ac:chgData name="최원석" userId="ab1b4259-859a-4919-9abf-b77e9f90f024" providerId="ADAL" clId="{168EFA5E-6CC1-461E-9B41-7E1554F83789}" dt="2025-12-01T04:26:22.394" v="64219" actId="1076"/>
          <ac:spMkLst>
            <pc:docMk/>
            <pc:sldMk cId="344540654" sldId="2147483615"/>
            <ac:spMk id="109" creationId="{A066AB3F-2CE4-9126-CDAE-A0AE5A09C127}"/>
          </ac:spMkLst>
        </pc:spChg>
        <pc:spChg chg="mod">
          <ac:chgData name="최원석" userId="ab1b4259-859a-4919-9abf-b77e9f90f024" providerId="ADAL" clId="{168EFA5E-6CC1-461E-9B41-7E1554F83789}" dt="2025-12-01T04:26:22.394" v="64219" actId="1076"/>
          <ac:spMkLst>
            <pc:docMk/>
            <pc:sldMk cId="344540654" sldId="2147483615"/>
            <ac:spMk id="110" creationId="{BCA8B9CE-8D9A-CB71-D1E7-0DFE034CF8AD}"/>
          </ac:spMkLst>
        </pc:spChg>
        <pc:spChg chg="add mod">
          <ac:chgData name="최원석" userId="ab1b4259-859a-4919-9abf-b77e9f90f024" providerId="ADAL" clId="{168EFA5E-6CC1-461E-9B41-7E1554F83789}" dt="2025-12-01T04:26:22.394" v="64219" actId="1076"/>
          <ac:spMkLst>
            <pc:docMk/>
            <pc:sldMk cId="344540654" sldId="2147483615"/>
            <ac:spMk id="113" creationId="{5F7DF09F-5D61-CD96-FD49-C9AA50D01F60}"/>
          </ac:spMkLst>
        </pc:spChg>
        <pc:spChg chg="mod">
          <ac:chgData name="최원석" userId="ab1b4259-859a-4919-9abf-b77e9f90f024" providerId="ADAL" clId="{168EFA5E-6CC1-461E-9B41-7E1554F83789}" dt="2025-12-01T04:25:53.447" v="64211" actId="403"/>
          <ac:spMkLst>
            <pc:docMk/>
            <pc:sldMk cId="344540654" sldId="2147483615"/>
            <ac:spMk id="117" creationId="{EA901C8C-BEBB-5C56-B2C3-6C0D452C0EEB}"/>
          </ac:spMkLst>
        </pc:spChg>
        <pc:spChg chg="mod">
          <ac:chgData name="최원석" userId="ab1b4259-859a-4919-9abf-b77e9f90f024" providerId="ADAL" clId="{168EFA5E-6CC1-461E-9B41-7E1554F83789}" dt="2025-12-01T04:27:55.086" v="64246" actId="14100"/>
          <ac:spMkLst>
            <pc:docMk/>
            <pc:sldMk cId="344540654" sldId="2147483615"/>
            <ac:spMk id="118" creationId="{C63A885F-661C-5773-50AA-3B115430603B}"/>
          </ac:spMkLst>
        </pc:spChg>
        <pc:spChg chg="mod">
          <ac:chgData name="최원석" userId="ab1b4259-859a-4919-9abf-b77e9f90f024" providerId="ADAL" clId="{168EFA5E-6CC1-461E-9B41-7E1554F83789}" dt="2025-12-01T04:27:57.509" v="64247" actId="14100"/>
          <ac:spMkLst>
            <pc:docMk/>
            <pc:sldMk cId="344540654" sldId="2147483615"/>
            <ac:spMk id="119" creationId="{0449AAA4-E6E9-903C-8955-83C29BED0990}"/>
          </ac:spMkLst>
        </pc:spChg>
        <pc:spChg chg="mod">
          <ac:chgData name="최원석" userId="ab1b4259-859a-4919-9abf-b77e9f90f024" providerId="ADAL" clId="{168EFA5E-6CC1-461E-9B41-7E1554F83789}" dt="2025-12-01T04:28:05.161" v="64248" actId="14100"/>
          <ac:spMkLst>
            <pc:docMk/>
            <pc:sldMk cId="344540654" sldId="2147483615"/>
            <ac:spMk id="120" creationId="{95F3827E-71D4-E907-96C9-AB4272DF0ACB}"/>
          </ac:spMkLst>
        </pc:spChg>
        <pc:spChg chg="mod">
          <ac:chgData name="최원석" userId="ab1b4259-859a-4919-9abf-b77e9f90f024" providerId="ADAL" clId="{168EFA5E-6CC1-461E-9B41-7E1554F83789}" dt="2025-12-01T04:26:22.394" v="64219" actId="1076"/>
          <ac:spMkLst>
            <pc:docMk/>
            <pc:sldMk cId="344540654" sldId="2147483615"/>
            <ac:spMk id="121" creationId="{6C4C74D8-7DFB-D1AF-24AB-186DD75ABCBA}"/>
          </ac:spMkLst>
        </pc:spChg>
        <pc:spChg chg="add mod">
          <ac:chgData name="최원석" userId="ab1b4259-859a-4919-9abf-b77e9f90f024" providerId="ADAL" clId="{168EFA5E-6CC1-461E-9B41-7E1554F83789}" dt="2025-12-01T04:28:08.218" v="64249" actId="1076"/>
          <ac:spMkLst>
            <pc:docMk/>
            <pc:sldMk cId="344540654" sldId="2147483615"/>
            <ac:spMk id="122" creationId="{8F2D7B57-F2DA-6122-E7C3-31557E7D3B2E}"/>
          </ac:spMkLst>
        </pc:spChg>
        <pc:spChg chg="mod">
          <ac:chgData name="최원석" userId="ab1b4259-859a-4919-9abf-b77e9f90f024" providerId="ADAL" clId="{168EFA5E-6CC1-461E-9B41-7E1554F83789}" dt="2025-12-01T04:28:08.218" v="64249" actId="1076"/>
          <ac:spMkLst>
            <pc:docMk/>
            <pc:sldMk cId="344540654" sldId="2147483615"/>
            <ac:spMk id="123" creationId="{A65B4689-C0A7-B6D4-1321-9E43C58709BF}"/>
          </ac:spMkLst>
        </pc:spChg>
        <pc:spChg chg="mod">
          <ac:chgData name="최원석" userId="ab1b4259-859a-4919-9abf-b77e9f90f024" providerId="ADAL" clId="{168EFA5E-6CC1-461E-9B41-7E1554F83789}" dt="2025-12-01T04:27:06.770" v="64228" actId="14100"/>
          <ac:spMkLst>
            <pc:docMk/>
            <pc:sldMk cId="344540654" sldId="2147483615"/>
            <ac:spMk id="126" creationId="{674F2342-4E9B-FCC1-9D1B-D5EEAB057D4A}"/>
          </ac:spMkLst>
        </pc:spChg>
        <pc:spChg chg="mod">
          <ac:chgData name="최원석" userId="ab1b4259-859a-4919-9abf-b77e9f90f024" providerId="ADAL" clId="{168EFA5E-6CC1-461E-9B41-7E1554F83789}" dt="2025-12-01T04:27:02.891" v="64227" actId="403"/>
          <ac:spMkLst>
            <pc:docMk/>
            <pc:sldMk cId="344540654" sldId="2147483615"/>
            <ac:spMk id="129" creationId="{D9619487-22DA-504F-6A13-FA97D25EE8B2}"/>
          </ac:spMkLst>
        </pc:spChg>
        <pc:spChg chg="mod">
          <ac:chgData name="최원석" userId="ab1b4259-859a-4919-9abf-b77e9f90f024" providerId="ADAL" clId="{168EFA5E-6CC1-461E-9B41-7E1554F83789}" dt="2025-12-01T04:27:02.891" v="64227" actId="403"/>
          <ac:spMkLst>
            <pc:docMk/>
            <pc:sldMk cId="344540654" sldId="2147483615"/>
            <ac:spMk id="132" creationId="{924E0BC4-766E-F9C4-F593-25926C2DEB18}"/>
          </ac:spMkLst>
        </pc:spChg>
        <pc:spChg chg="add mod">
          <ac:chgData name="최원석" userId="ab1b4259-859a-4919-9abf-b77e9f90f024" providerId="ADAL" clId="{168EFA5E-6CC1-461E-9B41-7E1554F83789}" dt="2025-12-01T04:27:02.891" v="64227" actId="403"/>
          <ac:spMkLst>
            <pc:docMk/>
            <pc:sldMk cId="344540654" sldId="2147483615"/>
            <ac:spMk id="135" creationId="{CB4DEACF-CB10-2D9A-DF15-FBA98B85B4B8}"/>
          </ac:spMkLst>
        </pc:spChg>
        <pc:spChg chg="add mod">
          <ac:chgData name="최원석" userId="ab1b4259-859a-4919-9abf-b77e9f90f024" providerId="ADAL" clId="{168EFA5E-6CC1-461E-9B41-7E1554F83789}" dt="2025-12-01T04:25:49.005" v="64209" actId="1076"/>
          <ac:spMkLst>
            <pc:docMk/>
            <pc:sldMk cId="344540654" sldId="2147483615"/>
            <ac:spMk id="162" creationId="{67E402D2-208E-A5AF-836F-B6E8ADDDC944}"/>
          </ac:spMkLst>
        </pc:spChg>
        <pc:spChg chg="mod">
          <ac:chgData name="최원석" userId="ab1b4259-859a-4919-9abf-b77e9f90f024" providerId="ADAL" clId="{168EFA5E-6CC1-461E-9B41-7E1554F83789}" dt="2025-12-01T04:28:08.218" v="64249" actId="1076"/>
          <ac:spMkLst>
            <pc:docMk/>
            <pc:sldMk cId="344540654" sldId="2147483615"/>
            <ac:spMk id="168" creationId="{48278252-37AD-E1AF-41C4-A4A02E0DEA40}"/>
          </ac:spMkLst>
        </pc:spChg>
        <pc:spChg chg="add mod">
          <ac:chgData name="최원석" userId="ab1b4259-859a-4919-9abf-b77e9f90f024" providerId="ADAL" clId="{168EFA5E-6CC1-461E-9B41-7E1554F83789}" dt="2025-12-01T04:28:08.218" v="64249" actId="1076"/>
          <ac:spMkLst>
            <pc:docMk/>
            <pc:sldMk cId="344540654" sldId="2147483615"/>
            <ac:spMk id="169" creationId="{268B24D7-9623-8FBE-0945-12F4607C9A58}"/>
          </ac:spMkLst>
        </pc:spChg>
        <pc:grpChg chg="del">
          <ac:chgData name="최원석" userId="ab1b4259-859a-4919-9abf-b77e9f90f024" providerId="ADAL" clId="{168EFA5E-6CC1-461E-9B41-7E1554F83789}" dt="2025-12-01T04:25:13.774" v="64203" actId="478"/>
          <ac:grpSpMkLst>
            <pc:docMk/>
            <pc:sldMk cId="344540654" sldId="2147483615"/>
            <ac:grpSpMk id="29" creationId="{2385487B-0CF0-5730-6313-F77FA7249A7A}"/>
          </ac:grpSpMkLst>
        </pc:grpChg>
        <pc:picChg chg="mod">
          <ac:chgData name="최원석" userId="ab1b4259-859a-4919-9abf-b77e9f90f024" providerId="ADAL" clId="{168EFA5E-6CC1-461E-9B41-7E1554F83789}" dt="2025-12-01T04:26:56.323" v="64225" actId="1076"/>
          <ac:picMkLst>
            <pc:docMk/>
            <pc:sldMk cId="344540654" sldId="2147483615"/>
            <ac:picMk id="87" creationId="{9A450554-3C60-A63F-1EA7-4FF998744D09}"/>
          </ac:picMkLst>
        </pc:picChg>
        <pc:picChg chg="mod">
          <ac:chgData name="최원석" userId="ab1b4259-859a-4919-9abf-b77e9f90f024" providerId="ADAL" clId="{168EFA5E-6CC1-461E-9B41-7E1554F83789}" dt="2025-12-01T04:26:56.323" v="64225" actId="1076"/>
          <ac:picMkLst>
            <pc:docMk/>
            <pc:sldMk cId="344540654" sldId="2147483615"/>
            <ac:picMk id="89" creationId="{BF582101-124B-39A1-27DF-94493A4C82B2}"/>
          </ac:picMkLst>
        </pc:picChg>
        <pc:picChg chg="mod">
          <ac:chgData name="최원석" userId="ab1b4259-859a-4919-9abf-b77e9f90f024" providerId="ADAL" clId="{168EFA5E-6CC1-461E-9B41-7E1554F83789}" dt="2025-12-01T04:26:56.323" v="64225" actId="1076"/>
          <ac:picMkLst>
            <pc:docMk/>
            <pc:sldMk cId="344540654" sldId="2147483615"/>
            <ac:picMk id="92" creationId="{B575167F-857C-EBEA-5DA4-383478384EA1}"/>
          </ac:picMkLst>
        </pc:picChg>
        <pc:picChg chg="mod">
          <ac:chgData name="최원석" userId="ab1b4259-859a-4919-9abf-b77e9f90f024" providerId="ADAL" clId="{168EFA5E-6CC1-461E-9B41-7E1554F83789}" dt="2025-12-01T04:26:56.323" v="64225" actId="1076"/>
          <ac:picMkLst>
            <pc:docMk/>
            <pc:sldMk cId="344540654" sldId="2147483615"/>
            <ac:picMk id="94" creationId="{A5F50106-C1B7-B21F-BDDA-4E5827BB992B}"/>
          </ac:picMkLst>
        </pc:picChg>
        <pc:picChg chg="mod">
          <ac:chgData name="최원석" userId="ab1b4259-859a-4919-9abf-b77e9f90f024" providerId="ADAL" clId="{168EFA5E-6CC1-461E-9B41-7E1554F83789}" dt="2025-12-01T04:26:56.323" v="64225" actId="1076"/>
          <ac:picMkLst>
            <pc:docMk/>
            <pc:sldMk cId="344540654" sldId="2147483615"/>
            <ac:picMk id="103" creationId="{7C323A59-9DD7-25CA-1806-6D54BFB0515E}"/>
          </ac:picMkLst>
        </pc:picChg>
        <pc:picChg chg="mod">
          <ac:chgData name="최원석" userId="ab1b4259-859a-4919-9abf-b77e9f90f024" providerId="ADAL" clId="{168EFA5E-6CC1-461E-9B41-7E1554F83789}" dt="2025-12-01T04:26:56.323" v="64225" actId="1076"/>
          <ac:picMkLst>
            <pc:docMk/>
            <pc:sldMk cId="344540654" sldId="2147483615"/>
            <ac:picMk id="105" creationId="{DFC51A4B-0467-9BF4-F67C-8B4E5BBF5DD7}"/>
          </ac:picMkLst>
        </pc:picChg>
        <pc:picChg chg="mod">
          <ac:chgData name="최원석" userId="ab1b4259-859a-4919-9abf-b77e9f90f024" providerId="ADAL" clId="{168EFA5E-6CC1-461E-9B41-7E1554F83789}" dt="2025-12-01T04:26:56.323" v="64225" actId="1076"/>
          <ac:picMkLst>
            <pc:docMk/>
            <pc:sldMk cId="344540654" sldId="2147483615"/>
            <ac:picMk id="111" creationId="{FC291D92-E226-8BD9-41C3-1D0703370D77}"/>
          </ac:picMkLst>
        </pc:picChg>
        <pc:picChg chg="mod">
          <ac:chgData name="최원석" userId="ab1b4259-859a-4919-9abf-b77e9f90f024" providerId="ADAL" clId="{168EFA5E-6CC1-461E-9B41-7E1554F83789}" dt="2025-12-01T04:26:56.323" v="64225" actId="1076"/>
          <ac:picMkLst>
            <pc:docMk/>
            <pc:sldMk cId="344540654" sldId="2147483615"/>
            <ac:picMk id="112" creationId="{FCB6001C-4344-3D75-B1F2-AA8C383E7647}"/>
          </ac:picMkLst>
        </pc:picChg>
        <pc:picChg chg="mod">
          <ac:chgData name="최원석" userId="ab1b4259-859a-4919-9abf-b77e9f90f024" providerId="ADAL" clId="{168EFA5E-6CC1-461E-9B41-7E1554F83789}" dt="2025-12-01T04:26:56.323" v="64225" actId="1076"/>
          <ac:picMkLst>
            <pc:docMk/>
            <pc:sldMk cId="344540654" sldId="2147483615"/>
            <ac:picMk id="114" creationId="{9282BD05-F982-A4F3-AEAF-1BC086EA246D}"/>
          </ac:picMkLst>
        </pc:picChg>
        <pc:picChg chg="mod">
          <ac:chgData name="최원석" userId="ab1b4259-859a-4919-9abf-b77e9f90f024" providerId="ADAL" clId="{168EFA5E-6CC1-461E-9B41-7E1554F83789}" dt="2025-12-01T04:26:56.323" v="64225" actId="1076"/>
          <ac:picMkLst>
            <pc:docMk/>
            <pc:sldMk cId="344540654" sldId="2147483615"/>
            <ac:picMk id="115" creationId="{6357BBC8-E90F-18CC-4B69-9BD710E3903D}"/>
          </ac:picMkLst>
        </pc:picChg>
        <pc:picChg chg="mod">
          <ac:chgData name="최원석" userId="ab1b4259-859a-4919-9abf-b77e9f90f024" providerId="ADAL" clId="{168EFA5E-6CC1-461E-9B41-7E1554F83789}" dt="2025-12-01T04:27:29.765" v="64231" actId="1076"/>
          <ac:picMkLst>
            <pc:docMk/>
            <pc:sldMk cId="344540654" sldId="2147483615"/>
            <ac:picMk id="141" creationId="{AA267239-187F-5795-7D54-5E910A101C8C}"/>
          </ac:picMkLst>
        </pc:picChg>
        <pc:picChg chg="mod">
          <ac:chgData name="최원석" userId="ab1b4259-859a-4919-9abf-b77e9f90f024" providerId="ADAL" clId="{168EFA5E-6CC1-461E-9B41-7E1554F83789}" dt="2025-12-01T04:27:29.765" v="64231" actId="1076"/>
          <ac:picMkLst>
            <pc:docMk/>
            <pc:sldMk cId="344540654" sldId="2147483615"/>
            <ac:picMk id="143" creationId="{4B434F35-74A4-F7E8-06DD-FBA553F4AE64}"/>
          </ac:picMkLst>
        </pc:picChg>
        <pc:picChg chg="mod">
          <ac:chgData name="최원석" userId="ab1b4259-859a-4919-9abf-b77e9f90f024" providerId="ADAL" clId="{168EFA5E-6CC1-461E-9B41-7E1554F83789}" dt="2025-12-01T04:27:29.765" v="64231" actId="1076"/>
          <ac:picMkLst>
            <pc:docMk/>
            <pc:sldMk cId="344540654" sldId="2147483615"/>
            <ac:picMk id="149" creationId="{09B6BB03-4812-F279-94B5-32E64F50761A}"/>
          </ac:picMkLst>
        </pc:picChg>
        <pc:picChg chg="mod">
          <ac:chgData name="최원석" userId="ab1b4259-859a-4919-9abf-b77e9f90f024" providerId="ADAL" clId="{168EFA5E-6CC1-461E-9B41-7E1554F83789}" dt="2025-12-01T04:27:29.765" v="64231" actId="1076"/>
          <ac:picMkLst>
            <pc:docMk/>
            <pc:sldMk cId="344540654" sldId="2147483615"/>
            <ac:picMk id="152" creationId="{6BD994E8-6667-4E83-4BAE-C111108AEF3E}"/>
          </ac:picMkLst>
        </pc:picChg>
        <pc:picChg chg="mod">
          <ac:chgData name="최원석" userId="ab1b4259-859a-4919-9abf-b77e9f90f024" providerId="ADAL" clId="{168EFA5E-6CC1-461E-9B41-7E1554F83789}" dt="2025-12-01T04:27:29.765" v="64231" actId="1076"/>
          <ac:picMkLst>
            <pc:docMk/>
            <pc:sldMk cId="344540654" sldId="2147483615"/>
            <ac:picMk id="155" creationId="{1CF294B4-2416-EF72-84C1-9784480FCAA6}"/>
          </ac:picMkLst>
        </pc:picChg>
        <pc:picChg chg="mod">
          <ac:chgData name="최원석" userId="ab1b4259-859a-4919-9abf-b77e9f90f024" providerId="ADAL" clId="{168EFA5E-6CC1-461E-9B41-7E1554F83789}" dt="2025-12-01T04:27:29.765" v="64231" actId="1076"/>
          <ac:picMkLst>
            <pc:docMk/>
            <pc:sldMk cId="344540654" sldId="2147483615"/>
            <ac:picMk id="157" creationId="{6E84B0A2-2886-DB1B-4460-D074CBF2EB58}"/>
          </ac:picMkLst>
        </pc:picChg>
        <pc:picChg chg="mod">
          <ac:chgData name="최원석" userId="ab1b4259-859a-4919-9abf-b77e9f90f024" providerId="ADAL" clId="{168EFA5E-6CC1-461E-9B41-7E1554F83789}" dt="2025-12-01T04:27:29.765" v="64231" actId="1076"/>
          <ac:picMkLst>
            <pc:docMk/>
            <pc:sldMk cId="344540654" sldId="2147483615"/>
            <ac:picMk id="165" creationId="{9A3AFDEA-DF7F-2B11-3E3B-122341BF0EBE}"/>
          </ac:picMkLst>
        </pc:picChg>
        <pc:picChg chg="mod">
          <ac:chgData name="최원석" userId="ab1b4259-859a-4919-9abf-b77e9f90f024" providerId="ADAL" clId="{168EFA5E-6CC1-461E-9B41-7E1554F83789}" dt="2025-12-01T04:27:29.765" v="64231" actId="1076"/>
          <ac:picMkLst>
            <pc:docMk/>
            <pc:sldMk cId="344540654" sldId="2147483615"/>
            <ac:picMk id="166" creationId="{27865638-A8F0-1EE5-F502-7A1345C54EA1}"/>
          </ac:picMkLst>
        </pc:picChg>
      </pc:sldChg>
      <pc:sldChg chg="addSp del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1222313416" sldId="2147483615"/>
        </pc:sldMkLst>
      </pc:sldChg>
      <pc:sldChg chg="addSp del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2215554859" sldId="2147483616"/>
        </pc:sldMkLst>
      </pc:sldChg>
      <pc:sldChg chg="add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3555640247" sldId="2147483617"/>
        </pc:sldMkLst>
      </pc:sldChg>
      <pc:sldChg chg="addSp delSp modSp add del mod ord">
        <pc:chgData name="최원석" userId="ab1b4259-859a-4919-9abf-b77e9f90f024" providerId="ADAL" clId="{168EFA5E-6CC1-461E-9B41-7E1554F83789}" dt="2025-12-01T02:43:26.268" v="63422" actId="47"/>
        <pc:sldMkLst>
          <pc:docMk/>
          <pc:sldMk cId="3689702760" sldId="2147483618"/>
        </pc:sldMkLst>
      </pc:sldChg>
      <pc:sldChg chg="modSp add del mod ord">
        <pc:chgData name="최원석" userId="ab1b4259-859a-4919-9abf-b77e9f90f024" providerId="ADAL" clId="{168EFA5E-6CC1-461E-9B41-7E1554F83789}" dt="2025-12-01T03:55:03.876" v="63665" actId="47"/>
        <pc:sldMkLst>
          <pc:docMk/>
          <pc:sldMk cId="3651385728" sldId="2147483619"/>
        </pc:sldMkLst>
      </pc:sldChg>
      <pc:sldChg chg="add del">
        <pc:chgData name="최원석" userId="ab1b4259-859a-4919-9abf-b77e9f90f024" providerId="ADAL" clId="{168EFA5E-6CC1-461E-9B41-7E1554F83789}" dt="2025-12-01T03:55:03.876" v="63665" actId="47"/>
        <pc:sldMkLst>
          <pc:docMk/>
          <pc:sldMk cId="3868454236" sldId="2147483620"/>
        </pc:sldMkLst>
      </pc:sldChg>
      <pc:sldChg chg="addSp del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327927632" sldId="2147483621"/>
        </pc:sldMkLst>
      </pc:sldChg>
      <pc:sldChg chg="add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4195762889" sldId="2147483622"/>
        </pc:sldMkLst>
      </pc:sldChg>
      <pc:sldChg chg="modSp add del mod ord">
        <pc:chgData name="최원석" userId="ab1b4259-859a-4919-9abf-b77e9f90f024" providerId="ADAL" clId="{168EFA5E-6CC1-461E-9B41-7E1554F83789}" dt="2025-12-01T03:55:03.876" v="63665" actId="47"/>
        <pc:sldMkLst>
          <pc:docMk/>
          <pc:sldMk cId="2829430740" sldId="2147483623"/>
        </pc:sldMkLst>
      </pc:sldChg>
      <pc:sldChg chg="modSp add del mod ord">
        <pc:chgData name="최원석" userId="ab1b4259-859a-4919-9abf-b77e9f90f024" providerId="ADAL" clId="{168EFA5E-6CC1-461E-9B41-7E1554F83789}" dt="2025-12-01T03:55:03.876" v="63665" actId="47"/>
        <pc:sldMkLst>
          <pc:docMk/>
          <pc:sldMk cId="110281773" sldId="2147483624"/>
        </pc:sldMkLst>
      </pc:sldChg>
      <pc:sldChg chg="modSp new del mod">
        <pc:chgData name="최원석" userId="ab1b4259-859a-4919-9abf-b77e9f90f024" providerId="ADAL" clId="{168EFA5E-6CC1-461E-9B41-7E1554F83789}" dt="2025-12-01T03:55:03.876" v="63665" actId="47"/>
        <pc:sldMkLst>
          <pc:docMk/>
          <pc:sldMk cId="1339057610" sldId="2147483625"/>
        </pc:sldMkLst>
      </pc:sldChg>
      <pc:sldChg chg="add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914702881" sldId="2147483626"/>
        </pc:sldMkLst>
        <pc:picChg chg="add mod modCrop">
          <ac:chgData name="최원석" userId="ab1b4259-859a-4919-9abf-b77e9f90f024" providerId="ADAL" clId="{168EFA5E-6CC1-461E-9B41-7E1554F83789}" dt="2025-11-30T07:26:18.342" v="63371" actId="1076"/>
          <ac:picMkLst>
            <pc:docMk/>
            <pc:sldMk cId="914702881" sldId="2147483626"/>
            <ac:picMk id="4" creationId="{AF317A15-2041-6DE4-1BF8-296E66F57322}"/>
          </ac:picMkLst>
        </pc:picChg>
      </pc:sldChg>
      <pc:sldChg chg="modSp add del mod">
        <pc:chgData name="최원석" userId="ab1b4259-859a-4919-9abf-b77e9f90f024" providerId="ADAL" clId="{168EFA5E-6CC1-461E-9B41-7E1554F83789}" dt="2025-12-01T03:55:03.876" v="63665" actId="47"/>
        <pc:sldMkLst>
          <pc:docMk/>
          <pc:sldMk cId="3972279879" sldId="2147483627"/>
        </pc:sldMkLst>
      </pc:sldChg>
      <pc:sldChg chg="add del">
        <pc:chgData name="최원석" userId="ab1b4259-859a-4919-9abf-b77e9f90f024" providerId="ADAL" clId="{168EFA5E-6CC1-461E-9B41-7E1554F83789}" dt="2025-12-01T03:55:03.876" v="63665" actId="47"/>
        <pc:sldMkLst>
          <pc:docMk/>
          <pc:sldMk cId="2219605759" sldId="2147483628"/>
        </pc:sldMkLst>
      </pc:sldChg>
      <pc:sldChg chg="add del">
        <pc:chgData name="최원석" userId="ab1b4259-859a-4919-9abf-b77e9f90f024" providerId="ADAL" clId="{168EFA5E-6CC1-461E-9B41-7E1554F83789}" dt="2025-12-01T03:55:03.876" v="63665" actId="47"/>
        <pc:sldMkLst>
          <pc:docMk/>
          <pc:sldMk cId="997658227" sldId="2147483629"/>
        </pc:sldMkLst>
      </pc:sldChg>
      <pc:sldChg chg="add del">
        <pc:chgData name="최원석" userId="ab1b4259-859a-4919-9abf-b77e9f90f024" providerId="ADAL" clId="{168EFA5E-6CC1-461E-9B41-7E1554F83789}" dt="2025-12-01T03:55:03.876" v="63665" actId="47"/>
        <pc:sldMkLst>
          <pc:docMk/>
          <pc:sldMk cId="356222581" sldId="2147483630"/>
        </pc:sldMkLst>
      </pc:sldChg>
      <pc:sldChg chg="modSp add del mod">
        <pc:chgData name="최원석" userId="ab1b4259-859a-4919-9abf-b77e9f90f024" providerId="ADAL" clId="{168EFA5E-6CC1-461E-9B41-7E1554F83789}" dt="2025-12-01T03:55:03.876" v="63665" actId="47"/>
        <pc:sldMkLst>
          <pc:docMk/>
          <pc:sldMk cId="2690570298" sldId="2147483631"/>
        </pc:sldMkLst>
      </pc:sldChg>
      <pc:sldChg chg="add del">
        <pc:chgData name="최원석" userId="ab1b4259-859a-4919-9abf-b77e9f90f024" providerId="ADAL" clId="{168EFA5E-6CC1-461E-9B41-7E1554F83789}" dt="2025-12-01T03:55:03.876" v="63665" actId="47"/>
        <pc:sldMkLst>
          <pc:docMk/>
          <pc:sldMk cId="3983288653" sldId="2147483632"/>
        </pc:sldMkLst>
      </pc:sldChg>
      <pc:sldChg chg="add del">
        <pc:chgData name="최원석" userId="ab1b4259-859a-4919-9abf-b77e9f90f024" providerId="ADAL" clId="{168EFA5E-6CC1-461E-9B41-7E1554F83789}" dt="2025-12-01T03:55:03.876" v="63665" actId="47"/>
        <pc:sldMkLst>
          <pc:docMk/>
          <pc:sldMk cId="102231291" sldId="2147483633"/>
        </pc:sldMkLst>
      </pc:sldChg>
      <pc:sldChg chg="modSp add del">
        <pc:chgData name="최원석" userId="ab1b4259-859a-4919-9abf-b77e9f90f024" providerId="ADAL" clId="{168EFA5E-6CC1-461E-9B41-7E1554F83789}" dt="2025-12-01T03:55:03.876" v="63665" actId="47"/>
        <pc:sldMkLst>
          <pc:docMk/>
          <pc:sldMk cId="4010988869" sldId="2147483634"/>
        </pc:sldMkLst>
      </pc:sldChg>
      <pc:sldChg chg="modSp add del">
        <pc:chgData name="최원석" userId="ab1b4259-859a-4919-9abf-b77e9f90f024" providerId="ADAL" clId="{168EFA5E-6CC1-461E-9B41-7E1554F83789}" dt="2025-12-01T03:55:03.876" v="63665" actId="47"/>
        <pc:sldMkLst>
          <pc:docMk/>
          <pc:sldMk cId="1908236689" sldId="2147483635"/>
        </pc:sldMkLst>
      </pc:sldChg>
      <pc:sldChg chg="addSp del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1372023937" sldId="2147483637"/>
        </pc:sldMkLst>
      </pc:sldChg>
      <pc:sldChg chg="addSp del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2874631307" sldId="2147483638"/>
        </pc:sldMkLst>
      </pc:sldChg>
      <pc:sldChg chg="addSp del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3694571429" sldId="2147483640"/>
        </pc:sldMkLst>
      </pc:sldChg>
      <pc:sldChg chg="addSp del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1944468245" sldId="2147483642"/>
        </pc:sldMkLst>
      </pc:sldChg>
      <pc:sldChg chg="add del ord">
        <pc:chgData name="최원석" userId="ab1b4259-859a-4919-9abf-b77e9f90f024" providerId="ADAL" clId="{168EFA5E-6CC1-461E-9B41-7E1554F83789}" dt="2025-12-01T03:55:03.876" v="63665" actId="47"/>
        <pc:sldMkLst>
          <pc:docMk/>
          <pc:sldMk cId="1510276577" sldId="2147483643"/>
        </pc:sldMkLst>
      </pc:sldChg>
      <pc:sldChg chg="new del">
        <pc:chgData name="최원석" userId="ab1b4259-859a-4919-9abf-b77e9f90f024" providerId="ADAL" clId="{168EFA5E-6CC1-461E-9B41-7E1554F83789}" dt="2025-12-01T03:55:03.876" v="63665" actId="47"/>
        <pc:sldMkLst>
          <pc:docMk/>
          <pc:sldMk cId="1368293199" sldId="2147483644"/>
        </pc:sldMkLst>
      </pc:sldChg>
      <pc:sldChg chg="addSp del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4193300495" sldId="2147483644"/>
        </pc:sldMkLst>
      </pc:sldChg>
      <pc:sldChg chg="new del">
        <pc:chgData name="최원석" userId="ab1b4259-859a-4919-9abf-b77e9f90f024" providerId="ADAL" clId="{168EFA5E-6CC1-461E-9B41-7E1554F83789}" dt="2025-12-01T03:55:03.876" v="63665" actId="47"/>
        <pc:sldMkLst>
          <pc:docMk/>
          <pc:sldMk cId="2638247285" sldId="2147483645"/>
        </pc:sldMkLst>
      </pc:sldChg>
      <pc:sldChg chg="new del">
        <pc:chgData name="최원석" userId="ab1b4259-859a-4919-9abf-b77e9f90f024" providerId="ADAL" clId="{168EFA5E-6CC1-461E-9B41-7E1554F83789}" dt="2025-12-01T03:55:03.876" v="63665" actId="47"/>
        <pc:sldMkLst>
          <pc:docMk/>
          <pc:sldMk cId="1443796999" sldId="2147483646"/>
        </pc:sldMkLst>
      </pc:sldChg>
      <pc:sldChg chg="addSp modSp add del mod ord">
        <pc:chgData name="최원석" userId="ab1b4259-859a-4919-9abf-b77e9f90f024" providerId="ADAL" clId="{168EFA5E-6CC1-461E-9B41-7E1554F83789}" dt="2025-12-01T02:43:26.268" v="63422" actId="47"/>
        <pc:sldMkLst>
          <pc:docMk/>
          <pc:sldMk cId="2187559166" sldId="2147483646"/>
        </pc:sldMkLst>
      </pc:sldChg>
      <pc:sldChg chg="new del">
        <pc:chgData name="최원석" userId="ab1b4259-859a-4919-9abf-b77e9f90f024" providerId="ADAL" clId="{168EFA5E-6CC1-461E-9B41-7E1554F83789}" dt="2025-12-01T03:55:03.876" v="63665" actId="47"/>
        <pc:sldMkLst>
          <pc:docMk/>
          <pc:sldMk cId="853661288" sldId="2147483647"/>
        </pc:sldMkLst>
      </pc:sldChg>
      <pc:sldChg chg="addSp delSp modSp add del mod">
        <pc:chgData name="최원석" userId="ab1b4259-859a-4919-9abf-b77e9f90f024" providerId="ADAL" clId="{168EFA5E-6CC1-461E-9B41-7E1554F83789}" dt="2025-12-01T02:43:26.268" v="63422" actId="47"/>
        <pc:sldMkLst>
          <pc:docMk/>
          <pc:sldMk cId="2730992730" sldId="2147483647"/>
        </pc:sldMkLst>
      </pc:sldChg>
      <pc:sldMasterChg chg="delSldLayout">
        <pc:chgData name="최원석" userId="ab1b4259-859a-4919-9abf-b77e9f90f024" providerId="ADAL" clId="{168EFA5E-6CC1-461E-9B41-7E1554F83789}" dt="2025-11-22T07:29:30.473" v="55465" actId="47"/>
        <pc:sldMasterMkLst>
          <pc:docMk/>
          <pc:sldMasterMk cId="1625007591" sldId="2147483731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r">
              <a:defRPr sz="1300"/>
            </a:lvl1pPr>
          </a:lstStyle>
          <a:p>
            <a:fld id="{F9DD3CBE-C087-4381-A5AF-5DBF447441B6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8" tIns="47779" rIns="95558" bIns="477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5558" tIns="47779" rIns="95558" bIns="47779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r">
              <a:defRPr sz="1300"/>
            </a:lvl1pPr>
          </a:lstStyle>
          <a:p>
            <a:fld id="{07248132-DEB8-4783-80ED-BBC4DABF1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535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defTabSz="944575" latinLnBrk="0">
              <a:defRPr/>
            </a:pPr>
            <a:fld id="{5B43D19E-BFDB-4C92-8EDD-32EDDA8F41DF}" type="slidenum">
              <a:rPr lang="en-GB" sz="1300">
                <a:solidFill>
                  <a:prstClr val="black"/>
                </a:solidFill>
                <a:latin typeface="맑은 고딕" pitchFamily="50" charset="-127"/>
              </a:rPr>
              <a:pPr defTabSz="944575" latinLnBrk="0">
                <a:defRPr/>
              </a:pPr>
              <a:t>1</a:t>
            </a:fld>
            <a:endParaRPr lang="en-GB" sz="1300">
              <a:solidFill>
                <a:prstClr val="black"/>
              </a:solidFill>
              <a:latin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8951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7CF59-55A8-0D2B-343C-6E96B462E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BA459-1A0A-4C40-0D3F-2100BEBED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9055F-2B11-B8B6-4ED4-8D46EAE48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10F50-FF88-F32C-53A6-810A84CB7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0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1425"/>
            <a:ext cx="48355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C0030-3E48-451F-A22B-86A4D9FF3E26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958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8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4" Type="http://schemas.openxmlformats.org/officeDocument/2006/relationships/image" Target="../media/image8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image" Target="../media/image1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5.xml"/><Relationship Id="rId4" Type="http://schemas.openxmlformats.org/officeDocument/2006/relationships/image" Target="../media/image8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6.xml"/><Relationship Id="rId4" Type="http://schemas.openxmlformats.org/officeDocument/2006/relationships/image" Target="../media/image19.emf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image" Target="../media/image2.pn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454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 userDrawn="1"/>
        </p:nvCxnSpPr>
        <p:spPr>
          <a:xfrm>
            <a:off x="632520" y="692696"/>
            <a:ext cx="864096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4">
            <a:extLst>
              <a:ext uri="{FF2B5EF4-FFF2-40B4-BE49-F238E27FC236}">
                <a16:creationId xmlns:a16="http://schemas.microsoft.com/office/drawing/2014/main" id="{E5DF8311-07C1-4D05-B5D7-D11D9A507C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75161" y="1998132"/>
            <a:ext cx="4392488" cy="432000"/>
          </a:xfrm>
          <a:prstGeom prst="rect">
            <a:avLst/>
          </a:prstGeom>
          <a:ln>
            <a:noFill/>
          </a:ln>
        </p:spPr>
        <p:txBody>
          <a:bodyPr wrap="none" anchor="t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1400" b="1" cap="none" baseline="0">
                <a:solidFill>
                  <a:srgbClr val="EF402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58E126-4E1B-42BD-A24F-19BF796CC972}"/>
              </a:ext>
            </a:extLst>
          </p:cNvPr>
          <p:cNvSpPr txBox="1"/>
          <p:nvPr userDrawn="1"/>
        </p:nvSpPr>
        <p:spPr>
          <a:xfrm>
            <a:off x="649720" y="252428"/>
            <a:ext cx="136815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</a:p>
        </p:txBody>
      </p:sp>
      <p:sp>
        <p:nvSpPr>
          <p:cNvPr id="8" name="슬라이드 번호 개체 틀 6"/>
          <p:cNvSpPr txBox="1">
            <a:spLocks/>
          </p:cNvSpPr>
          <p:nvPr userDrawn="1"/>
        </p:nvSpPr>
        <p:spPr>
          <a:xfrm>
            <a:off x="2792760" y="6492875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547BA68-7371-40BF-BB5A-30770CF7DA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70" y="6546739"/>
            <a:ext cx="1022022" cy="19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69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48" y="3449320"/>
            <a:ext cx="2873196" cy="1044966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632520" y="1484784"/>
            <a:ext cx="8640960" cy="1498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>
                <a:solidFill>
                  <a:schemeClr val="tx1"/>
                </a:solidFill>
              </a:rPr>
              <a:t>END</a:t>
            </a:r>
            <a:r>
              <a:rPr lang="en-US" altLang="ko-KR" sz="3600" b="1" baseline="0">
                <a:solidFill>
                  <a:schemeClr val="tx1"/>
                </a:solidFill>
              </a:rPr>
              <a:t> OF DOCUMENT</a:t>
            </a:r>
            <a:endParaRPr lang="ko-KR" altLang="en-US" sz="3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667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:\2.마케팅팀\05.홍보\15.CI.슬로건.간판\07.신규 기업 슬로건\2. 영문\대동공업_영문 슬로건_3줄_화이트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30629" y="5748114"/>
            <a:ext cx="1588985" cy="118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7138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416496" y="692696"/>
            <a:ext cx="907200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6"/>
          <p:cNvSpPr txBox="1">
            <a:spLocks/>
          </p:cNvSpPr>
          <p:nvPr userDrawn="1"/>
        </p:nvSpPr>
        <p:spPr>
          <a:xfrm>
            <a:off x="7594600" y="6492877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84406" tIns="42203" rIns="84406" bIns="42203" rtlCol="0" anchor="ctr"/>
          <a:lstStyle/>
          <a:p>
            <a:pPr marL="0" marR="0" lvl="0" indent="0" algn="r" defTabSz="84408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969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844083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69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A18D891F-9564-401B-B13D-96EF1AA80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302420"/>
            <a:ext cx="4105275" cy="288000"/>
          </a:xfrm>
          <a:prstGeom prst="rect">
            <a:avLst/>
          </a:prstGeom>
        </p:spPr>
        <p:txBody>
          <a:bodyPr anchor="ctr" anchorCtr="0"/>
          <a:lstStyle>
            <a:lvl1pPr marL="0" indent="0" eaLnBrk="0" latinLnBrk="0" hangingPunct="0">
              <a:buNone/>
              <a:defRPr sz="1662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534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pos="308">
          <p15:clr>
            <a:srgbClr val="FBAE40"/>
          </p15:clr>
        </p15:guide>
        <p15:guide id="3" pos="7016">
          <p15:clr>
            <a:srgbClr val="FBAE40"/>
          </p15:clr>
        </p15:guide>
        <p15:guide id="4" orient="horz" pos="379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 userDrawn="1"/>
        </p:nvCxnSpPr>
        <p:spPr>
          <a:xfrm>
            <a:off x="632521" y="692696"/>
            <a:ext cx="864096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Y:\2.마케팅팀\05.홍보\15.CI.슬로건.간판\07.신규 기업 슬로건\2. 영문\대동공업_영문 슬로건_3줄_화이트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30630" y="5748114"/>
            <a:ext cx="1588985" cy="1188000"/>
          </a:xfrm>
          <a:prstGeom prst="rect">
            <a:avLst/>
          </a:prstGeom>
          <a:noFill/>
        </p:spPr>
      </p:pic>
      <p:sp>
        <p:nvSpPr>
          <p:cNvPr id="13" name="텍스트 개체 틀 14">
            <a:extLst>
              <a:ext uri="{FF2B5EF4-FFF2-40B4-BE49-F238E27FC236}">
                <a16:creationId xmlns:a16="http://schemas.microsoft.com/office/drawing/2014/main" id="{E5DF8311-07C1-4D05-B5D7-D11D9A507C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75161" y="1998132"/>
            <a:ext cx="4392488" cy="432000"/>
          </a:xfrm>
          <a:prstGeom prst="rect">
            <a:avLst/>
          </a:prstGeom>
          <a:ln>
            <a:noFill/>
          </a:ln>
        </p:spPr>
        <p:txBody>
          <a:bodyPr wrap="none" anchor="t" anchorCtr="0">
            <a:noAutofit/>
          </a:bodyPr>
          <a:lstStyle>
            <a:lvl1pPr marL="166158" indent="-166158" algn="l" eaLnBrk="0" latinLnBrk="0" hangingPunct="0">
              <a:lnSpc>
                <a:spcPct val="120000"/>
              </a:lnSpc>
              <a:spcBef>
                <a:spcPts val="738"/>
              </a:spcBef>
              <a:buNone/>
              <a:defRPr sz="1292" b="1" cap="none" baseline="0">
                <a:solidFill>
                  <a:srgbClr val="EF402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58E126-4E1B-42BD-A24F-19BF796CC972}"/>
              </a:ext>
            </a:extLst>
          </p:cNvPr>
          <p:cNvSpPr txBox="1"/>
          <p:nvPr userDrawn="1"/>
        </p:nvSpPr>
        <p:spPr>
          <a:xfrm>
            <a:off x="649719" y="263041"/>
            <a:ext cx="1368153" cy="3481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62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44923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416496" y="692696"/>
            <a:ext cx="907200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6"/>
          <p:cNvSpPr txBox="1">
            <a:spLocks/>
          </p:cNvSpPr>
          <p:nvPr userDrawn="1"/>
        </p:nvSpPr>
        <p:spPr>
          <a:xfrm>
            <a:off x="7594600" y="6492877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84406" tIns="42203" rIns="84406" bIns="42203" rtlCol="0" anchor="ctr"/>
          <a:lstStyle/>
          <a:p>
            <a:pPr marL="0" marR="0" lvl="0" indent="0" algn="r" defTabSz="84408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969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844083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69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0C59424D-B2E6-43ED-B03A-537687EF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732454"/>
            <a:ext cx="9072000" cy="30687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algn="l" eaLnBrk="0" latinLnBrk="0" hangingPunct="0">
              <a:lnSpc>
                <a:spcPct val="110000"/>
              </a:lnSpc>
              <a:spcBef>
                <a:spcPts val="0"/>
              </a:spcBef>
              <a:defRPr sz="1385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A18D891F-9564-401B-B13D-96EF1AA80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302420"/>
            <a:ext cx="4105275" cy="288000"/>
          </a:xfrm>
          <a:prstGeom prst="rect">
            <a:avLst/>
          </a:prstGeom>
        </p:spPr>
        <p:txBody>
          <a:bodyPr anchor="ctr" anchorCtr="0"/>
          <a:lstStyle>
            <a:lvl1pPr marL="0" indent="0" eaLnBrk="0" latinLnBrk="0" hangingPunct="0">
              <a:buNone/>
              <a:defRPr sz="1662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4327" y="302420"/>
            <a:ext cx="4104000" cy="288000"/>
          </a:xfrm>
          <a:prstGeom prst="rect">
            <a:avLst/>
          </a:prstGeom>
        </p:spPr>
        <p:txBody>
          <a:bodyPr anchor="ctr" anchorCtr="0"/>
          <a:lstStyle>
            <a:lvl1pPr marL="0" indent="0" algn="r" eaLnBrk="0" latinLnBrk="0" hangingPunct="0">
              <a:buNone/>
              <a:defRPr sz="1108" b="1" cap="none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5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5450" y="6402540"/>
            <a:ext cx="8305026" cy="337570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 eaLnBrk="0" latinLnBrk="0" hangingPunct="0">
              <a:lnSpc>
                <a:spcPct val="100000"/>
              </a:lnSpc>
              <a:spcBef>
                <a:spcPts val="0"/>
              </a:spcBef>
              <a:buNone/>
              <a:defRPr sz="923" b="0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9393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 userDrawn="1">
          <p15:clr>
            <a:srgbClr val="FBAE40"/>
          </p15:clr>
        </p15:guide>
        <p15:guide id="2" pos="308" userDrawn="1">
          <p15:clr>
            <a:srgbClr val="FBAE40"/>
          </p15:clr>
        </p15:guide>
        <p15:guide id="3" pos="7016" userDrawn="1">
          <p15:clr>
            <a:srgbClr val="FBAE40"/>
          </p15:clr>
        </p15:guide>
        <p15:guide id="4" orient="horz" pos="379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7FA91E78-CEC6-4EBD-929C-FD629E9F0C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3428529"/>
          </a:xfrm>
          <a:prstGeom prst="rect">
            <a:avLst/>
          </a:prstGeom>
        </p:spPr>
      </p:pic>
      <p:sp>
        <p:nvSpPr>
          <p:cNvPr id="19" name="텍스트 개체 틀 14">
            <a:extLst>
              <a:ext uri="{FF2B5EF4-FFF2-40B4-BE49-F238E27FC236}">
                <a16:creationId xmlns:a16="http://schemas.microsoft.com/office/drawing/2014/main" id="{931DF025-BCF2-4C7D-95E8-0568400D2D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6438" y="1844872"/>
            <a:ext cx="4392488" cy="432000"/>
          </a:xfrm>
          <a:prstGeom prst="rect">
            <a:avLst/>
          </a:prstGeom>
        </p:spPr>
        <p:txBody>
          <a:bodyPr wrap="none" anchor="t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16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20" name="텍스트 개체 틀 14">
            <a:extLst>
              <a:ext uri="{FF2B5EF4-FFF2-40B4-BE49-F238E27FC236}">
                <a16:creationId xmlns:a16="http://schemas.microsoft.com/office/drawing/2014/main" id="{9FD04E0F-2E8D-4040-9165-0874DB5B03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6438" y="1052736"/>
            <a:ext cx="4392488" cy="720080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44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21" name="텍스트 개체 틀 14">
            <a:extLst>
              <a:ext uri="{FF2B5EF4-FFF2-40B4-BE49-F238E27FC236}">
                <a16:creationId xmlns:a16="http://schemas.microsoft.com/office/drawing/2014/main" id="{2F659BC9-0D37-4540-943C-7385D9EE74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6438" y="3717032"/>
            <a:ext cx="3300141" cy="215976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14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22" name="텍스트 개체 틀 14">
            <a:extLst>
              <a:ext uri="{FF2B5EF4-FFF2-40B4-BE49-F238E27FC236}">
                <a16:creationId xmlns:a16="http://schemas.microsoft.com/office/drawing/2014/main" id="{5DF2E5AC-04CB-43F5-B6B1-55817EE5FC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6438" y="4040354"/>
            <a:ext cx="3300141" cy="215976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14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57D3A9D-2FE2-4007-8C3A-BB4C5A407C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92" y="5874743"/>
            <a:ext cx="2794292" cy="52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153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CA47FC2-ED16-4486-B0D6-2C08686049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8" y="1005763"/>
            <a:ext cx="9159197" cy="2423237"/>
          </a:xfrm>
          <a:prstGeom prst="rect">
            <a:avLst/>
          </a:prstGeom>
        </p:spPr>
      </p:pic>
      <p:sp>
        <p:nvSpPr>
          <p:cNvPr id="36" name="텍스트 개체 틀 14">
            <a:extLst>
              <a:ext uri="{FF2B5EF4-FFF2-40B4-BE49-F238E27FC236}">
                <a16:creationId xmlns:a16="http://schemas.microsoft.com/office/drawing/2014/main" id="{D21EA862-F308-4897-B814-CA10F188A5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480" y="2492896"/>
            <a:ext cx="4392488" cy="432000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1600" b="1" cap="none" baseline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37" name="텍스트 개체 틀 14">
            <a:extLst>
              <a:ext uri="{FF2B5EF4-FFF2-40B4-BE49-F238E27FC236}">
                <a16:creationId xmlns:a16="http://schemas.microsoft.com/office/drawing/2014/main" id="{B2E9BC6F-05F2-45C5-861D-F6430575F4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2480" y="1628800"/>
            <a:ext cx="4392488" cy="818250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4400" b="1" cap="none" baseline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38" name="텍스트 개체 틀 14">
            <a:extLst>
              <a:ext uri="{FF2B5EF4-FFF2-40B4-BE49-F238E27FC236}">
                <a16:creationId xmlns:a16="http://schemas.microsoft.com/office/drawing/2014/main" id="{6231865F-B728-44FE-A67D-763D30E1E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2480" y="3753798"/>
            <a:ext cx="3300141" cy="215976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39" name="텍스트 개체 틀 14">
            <a:extLst>
              <a:ext uri="{FF2B5EF4-FFF2-40B4-BE49-F238E27FC236}">
                <a16:creationId xmlns:a16="http://schemas.microsoft.com/office/drawing/2014/main" id="{231D2580-FCD3-4BF8-ADC7-51D8FF82ED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2480" y="4077120"/>
            <a:ext cx="3300141" cy="215976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6EC91D-7595-FDD5-45ED-3895BDCAF7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49" y="72721"/>
            <a:ext cx="2158677" cy="785098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A90B8831-4188-090C-7781-F3A269B85B2D}"/>
              </a:ext>
            </a:extLst>
          </p:cNvPr>
          <p:cNvGrpSpPr/>
          <p:nvPr userDrawn="1"/>
        </p:nvGrpSpPr>
        <p:grpSpPr>
          <a:xfrm>
            <a:off x="9993560" y="3785829"/>
            <a:ext cx="1155434" cy="2953108"/>
            <a:chOff x="10134270" y="714356"/>
            <a:chExt cx="1155434" cy="338194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66A3CFA-6430-5FCB-7610-EFF969182E47}"/>
                </a:ext>
              </a:extLst>
            </p:cNvPr>
            <p:cNvSpPr/>
            <p:nvPr userDrawn="1"/>
          </p:nvSpPr>
          <p:spPr>
            <a:xfrm>
              <a:off x="10134270" y="1865512"/>
              <a:ext cx="1155434" cy="504056"/>
            </a:xfrm>
            <a:prstGeom prst="rect">
              <a:avLst/>
            </a:prstGeom>
            <a:solidFill>
              <a:srgbClr val="585958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eaLnBrk="0" latinLnBrk="0" hangingPunct="0">
                <a:lnSpc>
                  <a:spcPct val="110000"/>
                </a:lnSpc>
                <a:spcBef>
                  <a:spcPts val="400"/>
                </a:spcBef>
              </a:pP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Daedong</a:t>
              </a:r>
              <a:b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Dark Gray </a:t>
              </a:r>
              <a:endParaRPr lang="ko-KR" alt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A1CFE9A-9B20-7437-0DC9-C975069F9DB3}"/>
                </a:ext>
              </a:extLst>
            </p:cNvPr>
            <p:cNvSpPr/>
            <p:nvPr userDrawn="1"/>
          </p:nvSpPr>
          <p:spPr>
            <a:xfrm>
              <a:off x="10134270" y="1289934"/>
              <a:ext cx="1155434" cy="504056"/>
            </a:xfrm>
            <a:prstGeom prst="rect">
              <a:avLst/>
            </a:prstGeom>
            <a:solidFill>
              <a:srgbClr val="9E9F9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eaLnBrk="0" latinLnBrk="0" hangingPunct="0">
                <a:lnSpc>
                  <a:spcPct val="110000"/>
                </a:lnSpc>
                <a:spcBef>
                  <a:spcPts val="400"/>
                </a:spcBef>
              </a:pPr>
              <a:r>
                <a:rPr lang="en-US" altLang="ko-KR"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Daedong</a:t>
              </a:r>
              <a:br>
                <a:rPr lang="en-US" altLang="ko-KR"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Medium Gray</a:t>
              </a:r>
              <a:endParaRPr lang="ko-KR" alt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CAEC438-A482-48B8-2ABD-62C27F94E88A}"/>
                </a:ext>
              </a:extLst>
            </p:cNvPr>
            <p:cNvSpPr/>
            <p:nvPr userDrawn="1"/>
          </p:nvSpPr>
          <p:spPr>
            <a:xfrm>
              <a:off x="10134270" y="714356"/>
              <a:ext cx="1155434" cy="504056"/>
            </a:xfrm>
            <a:prstGeom prst="rect">
              <a:avLst/>
            </a:prstGeom>
            <a:solidFill>
              <a:srgbClr val="DCDCD7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eaLnBrk="0" latinLnBrk="0" hangingPunct="0">
                <a:lnSpc>
                  <a:spcPct val="110000"/>
                </a:lnSpc>
                <a:spcBef>
                  <a:spcPts val="400"/>
                </a:spcBef>
              </a:pPr>
              <a:r>
                <a:rPr lang="en-US" altLang="ko-KR" sz="1200" b="1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Daedong</a:t>
              </a:r>
              <a:br>
                <a:rPr lang="en-US" altLang="ko-KR"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Light Gray</a:t>
              </a:r>
              <a:endParaRPr lang="ko-KR" alt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5C40BE0-9F40-8CA4-72D2-F4FB5DB33158}"/>
                </a:ext>
              </a:extLst>
            </p:cNvPr>
            <p:cNvSpPr/>
            <p:nvPr userDrawn="1"/>
          </p:nvSpPr>
          <p:spPr>
            <a:xfrm>
              <a:off x="10134270" y="2441090"/>
              <a:ext cx="1155434" cy="504056"/>
            </a:xfrm>
            <a:prstGeom prst="rect">
              <a:avLst/>
            </a:prstGeom>
            <a:solidFill>
              <a:srgbClr val="6AC8C7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eaLnBrk="0" latinLnBrk="0" hangingPunct="0">
                <a:lnSpc>
                  <a:spcPts val="1200"/>
                </a:lnSpc>
              </a:pP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Daedong</a:t>
              </a:r>
              <a:b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Future Green Light </a:t>
              </a:r>
              <a:endParaRPr lang="ko-KR" alt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50CF5D4-8E83-C0CC-8DCC-08CEC39355A3}"/>
                </a:ext>
              </a:extLst>
            </p:cNvPr>
            <p:cNvSpPr/>
            <p:nvPr userDrawn="1"/>
          </p:nvSpPr>
          <p:spPr>
            <a:xfrm>
              <a:off x="10134270" y="3016668"/>
              <a:ext cx="1155434" cy="504056"/>
            </a:xfrm>
            <a:prstGeom prst="rect">
              <a:avLst/>
            </a:prstGeom>
            <a:solidFill>
              <a:srgbClr val="00677B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eaLnBrk="0" latinLnBrk="0" hangingPunct="0">
                <a:lnSpc>
                  <a:spcPct val="110000"/>
                </a:lnSpc>
                <a:spcBef>
                  <a:spcPts val="400"/>
                </a:spcBef>
              </a:pP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Daedong</a:t>
              </a:r>
              <a:b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Future Green </a:t>
              </a:r>
              <a:endParaRPr lang="ko-KR" alt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0E9210E-CA0A-A1FE-16F1-CA1C2D9A7B7D}"/>
                </a:ext>
              </a:extLst>
            </p:cNvPr>
            <p:cNvSpPr/>
            <p:nvPr userDrawn="1"/>
          </p:nvSpPr>
          <p:spPr>
            <a:xfrm>
              <a:off x="10134270" y="3592245"/>
              <a:ext cx="1155434" cy="504056"/>
            </a:xfrm>
            <a:prstGeom prst="rect">
              <a:avLst/>
            </a:prstGeom>
            <a:solidFill>
              <a:srgbClr val="7A262B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eaLnBrk="0" latinLnBrk="0" hangingPunct="0">
                <a:lnSpc>
                  <a:spcPct val="110000"/>
                </a:lnSpc>
                <a:spcBef>
                  <a:spcPts val="400"/>
                </a:spcBef>
              </a:pP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Daedong</a:t>
              </a:r>
              <a:b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Burgundy </a:t>
              </a:r>
              <a:endParaRPr lang="ko-KR" alt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9064BD4E-254D-61C3-8A99-7C16D263A0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5450" y="6455880"/>
            <a:ext cx="8305026" cy="337570"/>
          </a:xfrm>
          <a:prstGeom prst="rect">
            <a:avLst/>
          </a:prstGeom>
        </p:spPr>
        <p:txBody>
          <a:bodyPr wrap="none" lIns="72000" tIns="72000" rIns="72000" bIns="72000" anchor="ctr" anchorCtr="0">
            <a:noAutofit/>
          </a:bodyPr>
          <a:lstStyle>
            <a:lvl1pPr marL="0" indent="0" algn="l" eaLnBrk="0" latinLnBrk="0" hangingPunct="0">
              <a:lnSpc>
                <a:spcPct val="100000"/>
              </a:lnSpc>
              <a:spcBef>
                <a:spcPts val="0"/>
              </a:spcBef>
              <a:buNone/>
              <a:defRPr sz="900" b="0" cap="none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/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011A8E-77A0-E8E6-20B4-3994DC72ED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" y="6476167"/>
            <a:ext cx="1010250" cy="36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54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0">
            <a:extLst>
              <a:ext uri="{FF2B5EF4-FFF2-40B4-BE49-F238E27FC236}">
                <a16:creationId xmlns:a16="http://schemas.microsoft.com/office/drawing/2014/main" id="{9935298B-DF7F-426C-B5AC-EDF2461AF273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gray">
          <a:xfrm>
            <a:off x="5277044" y="4954688"/>
            <a:ext cx="3933122" cy="1282675"/>
          </a:xfrm>
          <a:prstGeom prst="rect">
            <a:avLst/>
          </a:prstGeom>
          <a:noFill/>
          <a:ln w="12700" algn="ctr">
            <a:solidFill>
              <a:schemeClr val="bg1">
                <a:lumMod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none" lIns="288000" tIns="36000" rIns="72000" bIns="36000" anchor="ctr"/>
          <a:lstStyle/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</p:txBody>
      </p:sp>
      <p:sp>
        <p:nvSpPr>
          <p:cNvPr id="5" name="Text Box 26">
            <a:extLst>
              <a:ext uri="{FF2B5EF4-FFF2-40B4-BE49-F238E27FC236}">
                <a16:creationId xmlns:a16="http://schemas.microsoft.com/office/drawing/2014/main" id="{7314575E-F4F8-4019-AA1A-ABD41EEE13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836" y="4954689"/>
            <a:ext cx="3933122" cy="1282675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endParaRPr lang="en-US" altLang="ko-KR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endParaRPr lang="en-US" altLang="ko-KR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BEC62-76E1-401C-9FE7-F5082387D1E4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71146" y="5148683"/>
            <a:ext cx="3190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762019">
              <a:spcBef>
                <a:spcPct val="40000"/>
              </a:spcBef>
            </a:pPr>
            <a:r>
              <a:rPr lang="ko-KR" altLang="en-US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고딕"/>
              </a:rPr>
              <a:t>본</a:t>
            </a:r>
            <a:r>
              <a:rPr lang="en-US" altLang="ko-KR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고딕"/>
              </a:rPr>
              <a:t> </a:t>
            </a:r>
            <a:r>
              <a:rPr lang="ko-KR" altLang="en-US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고딕"/>
              </a:rPr>
              <a:t>문서와 관련한 문의</a:t>
            </a:r>
            <a:endParaRPr lang="en-US" altLang="ko-KR" sz="1200">
              <a:solidFill>
                <a:srgbClr val="5C646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3EBCF4-41B3-4F21-8C9B-EFE0BA597CC3}"/>
              </a:ext>
            </a:extLst>
          </p:cNvPr>
          <p:cNvSpPr/>
          <p:nvPr userDrawn="1"/>
        </p:nvSpPr>
        <p:spPr>
          <a:xfrm>
            <a:off x="795728" y="5094509"/>
            <a:ext cx="3725216" cy="778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r>
              <a:rPr lang="ko-KR" altLang="en-US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사업장 주소</a:t>
            </a:r>
            <a:endParaRPr lang="en-US" altLang="ko-KR" sz="1200">
              <a:solidFill>
                <a:srgbClr val="5C646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r>
              <a:rPr lang="en-US" altLang="ko-KR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| Tel. 02-000-0000</a:t>
            </a:r>
          </a:p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r>
              <a:rPr lang="en-US" altLang="ko-KR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| http://</a:t>
            </a:r>
            <a:r>
              <a:rPr lang="ko-KR" altLang="en-US" sz="1200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홈페이지 주소</a:t>
            </a:r>
            <a:r>
              <a:rPr lang="en-US" altLang="ko-KR" sz="1200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>
              <a:solidFill>
                <a:srgbClr val="5C646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75AA019B-C022-460A-8212-A4A50AB03E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50629" y="5414291"/>
            <a:ext cx="3190875" cy="75101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576"/>
              </a:spcBef>
              <a:buNone/>
              <a:defRPr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사업부 </a:t>
            </a:r>
            <a:r>
              <a:rPr lang="en-US" altLang="ko-KR"/>
              <a:t>:	</a:t>
            </a:r>
            <a:r>
              <a:rPr lang="ko-KR" altLang="en-US"/>
              <a:t>이름 </a:t>
            </a:r>
            <a:r>
              <a:rPr lang="en-US" altLang="ko-KR"/>
              <a:t>:	</a:t>
            </a:r>
          </a:p>
          <a:p>
            <a:pPr lvl="0"/>
            <a:r>
              <a:rPr lang="ko-KR" altLang="en-US"/>
              <a:t>연락처 </a:t>
            </a:r>
            <a:r>
              <a:rPr lang="en-US" altLang="ko-KR"/>
              <a:t>:		</a:t>
            </a:r>
          </a:p>
          <a:p>
            <a:pPr lvl="0"/>
            <a:r>
              <a:rPr lang="ko-KR" altLang="en-US"/>
              <a:t>이메일 주소 </a:t>
            </a:r>
            <a:r>
              <a:rPr lang="en-US" altLang="ko-KR"/>
              <a:t>:		</a:t>
            </a:r>
            <a:endParaRPr lang="ko-KR" altLang="en-US"/>
          </a:p>
        </p:txBody>
      </p:sp>
      <p:sp>
        <p:nvSpPr>
          <p:cNvPr id="10" name="슬라이드 번호 개체 틀 6"/>
          <p:cNvSpPr txBox="1">
            <a:spLocks/>
          </p:cNvSpPr>
          <p:nvPr userDrawn="1"/>
        </p:nvSpPr>
        <p:spPr>
          <a:xfrm>
            <a:off x="7594600" y="6492875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632520" y="1484784"/>
            <a:ext cx="8640960" cy="1498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>
                <a:solidFill>
                  <a:schemeClr val="tx1"/>
                </a:solidFill>
              </a:rPr>
              <a:t>END</a:t>
            </a:r>
            <a:r>
              <a:rPr lang="en-US" altLang="ko-KR" sz="3600" b="1" baseline="0">
                <a:solidFill>
                  <a:schemeClr val="tx1"/>
                </a:solidFill>
              </a:rPr>
              <a:t> OF DOCUMENT</a:t>
            </a:r>
            <a:endParaRPr lang="ko-KR" altLang="en-US" sz="3600" b="1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5C89BDF-E3CE-4D0C-B6D8-651B677DC8F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48" y="3449320"/>
            <a:ext cx="2873196" cy="104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943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804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" name="대각선 방향의 모서리가 둥근 사각형 8"/>
          <p:cNvSpPr/>
          <p:nvPr userDrawn="1"/>
        </p:nvSpPr>
        <p:spPr>
          <a:xfrm>
            <a:off x="-42041" y="-27384"/>
            <a:ext cx="9963593" cy="6885384"/>
          </a:xfrm>
          <a:prstGeom prst="round2DiagRect">
            <a:avLst>
              <a:gd name="adj1" fmla="val 328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>
                <a:solidFill>
                  <a:prstClr val="white"/>
                </a:solidFill>
              </a:rPr>
              <a:t> </a:t>
            </a:r>
            <a:endParaRPr lang="ko-KR" altLang="en-US" sz="4000">
              <a:solidFill>
                <a:prstClr val="white"/>
              </a:solidFill>
            </a:endParaRPr>
          </a:p>
        </p:txBody>
      </p:sp>
      <p:pic>
        <p:nvPicPr>
          <p:cNvPr id="2050" name="Picture 2" descr="Y:\2.마케팅팀\05.홍보\15.CI.슬로건.간판\07.신규 기업 슬로건\2. 영문\대동공업_영문 슬로건_1줄_기본.jp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47852" y="165398"/>
            <a:ext cx="2701109" cy="792311"/>
          </a:xfrm>
          <a:prstGeom prst="rect">
            <a:avLst/>
          </a:prstGeom>
          <a:noFill/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95300" y="1853952"/>
            <a:ext cx="8928000" cy="1152000"/>
          </a:xfrm>
          <a:prstGeom prst="rect">
            <a:avLst/>
          </a:prstGeom>
        </p:spPr>
        <p:txBody>
          <a:bodyPr anchor="ctr"/>
          <a:lstStyle>
            <a:lvl1pPr eaLnBrk="0" latinLnBrk="0" hangingPunct="0">
              <a:defRPr b="1" baseline="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0" name="텍스트 개체 틀 14">
            <a:extLst>
              <a:ext uri="{FF2B5EF4-FFF2-40B4-BE49-F238E27FC236}">
                <a16:creationId xmlns:a16="http://schemas.microsoft.com/office/drawing/2014/main" id="{C793D06B-3139-49EF-8C31-5B3C88DA55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0803" y="3260912"/>
            <a:ext cx="3024394" cy="432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eaLnBrk="0" latinLnBrk="0" hangingPunct="0">
              <a:buNone/>
              <a:defRPr sz="1600" b="1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서브 제목</a:t>
            </a:r>
            <a:endParaRPr lang="en-US" altLang="ko-KR"/>
          </a:p>
        </p:txBody>
      </p:sp>
      <p:sp>
        <p:nvSpPr>
          <p:cNvPr id="38" name="텍스트 개체 틀 14">
            <a:extLst>
              <a:ext uri="{FF2B5EF4-FFF2-40B4-BE49-F238E27FC236}">
                <a16:creationId xmlns:a16="http://schemas.microsoft.com/office/drawing/2014/main" id="{4E9DF881-CCD1-43E5-B4BD-68B78029F2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0803" y="4113103"/>
            <a:ext cx="3024394" cy="25200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eaLnBrk="0" latinLnBrk="0" hangingPunct="0">
              <a:buNone/>
              <a:defRPr sz="1400" b="1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/>
              <a:t>‘00. 00. 00</a:t>
            </a:r>
          </a:p>
        </p:txBody>
      </p:sp>
      <p:sp>
        <p:nvSpPr>
          <p:cNvPr id="37" name="텍스트 개체 틀 14">
            <a:extLst>
              <a:ext uri="{FF2B5EF4-FFF2-40B4-BE49-F238E27FC236}">
                <a16:creationId xmlns:a16="http://schemas.microsoft.com/office/drawing/2014/main" id="{075BED62-F3AF-4EC2-AC4E-37B28C742E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40803" y="4436425"/>
            <a:ext cx="3024394" cy="25200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eaLnBrk="0" latinLnBrk="0" hangingPunct="0">
              <a:buNone/>
              <a:defRPr sz="1400" b="1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/>
              <a:t>0000</a:t>
            </a:r>
            <a:r>
              <a:rPr lang="ko-KR" altLang="en-US"/>
              <a:t>실 </a:t>
            </a:r>
            <a:r>
              <a:rPr lang="en-US" altLang="ko-KR"/>
              <a:t>000</a:t>
            </a:r>
            <a:r>
              <a:rPr lang="ko-KR" altLang="en-US"/>
              <a:t>팀</a:t>
            </a:r>
            <a:endParaRPr lang="en-US" altLang="ko-KR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0201" y="6250646"/>
            <a:ext cx="161060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386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대각선 방향의 모서리가 둥근 사각형 8"/>
          <p:cNvSpPr/>
          <p:nvPr userDrawn="1"/>
        </p:nvSpPr>
        <p:spPr>
          <a:xfrm>
            <a:off x="-42041" y="-27384"/>
            <a:ext cx="9963593" cy="6885384"/>
          </a:xfrm>
          <a:prstGeom prst="round2DiagRect">
            <a:avLst>
              <a:gd name="adj1" fmla="val 328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>
                <a:latin typeface="+mn-ea"/>
                <a:ea typeface="+mn-ea"/>
              </a:rPr>
              <a:t> </a:t>
            </a:r>
            <a:endParaRPr lang="ko-KR" altLang="en-US" sz="4000">
              <a:latin typeface="+mn-ea"/>
              <a:ea typeface="+mn-ea"/>
            </a:endParaRPr>
          </a:p>
        </p:txBody>
      </p:sp>
      <p:pic>
        <p:nvPicPr>
          <p:cNvPr id="12" name="Picture 4" descr="D:\01. 대동CI\로고원색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82909" y="6319368"/>
            <a:ext cx="1340182" cy="252000"/>
          </a:xfrm>
          <a:prstGeom prst="rect">
            <a:avLst/>
          </a:prstGeom>
          <a:noFill/>
        </p:spPr>
      </p:pic>
      <p:pic>
        <p:nvPicPr>
          <p:cNvPr id="2050" name="Picture 2" descr="Y:\2.마케팅팀\05.홍보\15.CI.슬로건.간판\07.신규 기업 슬로건\2. 영문\대동공업_영문 슬로건_1줄_기본.jp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47852" y="165398"/>
            <a:ext cx="2701109" cy="792311"/>
          </a:xfrm>
          <a:prstGeom prst="rect">
            <a:avLst/>
          </a:prstGeom>
          <a:noFill/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95300" y="1853952"/>
            <a:ext cx="8928000" cy="1152000"/>
          </a:xfrm>
          <a:prstGeom prst="rect">
            <a:avLst/>
          </a:prstGeom>
        </p:spPr>
        <p:txBody>
          <a:bodyPr anchor="ctr"/>
          <a:lstStyle>
            <a:lvl1pPr eaLnBrk="0" latinLnBrk="0" hangingPunct="0">
              <a:defRPr b="1" baseline="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0" name="텍스트 개체 틀 14">
            <a:extLst>
              <a:ext uri="{FF2B5EF4-FFF2-40B4-BE49-F238E27FC236}">
                <a16:creationId xmlns:a16="http://schemas.microsoft.com/office/drawing/2014/main" id="{C793D06B-3139-49EF-8C31-5B3C88DA55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0803" y="3260912"/>
            <a:ext cx="3024394" cy="432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eaLnBrk="0" latinLnBrk="0" hangingPunct="0">
              <a:buNone/>
              <a:defRPr sz="1500" b="1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서브 제목</a:t>
            </a:r>
            <a:endParaRPr lang="en-US" altLang="ko-KR"/>
          </a:p>
        </p:txBody>
      </p:sp>
      <p:sp>
        <p:nvSpPr>
          <p:cNvPr id="38" name="텍스트 개체 틀 14">
            <a:extLst>
              <a:ext uri="{FF2B5EF4-FFF2-40B4-BE49-F238E27FC236}">
                <a16:creationId xmlns:a16="http://schemas.microsoft.com/office/drawing/2014/main" id="{4E9DF881-CCD1-43E5-B4BD-68B78029F2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0803" y="4113103"/>
            <a:ext cx="3024394" cy="25200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eaLnBrk="0" latinLnBrk="0" hangingPunct="0">
              <a:buNone/>
              <a:defRPr sz="1300" b="1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/>
              <a:t>‘00. 00. 00</a:t>
            </a:r>
          </a:p>
        </p:txBody>
      </p:sp>
      <p:sp>
        <p:nvSpPr>
          <p:cNvPr id="37" name="텍스트 개체 틀 14">
            <a:extLst>
              <a:ext uri="{FF2B5EF4-FFF2-40B4-BE49-F238E27FC236}">
                <a16:creationId xmlns:a16="http://schemas.microsoft.com/office/drawing/2014/main" id="{075BED62-F3AF-4EC2-AC4E-37B28C742E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40803" y="4436425"/>
            <a:ext cx="3024394" cy="2520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 eaLnBrk="0" latinLnBrk="0" hangingPunct="0">
              <a:buNone/>
              <a:defRPr sz="1300" b="1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/>
              <a:t>0000</a:t>
            </a:r>
            <a:r>
              <a:rPr lang="ko-KR" altLang="en-US"/>
              <a:t>실 </a:t>
            </a:r>
            <a:r>
              <a:rPr lang="en-US" altLang="ko-KR"/>
              <a:t>000</a:t>
            </a:r>
            <a:r>
              <a:rPr lang="ko-KR" altLang="en-US"/>
              <a:t>팀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0138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user\Desktop\KakaoTalk_20170718_182543653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08594"/>
            <a:ext cx="9904413" cy="6858000"/>
          </a:xfrm>
          <a:prstGeom prst="rect">
            <a:avLst/>
          </a:prstGeom>
          <a:noFill/>
        </p:spPr>
      </p:pic>
      <p:cxnSp>
        <p:nvCxnSpPr>
          <p:cNvPr id="5" name="직선 연결선 4"/>
          <p:cNvCxnSpPr/>
          <p:nvPr userDrawn="1"/>
        </p:nvCxnSpPr>
        <p:spPr>
          <a:xfrm>
            <a:off x="632520" y="692696"/>
            <a:ext cx="8640960" cy="0"/>
          </a:xfrm>
          <a:prstGeom prst="line">
            <a:avLst/>
          </a:prstGeom>
          <a:ln w="2222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Y:\2.마케팅팀\05.홍보\15.CI.슬로건.간판\07.신규 기업 슬로건\2. 영문\대동공업_영문 슬로건_3줄_화이트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30629" y="5748114"/>
            <a:ext cx="1588985" cy="1188000"/>
          </a:xfrm>
          <a:prstGeom prst="rect">
            <a:avLst/>
          </a:prstGeom>
          <a:noFill/>
        </p:spPr>
      </p:pic>
      <p:sp>
        <p:nvSpPr>
          <p:cNvPr id="13" name="텍스트 개체 틀 14">
            <a:extLst>
              <a:ext uri="{FF2B5EF4-FFF2-40B4-BE49-F238E27FC236}">
                <a16:creationId xmlns:a16="http://schemas.microsoft.com/office/drawing/2014/main" id="{E5DF8311-07C1-4D05-B5D7-D11D9A507C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75161" y="1998132"/>
            <a:ext cx="4392488" cy="432000"/>
          </a:xfrm>
          <a:prstGeom prst="rect">
            <a:avLst/>
          </a:prstGeom>
        </p:spPr>
        <p:txBody>
          <a:bodyPr wrap="none" anchor="t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1400" b="1" cap="none" baseline="0">
                <a:solidFill>
                  <a:srgbClr val="FF66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58E126-4E1B-42BD-A24F-19BF796CC972}"/>
              </a:ext>
            </a:extLst>
          </p:cNvPr>
          <p:cNvSpPr txBox="1"/>
          <p:nvPr userDrawn="1"/>
        </p:nvSpPr>
        <p:spPr>
          <a:xfrm>
            <a:off x="649720" y="260648"/>
            <a:ext cx="136815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l" defTabSz="914400" rtl="0" eaLnBrk="0" latinLnBrk="0" hangingPunct="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ko-KR" altLang="en-US" sz="1800" b="1" kern="1200" cap="none" baseline="0">
                <a:solidFill>
                  <a:srgbClr val="FF66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093242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0">
            <a:extLst>
              <a:ext uri="{FF2B5EF4-FFF2-40B4-BE49-F238E27FC236}">
                <a16:creationId xmlns:a16="http://schemas.microsoft.com/office/drawing/2014/main" id="{9935298B-DF7F-426C-B5AC-EDF2461AF273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gray">
          <a:xfrm>
            <a:off x="5277044" y="4954688"/>
            <a:ext cx="3933122" cy="1282675"/>
          </a:xfrm>
          <a:prstGeom prst="rect">
            <a:avLst/>
          </a:prstGeom>
          <a:noFill/>
          <a:ln w="12700" algn="ctr">
            <a:solidFill>
              <a:schemeClr val="bg1">
                <a:lumMod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none" lIns="288000" tIns="36000" rIns="72000" bIns="36000" anchor="ctr"/>
          <a:lstStyle/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</p:txBody>
      </p:sp>
      <p:sp>
        <p:nvSpPr>
          <p:cNvPr id="5" name="Text Box 26">
            <a:extLst>
              <a:ext uri="{FF2B5EF4-FFF2-40B4-BE49-F238E27FC236}">
                <a16:creationId xmlns:a16="http://schemas.microsoft.com/office/drawing/2014/main" id="{7314575E-F4F8-4019-AA1A-ABD41EEE13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836" y="4954689"/>
            <a:ext cx="3933122" cy="1282675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endParaRPr lang="en-US" altLang="ko-KR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endParaRPr lang="en-US" altLang="ko-KR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BEC62-76E1-401C-9FE7-F5082387D1E4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71146" y="5148683"/>
            <a:ext cx="3190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762019">
              <a:spcBef>
                <a:spcPct val="40000"/>
              </a:spcBef>
            </a:pPr>
            <a:r>
              <a:rPr lang="ko-KR" altLang="en-US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고딕"/>
              </a:rPr>
              <a:t>본</a:t>
            </a:r>
            <a:r>
              <a:rPr lang="en-US" altLang="ko-KR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고딕"/>
              </a:rPr>
              <a:t> </a:t>
            </a:r>
            <a:r>
              <a:rPr lang="ko-KR" altLang="en-US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고딕"/>
              </a:rPr>
              <a:t>문서와 관련한 문의</a:t>
            </a:r>
            <a:endParaRPr lang="en-US" altLang="ko-KR" sz="1200">
              <a:solidFill>
                <a:srgbClr val="5C646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3EBCF4-41B3-4F21-8C9B-EFE0BA597CC3}"/>
              </a:ext>
            </a:extLst>
          </p:cNvPr>
          <p:cNvSpPr/>
          <p:nvPr userDrawn="1"/>
        </p:nvSpPr>
        <p:spPr>
          <a:xfrm>
            <a:off x="795728" y="5094509"/>
            <a:ext cx="3725216" cy="778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r>
              <a:rPr lang="ko-KR" altLang="en-US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사업장 주소</a:t>
            </a:r>
            <a:endParaRPr lang="en-US" altLang="ko-KR" sz="1200">
              <a:solidFill>
                <a:srgbClr val="5C646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r>
              <a:rPr lang="en-US" altLang="ko-KR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| Tel. 02-000-0000</a:t>
            </a:r>
          </a:p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r>
              <a:rPr lang="en-US" altLang="ko-KR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| http://</a:t>
            </a:r>
            <a:r>
              <a:rPr lang="ko-KR" altLang="en-US" sz="1200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홈페이지 주소</a:t>
            </a:r>
            <a:r>
              <a:rPr lang="en-US" altLang="ko-KR" sz="1200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>
              <a:solidFill>
                <a:srgbClr val="5C646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75AA019B-C022-460A-8212-A4A50AB03E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50629" y="5414291"/>
            <a:ext cx="3190875" cy="75101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576"/>
              </a:spcBef>
              <a:buNone/>
              <a:defRPr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사업부 </a:t>
            </a:r>
            <a:r>
              <a:rPr lang="en-US" altLang="ko-KR"/>
              <a:t>:	</a:t>
            </a:r>
            <a:r>
              <a:rPr lang="ko-KR" altLang="en-US"/>
              <a:t>이름 </a:t>
            </a:r>
            <a:r>
              <a:rPr lang="en-US" altLang="ko-KR"/>
              <a:t>:	</a:t>
            </a:r>
          </a:p>
          <a:p>
            <a:pPr lvl="0"/>
            <a:r>
              <a:rPr lang="ko-KR" altLang="en-US"/>
              <a:t>연락처 </a:t>
            </a:r>
            <a:r>
              <a:rPr lang="en-US" altLang="ko-KR"/>
              <a:t>:		</a:t>
            </a:r>
          </a:p>
          <a:p>
            <a:pPr lvl="0"/>
            <a:r>
              <a:rPr lang="ko-KR" altLang="en-US"/>
              <a:t>이메일 주소 </a:t>
            </a:r>
            <a:r>
              <a:rPr lang="en-US" altLang="ko-KR"/>
              <a:t>:		</a:t>
            </a:r>
            <a:endParaRPr lang="ko-KR" altLang="en-US"/>
          </a:p>
        </p:txBody>
      </p:sp>
      <p:sp>
        <p:nvSpPr>
          <p:cNvPr id="10" name="슬라이드 번호 개체 틀 6"/>
          <p:cNvSpPr txBox="1">
            <a:spLocks/>
          </p:cNvSpPr>
          <p:nvPr userDrawn="1"/>
        </p:nvSpPr>
        <p:spPr>
          <a:xfrm>
            <a:off x="7594600" y="6492875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632520" y="1484784"/>
            <a:ext cx="8640960" cy="1498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>
                <a:solidFill>
                  <a:schemeClr val="tx1"/>
                </a:solidFill>
              </a:rPr>
              <a:t>END</a:t>
            </a:r>
            <a:r>
              <a:rPr lang="en-US" altLang="ko-KR" sz="3600" b="1" baseline="0">
                <a:solidFill>
                  <a:schemeClr val="tx1"/>
                </a:solidFill>
              </a:rPr>
              <a:t> OF DOCUMENT</a:t>
            </a:r>
            <a:endParaRPr lang="ko-KR" altLang="en-US" sz="3600" b="1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5C89BDF-E3CE-4D0C-B6D8-651B677DC8F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48" y="3449320"/>
            <a:ext cx="2873196" cy="104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254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48" y="3449320"/>
            <a:ext cx="2873196" cy="1044966"/>
          </a:xfrm>
          <a:prstGeom prst="rect">
            <a:avLst/>
          </a:prstGeom>
        </p:spPr>
      </p:pic>
      <p:sp>
        <p:nvSpPr>
          <p:cNvPr id="4" name="Rectangle 40">
            <a:extLst>
              <a:ext uri="{FF2B5EF4-FFF2-40B4-BE49-F238E27FC236}">
                <a16:creationId xmlns:a16="http://schemas.microsoft.com/office/drawing/2014/main" id="{9935298B-DF7F-426C-B5AC-EDF2461AF273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gray">
          <a:xfrm>
            <a:off x="5277044" y="4954688"/>
            <a:ext cx="3933122" cy="1282675"/>
          </a:xfrm>
          <a:prstGeom prst="rect">
            <a:avLst/>
          </a:prstGeom>
          <a:noFill/>
          <a:ln w="12700" algn="ctr">
            <a:solidFill>
              <a:schemeClr val="bg1">
                <a:lumMod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none" lIns="288000" tIns="36000" rIns="72000" bIns="36000" anchor="ctr"/>
          <a:lstStyle/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cs typeface="맑은고딕"/>
            </a:endParaRPr>
          </a:p>
        </p:txBody>
      </p:sp>
      <p:sp>
        <p:nvSpPr>
          <p:cNvPr id="5" name="Text Box 26">
            <a:extLst>
              <a:ext uri="{FF2B5EF4-FFF2-40B4-BE49-F238E27FC236}">
                <a16:creationId xmlns:a16="http://schemas.microsoft.com/office/drawing/2014/main" id="{7314575E-F4F8-4019-AA1A-ABD41EEE13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836" y="4954689"/>
            <a:ext cx="3933122" cy="1282675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300"/>
              </a:spcBef>
            </a:pPr>
            <a:endParaRPr lang="en-US" altLang="ko-KR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10000"/>
              </a:lnSpc>
              <a:spcBef>
                <a:spcPts val="300"/>
              </a:spcBef>
            </a:pPr>
            <a:endParaRPr lang="en-US" altLang="ko-KR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BEC62-76E1-401C-9FE7-F5082387D1E4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71146" y="5148683"/>
            <a:ext cx="3190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2019">
              <a:spcBef>
                <a:spcPct val="40000"/>
              </a:spcBef>
            </a:pPr>
            <a:r>
              <a:rPr lang="ko-KR" altLang="en-US" sz="1200">
                <a:solidFill>
                  <a:srgbClr val="5C646F"/>
                </a:solidFill>
                <a:cs typeface="맑은고딕"/>
              </a:rPr>
              <a:t>본</a:t>
            </a:r>
            <a:r>
              <a:rPr lang="en-US" altLang="ko-KR" sz="1200">
                <a:solidFill>
                  <a:srgbClr val="5C646F"/>
                </a:solidFill>
                <a:cs typeface="맑은고딕"/>
              </a:rPr>
              <a:t> </a:t>
            </a:r>
            <a:r>
              <a:rPr lang="ko-KR" altLang="en-US" sz="1200">
                <a:solidFill>
                  <a:srgbClr val="5C646F"/>
                </a:solidFill>
                <a:cs typeface="맑은고딕"/>
              </a:rPr>
              <a:t>문서와 관련한 문의</a:t>
            </a:r>
            <a:endParaRPr lang="en-US" altLang="ko-KR" sz="1200">
              <a:solidFill>
                <a:srgbClr val="5C646F"/>
              </a:solidFill>
              <a:cs typeface="맑은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3EBCF4-41B3-4F21-8C9B-EFE0BA597CC3}"/>
              </a:ext>
            </a:extLst>
          </p:cNvPr>
          <p:cNvSpPr/>
          <p:nvPr userDrawn="1"/>
        </p:nvSpPr>
        <p:spPr>
          <a:xfrm>
            <a:off x="795728" y="5094509"/>
            <a:ext cx="3725216" cy="778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ko-KR" altLang="en-US" sz="1200">
                <a:solidFill>
                  <a:srgbClr val="5C646F"/>
                </a:solidFill>
              </a:rPr>
              <a:t>사업장 주소</a:t>
            </a:r>
            <a:endParaRPr lang="en-US" altLang="ko-KR" sz="1200">
              <a:solidFill>
                <a:srgbClr val="5C646F"/>
              </a:solidFill>
            </a:endParaRP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en-US" altLang="ko-KR" sz="1200">
                <a:solidFill>
                  <a:srgbClr val="5C646F"/>
                </a:solidFill>
              </a:rPr>
              <a:t> | Tel. 02-000-0000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en-US" altLang="ko-KR" sz="1200">
                <a:solidFill>
                  <a:srgbClr val="5C646F"/>
                </a:solidFill>
              </a:rPr>
              <a:t> | http://</a:t>
            </a:r>
            <a:r>
              <a:rPr lang="ko-KR" altLang="en-US" sz="1200">
                <a:solidFill>
                  <a:srgbClr val="5C646F"/>
                </a:solidFill>
              </a:rPr>
              <a:t> </a:t>
            </a:r>
            <a:r>
              <a:rPr lang="en-US" altLang="ko-KR" sz="1200">
                <a:solidFill>
                  <a:srgbClr val="5C646F"/>
                </a:solidFill>
              </a:rPr>
              <a:t>(</a:t>
            </a:r>
            <a:r>
              <a:rPr lang="ko-KR" altLang="en-US" sz="1200">
                <a:solidFill>
                  <a:srgbClr val="5C646F"/>
                </a:solidFill>
              </a:rPr>
              <a:t>홈페이지 주소</a:t>
            </a:r>
            <a:r>
              <a:rPr lang="en-US" altLang="ko-KR" sz="1200">
                <a:solidFill>
                  <a:srgbClr val="5C646F"/>
                </a:solidFill>
              </a:rPr>
              <a:t>)</a:t>
            </a:r>
            <a:endParaRPr lang="ko-KR" altLang="en-US" sz="1200">
              <a:solidFill>
                <a:srgbClr val="5C646F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75AA019B-C022-460A-8212-A4A50AB03E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50629" y="5414291"/>
            <a:ext cx="3190875" cy="75101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576"/>
              </a:spcBef>
              <a:buNone/>
              <a:defRPr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사업부 </a:t>
            </a:r>
            <a:r>
              <a:rPr lang="en-US" altLang="ko-KR"/>
              <a:t>:	</a:t>
            </a:r>
            <a:r>
              <a:rPr lang="ko-KR" altLang="en-US"/>
              <a:t>이름 </a:t>
            </a:r>
            <a:r>
              <a:rPr lang="en-US" altLang="ko-KR"/>
              <a:t>:	</a:t>
            </a:r>
          </a:p>
          <a:p>
            <a:pPr lvl="0"/>
            <a:r>
              <a:rPr lang="ko-KR" altLang="en-US"/>
              <a:t>연락처 </a:t>
            </a:r>
            <a:r>
              <a:rPr lang="en-US" altLang="ko-KR"/>
              <a:t>:		</a:t>
            </a:r>
          </a:p>
          <a:p>
            <a:pPr lvl="0"/>
            <a:r>
              <a:rPr lang="ko-KR" altLang="en-US"/>
              <a:t>이메일 주소 </a:t>
            </a:r>
            <a:r>
              <a:rPr lang="en-US" altLang="ko-KR"/>
              <a:t>:		</a:t>
            </a:r>
            <a:endParaRPr lang="ko-KR" altLang="en-US"/>
          </a:p>
        </p:txBody>
      </p:sp>
      <p:sp>
        <p:nvSpPr>
          <p:cNvPr id="10" name="슬라이드 번호 개체 틀 6"/>
          <p:cNvSpPr txBox="1">
            <a:spLocks/>
          </p:cNvSpPr>
          <p:nvPr userDrawn="1"/>
        </p:nvSpPr>
        <p:spPr>
          <a:xfrm>
            <a:off x="7594600" y="6492875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algn="r" eaLnBrk="0" latinLnBrk="0" hangingPunct="0">
              <a:defRPr/>
            </a:pPr>
            <a:fld id="{32AB9B5A-762C-44C8-8DF2-EF332BB62081}" type="slidenum">
              <a:rPr lang="ko-KR" altLang="en-US" sz="1050" smtClean="0">
                <a:solidFill>
                  <a:srgbClr val="595656"/>
                </a:solidFill>
              </a:rPr>
              <a:pPr algn="r" eaLnBrk="0" latinLnBrk="0" hangingPunct="0">
                <a:defRPr/>
              </a:pPr>
              <a:t>‹#›</a:t>
            </a:fld>
            <a:endParaRPr lang="ko-KR" altLang="en-US" sz="1050">
              <a:solidFill>
                <a:srgbClr val="595656"/>
              </a:solidFill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632520" y="1484784"/>
            <a:ext cx="8640960" cy="1498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>
                <a:solidFill>
                  <a:prstClr val="black"/>
                </a:solidFill>
              </a:rPr>
              <a:t>END OF DOCUMENT</a:t>
            </a:r>
            <a:endParaRPr lang="ko-KR" altLang="en-US" sz="3600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579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4939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2443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532" imgH="530" progId="TCLayout.ActiveDocument.1">
                  <p:embed/>
                </p:oleObj>
              </mc:Choice>
              <mc:Fallback>
                <p:oleObj name="think-cell 슬라이드" r:id="rId3" imgW="532" imgH="530" progId="TCLayout.ActiveDocument.1">
                  <p:embed/>
                  <p:pic>
                    <p:nvPicPr>
                      <p:cNvPr id="3" name="개체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직선 연결선 9"/>
          <p:cNvCxnSpPr/>
          <p:nvPr/>
        </p:nvCxnSpPr>
        <p:spPr>
          <a:xfrm>
            <a:off x="416496" y="692696"/>
            <a:ext cx="907200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6"/>
          <p:cNvSpPr txBox="1">
            <a:spLocks/>
          </p:cNvSpPr>
          <p:nvPr/>
        </p:nvSpPr>
        <p:spPr>
          <a:xfrm>
            <a:off x="7594600" y="6492875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0C59424D-B2E6-43ED-B03A-537687EF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732452"/>
            <a:ext cx="9072000" cy="324704"/>
          </a:xfrm>
          <a:prstGeom prst="rect">
            <a:avLst/>
          </a:prstGeom>
        </p:spPr>
        <p:txBody>
          <a:bodyPr vert="horz" anchor="t" anchorCtr="0">
            <a:spAutoFit/>
          </a:bodyPr>
          <a:lstStyle>
            <a:lvl1pPr algn="l" eaLnBrk="0" latinLnBrk="0" hangingPunct="0">
              <a:lnSpc>
                <a:spcPct val="110000"/>
              </a:lnSpc>
              <a:spcBef>
                <a:spcPts val="0"/>
              </a:spcBef>
              <a:defRPr sz="15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A18D891F-9564-401B-B13D-96EF1AA80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0" y="302420"/>
            <a:ext cx="4105275" cy="288000"/>
          </a:xfrm>
          <a:prstGeom prst="rect">
            <a:avLst/>
          </a:prstGeom>
        </p:spPr>
        <p:txBody>
          <a:bodyPr anchor="ctr" anchorCtr="0"/>
          <a:lstStyle>
            <a:lvl1pPr marL="0" indent="0" eaLnBrk="0" latinLnBrk="0" hangingPunct="0">
              <a:buNone/>
              <a:defRPr sz="18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4327" y="302420"/>
            <a:ext cx="4104000" cy="288000"/>
          </a:xfrm>
          <a:prstGeom prst="rect">
            <a:avLst/>
          </a:prstGeom>
        </p:spPr>
        <p:txBody>
          <a:bodyPr anchor="ctr" anchorCtr="0"/>
          <a:lstStyle>
            <a:lvl1pPr marL="0" indent="0" algn="r" eaLnBrk="0" latinLnBrk="0" hangingPunct="0">
              <a:buNone/>
              <a:defRPr sz="1200" b="1" cap="none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5450" y="6402540"/>
            <a:ext cx="8305026" cy="337570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 eaLnBrk="0" latinLnBrk="0" hangingPunct="0">
              <a:lnSpc>
                <a:spcPct val="100000"/>
              </a:lnSpc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726289FF-3121-46F6-AAA5-1AE4E5A07E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6496" y="1244204"/>
            <a:ext cx="2525713" cy="949491"/>
          </a:xfrm>
          <a:prstGeom prst="rect">
            <a:avLst/>
          </a:prstGeom>
        </p:spPr>
        <p:txBody>
          <a:bodyPr>
            <a:spAutoFit/>
          </a:bodyPr>
          <a:lstStyle>
            <a:lvl1pPr marL="93663" indent="-93663">
              <a:buFont typeface="Wingdings" panose="05000000000000000000" pitchFamily="2" charset="2"/>
              <a:buChar char="§"/>
              <a:defRPr/>
            </a:lvl1pPr>
            <a:lvl2pPr marL="176213" indent="-82550">
              <a:buFont typeface="Wingdings" panose="05000000000000000000" pitchFamily="2" charset="2"/>
              <a:buChar char="ü"/>
              <a:defRPr/>
            </a:lvl2pPr>
            <a:lvl3pPr marL="269875" indent="-93663">
              <a:buFont typeface="Wingdings" panose="05000000000000000000" pitchFamily="2" charset="2"/>
              <a:buChar char="Ø"/>
              <a:defRPr/>
            </a:lvl3pPr>
            <a:lvl4pPr marL="363538" indent="-93663">
              <a:buFont typeface="맑은 고딕" panose="020B0503020000020004" pitchFamily="50" charset="-127"/>
              <a:buChar char="."/>
              <a:defRPr/>
            </a:lvl4pPr>
            <a:lvl5pPr marL="2057400" indent="-228600">
              <a:buFont typeface="맑은 고딕" panose="020B0503020000020004" pitchFamily="50" charset="-127"/>
              <a:buChar char="."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33407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pos="262">
          <p15:clr>
            <a:srgbClr val="FBAE40"/>
          </p15:clr>
        </p15:guide>
        <p15:guide id="3" pos="5978">
          <p15:clr>
            <a:srgbClr val="FBAE40"/>
          </p15:clr>
        </p15:guide>
        <p15:guide id="4" orient="horz" pos="404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9670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532" imgH="530" progId="TCLayout.ActiveDocument.1">
                  <p:embed/>
                </p:oleObj>
              </mc:Choice>
              <mc:Fallback>
                <p:oleObj name="think-cell 슬라이드" r:id="rId3" imgW="532" imgH="530" progId="TCLayout.ActiveDocument.1">
                  <p:embed/>
                  <p:pic>
                    <p:nvPicPr>
                      <p:cNvPr id="3" name="개체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직선 연결선 9"/>
          <p:cNvCxnSpPr/>
          <p:nvPr/>
        </p:nvCxnSpPr>
        <p:spPr>
          <a:xfrm>
            <a:off x="416496" y="692696"/>
            <a:ext cx="907200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6"/>
          <p:cNvSpPr txBox="1">
            <a:spLocks/>
          </p:cNvSpPr>
          <p:nvPr/>
        </p:nvSpPr>
        <p:spPr>
          <a:xfrm>
            <a:off x="7594600" y="6492875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0C59424D-B2E6-43ED-B03A-537687EF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732452"/>
            <a:ext cx="9072000" cy="359329"/>
          </a:xfrm>
          <a:prstGeom prst="rect">
            <a:avLst/>
          </a:prstGeom>
        </p:spPr>
        <p:txBody>
          <a:bodyPr vert="horz" anchor="t" anchorCtr="0">
            <a:spAutoFit/>
          </a:bodyPr>
          <a:lstStyle>
            <a:lvl1pPr algn="l" eaLnBrk="0" latinLnBrk="0" hangingPunct="0">
              <a:lnSpc>
                <a:spcPct val="110000"/>
              </a:lnSpc>
              <a:spcBef>
                <a:spcPts val="0"/>
              </a:spcBef>
              <a:defRPr sz="15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A18D891F-9564-401B-B13D-96EF1AA80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0" y="302420"/>
            <a:ext cx="5857363" cy="288000"/>
          </a:xfrm>
          <a:prstGeom prst="rect">
            <a:avLst/>
          </a:prstGeom>
        </p:spPr>
        <p:txBody>
          <a:bodyPr anchor="ctr" anchorCtr="0"/>
          <a:lstStyle>
            <a:lvl1pPr marL="0" indent="0" eaLnBrk="0" latinLnBrk="0" hangingPunct="0">
              <a:buNone/>
              <a:defRPr sz="18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4327" y="302420"/>
            <a:ext cx="4104000" cy="288000"/>
          </a:xfrm>
          <a:prstGeom prst="rect">
            <a:avLst/>
          </a:prstGeom>
        </p:spPr>
        <p:txBody>
          <a:bodyPr anchor="ctr" anchorCtr="0"/>
          <a:lstStyle>
            <a:lvl1pPr marL="0" indent="0" algn="r" eaLnBrk="0" latinLnBrk="0" hangingPunct="0">
              <a:buNone/>
              <a:defRPr sz="1200" b="1" cap="none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5450" y="6402540"/>
            <a:ext cx="8305026" cy="337570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 eaLnBrk="0" latinLnBrk="0" hangingPunct="0">
              <a:lnSpc>
                <a:spcPct val="100000"/>
              </a:lnSpc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726289FF-3121-46F6-AAA5-1AE4E5A07E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6496" y="1244204"/>
            <a:ext cx="3001710" cy="929861"/>
          </a:xfrm>
          <a:prstGeom prst="rect">
            <a:avLst/>
          </a:prstGeom>
        </p:spPr>
        <p:txBody>
          <a:bodyPr wrap="none" lIns="36000" tIns="36000" rIns="36000" bIns="36000">
            <a:noAutofit/>
          </a:bodyPr>
          <a:lstStyle>
            <a:lvl1pPr marL="93663" indent="-93663">
              <a:buFont typeface="Wingdings" panose="05000000000000000000" pitchFamily="2" charset="2"/>
              <a:buChar char="§"/>
              <a:defRPr sz="1200"/>
            </a:lvl1pPr>
            <a:lvl2pPr marL="176213" indent="-82550">
              <a:buFont typeface="Wingdings" panose="05000000000000000000" pitchFamily="2" charset="2"/>
              <a:buChar char="ü"/>
              <a:defRPr sz="1200"/>
            </a:lvl2pPr>
            <a:lvl3pPr marL="269875" indent="-93663">
              <a:buFont typeface="Wingdings" panose="05000000000000000000" pitchFamily="2" charset="2"/>
              <a:buChar char="Ø"/>
              <a:defRPr sz="1200"/>
            </a:lvl3pPr>
            <a:lvl4pPr marL="363538" indent="-93663">
              <a:buFont typeface="맑은 고딕" panose="020B0503020000020004" pitchFamily="50" charset="-127"/>
              <a:buChar char="."/>
              <a:defRPr sz="1200"/>
            </a:lvl4pPr>
            <a:lvl5pPr marL="2057400" indent="-228600">
              <a:buFont typeface="맑은 고딕" panose="020B0503020000020004" pitchFamily="50" charset="-127"/>
              <a:buChar char="."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448171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pos="262">
          <p15:clr>
            <a:srgbClr val="FBAE40"/>
          </p15:clr>
        </p15:guide>
        <p15:guide id="3" pos="5978">
          <p15:clr>
            <a:srgbClr val="FBAE40"/>
          </p15:clr>
        </p15:guide>
        <p15:guide id="4" orient="horz" pos="3793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394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360" imgH="360" progId="TCLayout.ActiveDocument.1">
                  <p:embed/>
                </p:oleObj>
              </mc:Choice>
              <mc:Fallback>
                <p:oleObj name="think-cell 슬라이드" r:id="rId4" imgW="360" imgH="360" progId="TCLayout.ActiveDocument.1">
                  <p:embed/>
                  <p:pic>
                    <p:nvPicPr>
                      <p:cNvPr id="187394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0" latinLnBrk="0" hangingPunct="0"/>
            <a:endParaRPr lang="ko-KR" altLang="en-US" sz="1600" b="1" i="0" baseline="0">
              <a:solidFill>
                <a:schemeClr val="tx1"/>
              </a:solidFill>
              <a:latin typeface="맑은 고딕"/>
              <a:ea typeface="맑은 고딕"/>
              <a:cs typeface="+mj-cs"/>
              <a:sym typeface="맑은 고딕"/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416496" y="692696"/>
            <a:ext cx="907200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6"/>
          <p:cNvSpPr txBox="1">
            <a:spLocks/>
          </p:cNvSpPr>
          <p:nvPr userDrawn="1"/>
        </p:nvSpPr>
        <p:spPr>
          <a:xfrm>
            <a:off x="7594600" y="6492875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0C59424D-B2E6-43ED-B03A-537687EF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732452"/>
            <a:ext cx="9072000" cy="363176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algn="l" eaLnBrk="0" latinLnBrk="0" hangingPunct="0">
              <a:lnSpc>
                <a:spcPct val="110000"/>
              </a:lnSpc>
              <a:spcBef>
                <a:spcPts val="0"/>
              </a:spcBef>
              <a:defRPr sz="16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A18D891F-9564-401B-B13D-96EF1AA80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0" y="302420"/>
            <a:ext cx="4105275" cy="288000"/>
          </a:xfrm>
          <a:prstGeom prst="rect">
            <a:avLst/>
          </a:prstGeom>
        </p:spPr>
        <p:txBody>
          <a:bodyPr anchor="ctr" anchorCtr="0"/>
          <a:lstStyle>
            <a:lvl1pPr marL="0" indent="0" eaLnBrk="0" latinLnBrk="0" hangingPunct="0">
              <a:buNone/>
              <a:defRPr sz="18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4327" y="302420"/>
            <a:ext cx="4104000" cy="288000"/>
          </a:xfrm>
          <a:prstGeom prst="rect">
            <a:avLst/>
          </a:prstGeom>
        </p:spPr>
        <p:txBody>
          <a:bodyPr anchor="ctr" anchorCtr="0"/>
          <a:lstStyle>
            <a:lvl1pPr marL="0" indent="0" algn="r" eaLnBrk="0" latinLnBrk="0" hangingPunct="0">
              <a:buNone/>
              <a:defRPr sz="1200" b="1" cap="none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5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5450" y="6402540"/>
            <a:ext cx="8305026" cy="337570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 eaLnBrk="0" latinLnBrk="0" hangingPunct="0">
              <a:lnSpc>
                <a:spcPct val="100000"/>
              </a:lnSpc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7712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pos="262">
          <p15:clr>
            <a:srgbClr val="FBAE40"/>
          </p15:clr>
        </p15:guide>
        <p15:guide id="3" pos="5978">
          <p15:clr>
            <a:srgbClr val="FBAE40"/>
          </p15:clr>
        </p15:guide>
        <p15:guide id="4" orient="horz" pos="3793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416496" y="692696"/>
            <a:ext cx="907200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6"/>
          <p:cNvSpPr txBox="1">
            <a:spLocks/>
          </p:cNvSpPr>
          <p:nvPr userDrawn="1"/>
        </p:nvSpPr>
        <p:spPr>
          <a:xfrm>
            <a:off x="7581500" y="6492875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0C59424D-B2E6-43ED-B03A-537687EF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732452"/>
            <a:ext cx="9072000" cy="34624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algn="l" eaLnBrk="0" latinLnBrk="0" hangingPunct="0">
              <a:lnSpc>
                <a:spcPct val="110000"/>
              </a:lnSpc>
              <a:spcBef>
                <a:spcPts val="0"/>
              </a:spcBef>
              <a:defRPr sz="15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spc="-40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A18D891F-9564-401B-B13D-96EF1AA80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0" y="302420"/>
            <a:ext cx="4105275" cy="288000"/>
          </a:xfrm>
          <a:prstGeom prst="rect">
            <a:avLst/>
          </a:prstGeom>
        </p:spPr>
        <p:txBody>
          <a:bodyPr anchor="ctr" anchorCtr="0"/>
          <a:lstStyle>
            <a:lvl1pPr marL="0" indent="0" eaLnBrk="0" latinLnBrk="0" hangingPunct="0">
              <a:buNone/>
              <a:defRPr sz="18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4327" y="378620"/>
            <a:ext cx="4104000" cy="288000"/>
          </a:xfrm>
          <a:prstGeom prst="rect">
            <a:avLst/>
          </a:prstGeom>
        </p:spPr>
        <p:txBody>
          <a:bodyPr anchor="ctr" anchorCtr="0"/>
          <a:lstStyle>
            <a:lvl1pPr marL="0" indent="0" algn="r" eaLnBrk="0" latinLnBrk="0" hangingPunct="0">
              <a:buNone/>
              <a:defRPr sz="1200" b="0" cap="none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32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pos="262">
          <p15:clr>
            <a:srgbClr val="FBAE40"/>
          </p15:clr>
        </p15:guide>
        <p15:guide id="3" pos="5978">
          <p15:clr>
            <a:srgbClr val="FBAE40"/>
          </p15:clr>
        </p15:guide>
        <p15:guide id="4" orient="horz" pos="3793">
          <p15:clr>
            <a:srgbClr val="FBAE40"/>
          </p15:clr>
        </p15:guide>
        <p15:guide id="5" pos="31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1889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9" name="대각선 방향의 모서리가 둥근 사각형 8"/>
          <p:cNvSpPr/>
          <p:nvPr userDrawn="1"/>
        </p:nvSpPr>
        <p:spPr>
          <a:xfrm>
            <a:off x="-42041" y="-27384"/>
            <a:ext cx="9963593" cy="6885384"/>
          </a:xfrm>
          <a:prstGeom prst="round2DiagRect">
            <a:avLst>
              <a:gd name="adj1" fmla="val 328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>
                <a:solidFill>
                  <a:prstClr val="white"/>
                </a:solidFill>
              </a:rPr>
              <a:t> </a:t>
            </a:r>
            <a:endParaRPr lang="ko-KR" altLang="en-US" sz="4000">
              <a:solidFill>
                <a:prstClr val="white"/>
              </a:solidFill>
            </a:endParaRPr>
          </a:p>
        </p:txBody>
      </p:sp>
      <p:pic>
        <p:nvPicPr>
          <p:cNvPr id="2050" name="Picture 2" descr="Y:\2.마케팅팀\05.홍보\15.CI.슬로건.간판\07.신규 기업 슬로건\2. 영문\대동공업_영문 슬로건_1줄_기본.jp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47852" y="165399"/>
            <a:ext cx="2701110" cy="792311"/>
          </a:xfrm>
          <a:prstGeom prst="rect">
            <a:avLst/>
          </a:prstGeom>
          <a:noFill/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95301" y="1853952"/>
            <a:ext cx="8928000" cy="1152000"/>
          </a:xfrm>
          <a:prstGeom prst="rect">
            <a:avLst/>
          </a:prstGeom>
        </p:spPr>
        <p:txBody>
          <a:bodyPr anchor="ctr"/>
          <a:lstStyle>
            <a:lvl1pPr eaLnBrk="0" latinLnBrk="0" hangingPunct="0">
              <a:defRPr b="1" baseline="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0" name="텍스트 개체 틀 14">
            <a:extLst>
              <a:ext uri="{FF2B5EF4-FFF2-40B4-BE49-F238E27FC236}">
                <a16:creationId xmlns:a16="http://schemas.microsoft.com/office/drawing/2014/main" id="{C793D06B-3139-49EF-8C31-5B3C88DA55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0804" y="3260912"/>
            <a:ext cx="3024394" cy="432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eaLnBrk="0" latinLnBrk="0" hangingPunct="0">
              <a:buNone/>
              <a:defRPr sz="1600" b="1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서브 제목</a:t>
            </a:r>
            <a:endParaRPr lang="en-US" altLang="ko-KR"/>
          </a:p>
        </p:txBody>
      </p:sp>
      <p:sp>
        <p:nvSpPr>
          <p:cNvPr id="38" name="텍스트 개체 틀 14">
            <a:extLst>
              <a:ext uri="{FF2B5EF4-FFF2-40B4-BE49-F238E27FC236}">
                <a16:creationId xmlns:a16="http://schemas.microsoft.com/office/drawing/2014/main" id="{4E9DF881-CCD1-43E5-B4BD-68B78029F2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0804" y="4113104"/>
            <a:ext cx="3024394" cy="25200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eaLnBrk="0" latinLnBrk="0" hangingPunct="0">
              <a:buNone/>
              <a:defRPr sz="1400" b="1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/>
              <a:t>‘00. 00. 00</a:t>
            </a:r>
          </a:p>
        </p:txBody>
      </p:sp>
      <p:sp>
        <p:nvSpPr>
          <p:cNvPr id="37" name="텍스트 개체 틀 14">
            <a:extLst>
              <a:ext uri="{FF2B5EF4-FFF2-40B4-BE49-F238E27FC236}">
                <a16:creationId xmlns:a16="http://schemas.microsoft.com/office/drawing/2014/main" id="{075BED62-F3AF-4EC2-AC4E-37B28C742E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40804" y="4436426"/>
            <a:ext cx="3024394" cy="25200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eaLnBrk="0" latinLnBrk="0" hangingPunct="0">
              <a:buNone/>
              <a:defRPr sz="1400" b="1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/>
              <a:t>0000</a:t>
            </a:r>
            <a:r>
              <a:rPr lang="ko-KR" altLang="en-US"/>
              <a:t>실 </a:t>
            </a:r>
            <a:r>
              <a:rPr lang="en-US" altLang="ko-KR"/>
              <a:t>000</a:t>
            </a:r>
            <a:r>
              <a:rPr lang="ko-KR" altLang="en-US"/>
              <a:t>팀</a:t>
            </a:r>
            <a:endParaRPr lang="en-US" altLang="ko-KR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0202" y="6250646"/>
            <a:ext cx="161060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600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9" name="대각선 방향의 모서리가 둥근 사각형 8"/>
          <p:cNvSpPr/>
          <p:nvPr userDrawn="1"/>
        </p:nvSpPr>
        <p:spPr>
          <a:xfrm>
            <a:off x="-42041" y="-27384"/>
            <a:ext cx="9963593" cy="6885384"/>
          </a:xfrm>
          <a:prstGeom prst="round2DiagRect">
            <a:avLst>
              <a:gd name="adj1" fmla="val 328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>
                <a:solidFill>
                  <a:prstClr val="white"/>
                </a:solidFill>
              </a:rPr>
              <a:t> </a:t>
            </a:r>
            <a:endParaRPr lang="ko-KR" altLang="en-US" sz="4000">
              <a:solidFill>
                <a:prstClr val="white"/>
              </a:solidFill>
            </a:endParaRPr>
          </a:p>
        </p:txBody>
      </p:sp>
      <p:pic>
        <p:nvPicPr>
          <p:cNvPr id="12" name="Picture 4" descr="D:\01. 대동CI\로고원색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82909" y="6319368"/>
            <a:ext cx="1340182" cy="252000"/>
          </a:xfrm>
          <a:prstGeom prst="rect">
            <a:avLst/>
          </a:prstGeom>
          <a:noFill/>
        </p:spPr>
      </p:pic>
      <p:pic>
        <p:nvPicPr>
          <p:cNvPr id="2050" name="Picture 2" descr="Y:\2.마케팅팀\05.홍보\15.CI.슬로건.간판\07.신규 기업 슬로건\2. 영문\대동공업_영문 슬로건_1줄_기본.jp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47852" y="165399"/>
            <a:ext cx="2701110" cy="792311"/>
          </a:xfrm>
          <a:prstGeom prst="rect">
            <a:avLst/>
          </a:prstGeom>
          <a:noFill/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95301" y="1853952"/>
            <a:ext cx="8928000" cy="1152000"/>
          </a:xfrm>
          <a:prstGeom prst="rect">
            <a:avLst/>
          </a:prstGeom>
        </p:spPr>
        <p:txBody>
          <a:bodyPr anchor="ctr"/>
          <a:lstStyle>
            <a:lvl1pPr eaLnBrk="0" latinLnBrk="0" hangingPunct="0">
              <a:defRPr b="1" baseline="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0" name="텍스트 개체 틀 14">
            <a:extLst>
              <a:ext uri="{FF2B5EF4-FFF2-40B4-BE49-F238E27FC236}">
                <a16:creationId xmlns:a16="http://schemas.microsoft.com/office/drawing/2014/main" id="{C793D06B-3139-49EF-8C31-5B3C88DA55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0804" y="3260912"/>
            <a:ext cx="3024394" cy="432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eaLnBrk="0" latinLnBrk="0" hangingPunct="0">
              <a:buNone/>
              <a:defRPr sz="1499" b="1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서브 제목</a:t>
            </a:r>
            <a:endParaRPr lang="en-US" altLang="ko-KR"/>
          </a:p>
        </p:txBody>
      </p:sp>
      <p:sp>
        <p:nvSpPr>
          <p:cNvPr id="38" name="텍스트 개체 틀 14">
            <a:extLst>
              <a:ext uri="{FF2B5EF4-FFF2-40B4-BE49-F238E27FC236}">
                <a16:creationId xmlns:a16="http://schemas.microsoft.com/office/drawing/2014/main" id="{4E9DF881-CCD1-43E5-B4BD-68B78029F2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0804" y="4113104"/>
            <a:ext cx="3024394" cy="25200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eaLnBrk="0" latinLnBrk="0" hangingPunct="0">
              <a:buNone/>
              <a:defRPr sz="1300" b="1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/>
              <a:t>‘00. 00. 00</a:t>
            </a:r>
          </a:p>
        </p:txBody>
      </p:sp>
      <p:sp>
        <p:nvSpPr>
          <p:cNvPr id="37" name="텍스트 개체 틀 14">
            <a:extLst>
              <a:ext uri="{FF2B5EF4-FFF2-40B4-BE49-F238E27FC236}">
                <a16:creationId xmlns:a16="http://schemas.microsoft.com/office/drawing/2014/main" id="{075BED62-F3AF-4EC2-AC4E-37B28C742E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40804" y="4436426"/>
            <a:ext cx="3024394" cy="2520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 eaLnBrk="0" latinLnBrk="0" hangingPunct="0">
              <a:buNone/>
              <a:defRPr sz="1300" b="1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/>
              <a:t>0000</a:t>
            </a:r>
            <a:r>
              <a:rPr lang="ko-KR" altLang="en-US"/>
              <a:t>실 </a:t>
            </a:r>
            <a:r>
              <a:rPr lang="en-US" altLang="ko-KR"/>
              <a:t>000</a:t>
            </a:r>
            <a:r>
              <a:rPr lang="ko-KR" altLang="en-US"/>
              <a:t>팀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56134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user\Desktop\KakaoTalk_20170718_182543653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" y="-208594"/>
            <a:ext cx="9904413" cy="6858000"/>
          </a:xfrm>
          <a:prstGeom prst="rect">
            <a:avLst/>
          </a:prstGeom>
          <a:noFill/>
        </p:spPr>
      </p:pic>
      <p:cxnSp>
        <p:nvCxnSpPr>
          <p:cNvPr id="5" name="직선 연결선 4"/>
          <p:cNvCxnSpPr/>
          <p:nvPr userDrawn="1"/>
        </p:nvCxnSpPr>
        <p:spPr>
          <a:xfrm>
            <a:off x="632521" y="692696"/>
            <a:ext cx="8640960" cy="0"/>
          </a:xfrm>
          <a:prstGeom prst="line">
            <a:avLst/>
          </a:prstGeom>
          <a:ln w="2222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Y:\2.마케팅팀\05.홍보\15.CI.슬로건.간판\07.신규 기업 슬로건\2. 영문\대동공업_영문 슬로건_3줄_화이트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30629" y="5748114"/>
            <a:ext cx="1588986" cy="1188000"/>
          </a:xfrm>
          <a:prstGeom prst="rect">
            <a:avLst/>
          </a:prstGeom>
          <a:noFill/>
        </p:spPr>
      </p:pic>
      <p:sp>
        <p:nvSpPr>
          <p:cNvPr id="13" name="텍스트 개체 틀 14">
            <a:extLst>
              <a:ext uri="{FF2B5EF4-FFF2-40B4-BE49-F238E27FC236}">
                <a16:creationId xmlns:a16="http://schemas.microsoft.com/office/drawing/2014/main" id="{E5DF8311-07C1-4D05-B5D7-D11D9A507C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75161" y="1998132"/>
            <a:ext cx="4392488" cy="432000"/>
          </a:xfrm>
          <a:prstGeom prst="rect">
            <a:avLst/>
          </a:prstGeom>
        </p:spPr>
        <p:txBody>
          <a:bodyPr wrap="none" anchor="t" anchorCtr="0">
            <a:noAutofit/>
          </a:bodyPr>
          <a:lstStyle>
            <a:lvl1pPr marL="179992" indent="-179992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1400" b="1" cap="none" baseline="0">
                <a:solidFill>
                  <a:srgbClr val="FF66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58E126-4E1B-42BD-A24F-19BF796CC972}"/>
              </a:ext>
            </a:extLst>
          </p:cNvPr>
          <p:cNvSpPr txBox="1"/>
          <p:nvPr userDrawn="1"/>
        </p:nvSpPr>
        <p:spPr>
          <a:xfrm>
            <a:off x="649720" y="260648"/>
            <a:ext cx="136815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eaLnBrk="0" latinLnBrk="0" hangingPunct="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ko-KR" altLang="en-US" sz="1800" b="1">
                <a:solidFill>
                  <a:srgbClr val="FF6600"/>
                </a:solidFill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2807720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0">
            <a:extLst>
              <a:ext uri="{FF2B5EF4-FFF2-40B4-BE49-F238E27FC236}">
                <a16:creationId xmlns:a16="http://schemas.microsoft.com/office/drawing/2014/main" id="{9935298B-DF7F-426C-B5AC-EDF2461AF273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gray">
          <a:xfrm>
            <a:off x="5277044" y="4954689"/>
            <a:ext cx="3933123" cy="1282675"/>
          </a:xfrm>
          <a:prstGeom prst="rect">
            <a:avLst/>
          </a:prstGeom>
          <a:noFill/>
          <a:ln w="12700" algn="ctr">
            <a:solidFill>
              <a:schemeClr val="bg1">
                <a:lumMod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none" lIns="288001" tIns="36000" rIns="72000" bIns="36000" anchor="ctr"/>
          <a:lstStyle/>
          <a:p>
            <a:pPr algn="just" defTabSz="761987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cs typeface="맑은고딕"/>
            </a:endParaRPr>
          </a:p>
          <a:p>
            <a:pPr algn="just" defTabSz="761987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cs typeface="맑은고딕"/>
            </a:endParaRPr>
          </a:p>
          <a:p>
            <a:pPr algn="just" defTabSz="761987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cs typeface="맑은고딕"/>
            </a:endParaRPr>
          </a:p>
          <a:p>
            <a:pPr algn="just" defTabSz="761987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cs typeface="맑은고딕"/>
            </a:endParaRPr>
          </a:p>
        </p:txBody>
      </p:sp>
      <p:sp>
        <p:nvSpPr>
          <p:cNvPr id="5" name="Text Box 26">
            <a:extLst>
              <a:ext uri="{FF2B5EF4-FFF2-40B4-BE49-F238E27FC236}">
                <a16:creationId xmlns:a16="http://schemas.microsoft.com/office/drawing/2014/main" id="{7314575E-F4F8-4019-AA1A-ABD41EEE13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836" y="4954690"/>
            <a:ext cx="3933123" cy="1282675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300"/>
              </a:spcBef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10000"/>
              </a:lnSpc>
              <a:spcBef>
                <a:spcPts val="300"/>
              </a:spcBef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BEC62-76E1-401C-9FE7-F5082387D1E4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71147" y="5148683"/>
            <a:ext cx="3190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1987">
              <a:spcBef>
                <a:spcPct val="40000"/>
              </a:spcBef>
            </a:pPr>
            <a:r>
              <a:rPr lang="ko-KR" altLang="en-US" sz="1200">
                <a:solidFill>
                  <a:srgbClr val="5C646F"/>
                </a:solidFill>
                <a:cs typeface="맑은고딕"/>
              </a:rPr>
              <a:t>본</a:t>
            </a:r>
            <a:r>
              <a:rPr lang="en-US" altLang="ko-KR" sz="1200">
                <a:solidFill>
                  <a:srgbClr val="5C646F"/>
                </a:solidFill>
                <a:cs typeface="맑은고딕"/>
              </a:rPr>
              <a:t> </a:t>
            </a:r>
            <a:r>
              <a:rPr lang="ko-KR" altLang="en-US" sz="1200">
                <a:solidFill>
                  <a:srgbClr val="5C646F"/>
                </a:solidFill>
                <a:cs typeface="맑은고딕"/>
              </a:rPr>
              <a:t>문서와 관련한 문의</a:t>
            </a:r>
            <a:endParaRPr lang="en-US" altLang="ko-KR" sz="1200">
              <a:solidFill>
                <a:srgbClr val="5C646F"/>
              </a:solidFill>
              <a:cs typeface="맑은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3EBCF4-41B3-4F21-8C9B-EFE0BA597CC3}"/>
              </a:ext>
            </a:extLst>
          </p:cNvPr>
          <p:cNvSpPr/>
          <p:nvPr userDrawn="1"/>
        </p:nvSpPr>
        <p:spPr>
          <a:xfrm>
            <a:off x="795727" y="5094510"/>
            <a:ext cx="3725216" cy="761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ko-KR" altLang="en-US" sz="1200">
                <a:solidFill>
                  <a:srgbClr val="5C646F"/>
                </a:solidFill>
              </a:rPr>
              <a:t>사업장 주소</a:t>
            </a:r>
            <a:endParaRPr lang="en-US" altLang="ko-KR" sz="1200">
              <a:solidFill>
                <a:srgbClr val="5C646F"/>
              </a:solidFill>
            </a:endParaRP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en-US" altLang="ko-KR" sz="1200">
                <a:solidFill>
                  <a:srgbClr val="5C646F"/>
                </a:solidFill>
              </a:rPr>
              <a:t> | Tel. 02-000-0000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en-US" altLang="ko-KR" sz="1200">
                <a:solidFill>
                  <a:srgbClr val="5C646F"/>
                </a:solidFill>
              </a:rPr>
              <a:t> | http://</a:t>
            </a:r>
            <a:r>
              <a:rPr lang="ko-KR" altLang="en-US" sz="1200">
                <a:solidFill>
                  <a:srgbClr val="5C646F"/>
                </a:solidFill>
              </a:rPr>
              <a:t> </a:t>
            </a:r>
            <a:r>
              <a:rPr lang="en-US" altLang="ko-KR" sz="1200">
                <a:solidFill>
                  <a:srgbClr val="5C646F"/>
                </a:solidFill>
              </a:rPr>
              <a:t>(</a:t>
            </a:r>
            <a:r>
              <a:rPr lang="ko-KR" altLang="en-US" sz="1200">
                <a:solidFill>
                  <a:srgbClr val="5C646F"/>
                </a:solidFill>
              </a:rPr>
              <a:t>홈페이지 주소</a:t>
            </a:r>
            <a:r>
              <a:rPr lang="en-US" altLang="ko-KR" sz="1200">
                <a:solidFill>
                  <a:srgbClr val="5C646F"/>
                </a:solidFill>
              </a:rPr>
              <a:t>)</a:t>
            </a:r>
            <a:endParaRPr lang="ko-KR" altLang="en-US" sz="1200">
              <a:solidFill>
                <a:srgbClr val="5C646F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75AA019B-C022-460A-8212-A4A50AB03E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50630" y="5414292"/>
            <a:ext cx="3190875" cy="75101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576"/>
              </a:spcBef>
              <a:buNone/>
              <a:defRPr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사업부 </a:t>
            </a:r>
            <a:r>
              <a:rPr lang="en-US" altLang="ko-KR"/>
              <a:t>:	</a:t>
            </a:r>
            <a:r>
              <a:rPr lang="ko-KR" altLang="en-US"/>
              <a:t>이름 </a:t>
            </a:r>
            <a:r>
              <a:rPr lang="en-US" altLang="ko-KR"/>
              <a:t>:	</a:t>
            </a:r>
          </a:p>
          <a:p>
            <a:pPr lvl="0"/>
            <a:r>
              <a:rPr lang="ko-KR" altLang="en-US"/>
              <a:t>연락처 </a:t>
            </a:r>
            <a:r>
              <a:rPr lang="en-US" altLang="ko-KR"/>
              <a:t>:		</a:t>
            </a:r>
          </a:p>
          <a:p>
            <a:pPr lvl="0"/>
            <a:r>
              <a:rPr lang="ko-KR" altLang="en-US"/>
              <a:t>이메일 주소 </a:t>
            </a:r>
            <a:r>
              <a:rPr lang="en-US" altLang="ko-KR"/>
              <a:t>:		</a:t>
            </a:r>
            <a:endParaRPr lang="ko-KR" altLang="en-US"/>
          </a:p>
        </p:txBody>
      </p:sp>
      <p:sp>
        <p:nvSpPr>
          <p:cNvPr id="10" name="슬라이드 번호 개체 틀 6"/>
          <p:cNvSpPr txBox="1">
            <a:spLocks/>
          </p:cNvSpPr>
          <p:nvPr userDrawn="1"/>
        </p:nvSpPr>
        <p:spPr>
          <a:xfrm>
            <a:off x="7594600" y="6492876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1" tIns="45720" rIns="91441" bIns="45720" rtlCol="0" anchor="ctr"/>
          <a:lstStyle/>
          <a:p>
            <a:pPr algn="r" eaLnBrk="0" latinLnBrk="0" hangingPunct="0">
              <a:defRPr/>
            </a:pPr>
            <a:fld id="{32AB9B5A-762C-44C8-8DF2-EF332BB62081}" type="slidenum">
              <a:rPr lang="ko-KR" altLang="en-US" sz="1050" smtClean="0">
                <a:solidFill>
                  <a:srgbClr val="595656"/>
                </a:solidFill>
              </a:rPr>
              <a:pPr algn="r" eaLnBrk="0" latinLnBrk="0" hangingPunct="0">
                <a:defRPr/>
              </a:pPr>
              <a:t>‹#›</a:t>
            </a:fld>
            <a:endParaRPr lang="ko-KR" altLang="en-US" sz="1050">
              <a:solidFill>
                <a:srgbClr val="595656"/>
              </a:solidFill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632521" y="1484785"/>
            <a:ext cx="8640960" cy="1498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599" b="1">
                <a:solidFill>
                  <a:prstClr val="black"/>
                </a:solidFill>
              </a:rPr>
              <a:t>END OF DOCUMENT</a:t>
            </a:r>
            <a:endParaRPr lang="ko-KR" altLang="en-US" sz="3599" b="1">
              <a:solidFill>
                <a:prstClr val="black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576187B-0495-48E9-8C65-DF0BC74AEC9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048" y="3449320"/>
            <a:ext cx="2873196" cy="104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5673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532" imgH="530" progId="TCLayout.ActiveDocument.1">
                  <p:embed/>
                </p:oleObj>
              </mc:Choice>
              <mc:Fallback>
                <p:oleObj name="think-cell 슬라이드" r:id="rId3" imgW="532" imgH="530" progId="TCLayout.ActiveDocument.1">
                  <p:embed/>
                  <p:pic>
                    <p:nvPicPr>
                      <p:cNvPr id="3" name="개체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직선 연결선 9"/>
          <p:cNvCxnSpPr/>
          <p:nvPr/>
        </p:nvCxnSpPr>
        <p:spPr>
          <a:xfrm>
            <a:off x="416498" y="692696"/>
            <a:ext cx="9071999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6"/>
          <p:cNvSpPr txBox="1">
            <a:spLocks/>
          </p:cNvSpPr>
          <p:nvPr/>
        </p:nvSpPr>
        <p:spPr>
          <a:xfrm>
            <a:off x="7594600" y="6492876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1" tIns="45720" rIns="91441" bIns="45720" rtlCol="0" anchor="ctr"/>
          <a:lstStyle/>
          <a:p>
            <a:pPr marL="0" marR="0" lvl="0" indent="0" algn="r" defTabSz="91436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362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0C59424D-B2E6-43ED-B03A-537687EF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2" y="732452"/>
            <a:ext cx="9071999" cy="324641"/>
          </a:xfrm>
          <a:prstGeom prst="rect">
            <a:avLst/>
          </a:prstGeom>
        </p:spPr>
        <p:txBody>
          <a:bodyPr vert="horz" anchor="t" anchorCtr="0">
            <a:spAutoFit/>
          </a:bodyPr>
          <a:lstStyle>
            <a:lvl1pPr algn="l" eaLnBrk="0" latinLnBrk="0" hangingPunct="0">
              <a:lnSpc>
                <a:spcPct val="110000"/>
              </a:lnSpc>
              <a:spcBef>
                <a:spcPts val="0"/>
              </a:spcBef>
              <a:defRPr sz="1499" b="1" cap="none" baseline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A18D891F-9564-401B-B13D-96EF1AA80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2" y="302420"/>
            <a:ext cx="4105274" cy="288000"/>
          </a:xfrm>
          <a:prstGeom prst="rect">
            <a:avLst/>
          </a:prstGeom>
        </p:spPr>
        <p:txBody>
          <a:bodyPr anchor="ctr" anchorCtr="0"/>
          <a:lstStyle>
            <a:lvl1pPr marL="0" indent="0" eaLnBrk="0" latinLnBrk="0" hangingPunct="0">
              <a:buNone/>
              <a:defRPr sz="1800" b="1" cap="none" baseline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4328" y="302420"/>
            <a:ext cx="4104000" cy="288000"/>
          </a:xfrm>
          <a:prstGeom prst="rect">
            <a:avLst/>
          </a:prstGeom>
        </p:spPr>
        <p:txBody>
          <a:bodyPr anchor="ctr" anchorCtr="0"/>
          <a:lstStyle>
            <a:lvl1pPr marL="0" indent="0" algn="r" eaLnBrk="0" latinLnBrk="0" hangingPunct="0">
              <a:buNone/>
              <a:defRPr sz="1200" b="1" cap="none" baseline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5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5452" y="6402540"/>
            <a:ext cx="8305025" cy="337570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 eaLnBrk="0" latinLnBrk="0" hangingPunct="0">
              <a:lnSpc>
                <a:spcPct val="100000"/>
              </a:lnSpc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726289FF-3121-46F6-AAA5-1AE4E5A07E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6497" y="1244204"/>
            <a:ext cx="2525714" cy="2898870"/>
          </a:xfrm>
          <a:prstGeom prst="rect">
            <a:avLst/>
          </a:prstGeom>
        </p:spPr>
        <p:txBody>
          <a:bodyPr>
            <a:spAutoFit/>
          </a:bodyPr>
          <a:lstStyle>
            <a:lvl1pPr marL="93659" indent="-93659">
              <a:buFont typeface="Wingdings" panose="05000000000000000000" pitchFamily="2" charset="2"/>
              <a:buChar char="§"/>
              <a:defRPr>
                <a:ln>
                  <a:solidFill>
                    <a:sysClr val="windowText" lastClr="000000">
                      <a:alpha val="0"/>
                    </a:sysClr>
                  </a:solidFill>
                </a:ln>
              </a:defRPr>
            </a:lvl1pPr>
            <a:lvl2pPr marL="176205" indent="-82546">
              <a:buFont typeface="Wingdings" panose="05000000000000000000" pitchFamily="2" charset="2"/>
              <a:buChar char="ü"/>
              <a:defRPr>
                <a:ln>
                  <a:solidFill>
                    <a:sysClr val="windowText" lastClr="000000">
                      <a:alpha val="0"/>
                    </a:sysClr>
                  </a:solidFill>
                </a:ln>
              </a:defRPr>
            </a:lvl2pPr>
            <a:lvl3pPr marL="269863" indent="-93659">
              <a:buFont typeface="Wingdings" panose="05000000000000000000" pitchFamily="2" charset="2"/>
              <a:buChar char="Ø"/>
              <a:defRPr>
                <a:ln>
                  <a:solidFill>
                    <a:sysClr val="windowText" lastClr="000000">
                      <a:alpha val="0"/>
                    </a:sysClr>
                  </a:solidFill>
                </a:ln>
              </a:defRPr>
            </a:lvl3pPr>
            <a:lvl4pPr marL="363522" indent="-93659">
              <a:buFont typeface="맑은 고딕" panose="020B0503020000020004" pitchFamily="50" charset="-127"/>
              <a:buChar char="."/>
              <a:defRPr>
                <a:ln>
                  <a:solidFill>
                    <a:sysClr val="windowText" lastClr="000000">
                      <a:alpha val="0"/>
                    </a:sysClr>
                  </a:solidFill>
                </a:ln>
              </a:defRPr>
            </a:lvl4pPr>
            <a:lvl5pPr marL="2057314" indent="-228591">
              <a:buFont typeface="맑은 고딕" panose="020B0503020000020004" pitchFamily="50" charset="-127"/>
              <a:buChar char="."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81695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pos="261">
          <p15:clr>
            <a:srgbClr val="FBAE40"/>
          </p15:clr>
        </p15:guide>
        <p15:guide id="3" pos="5979">
          <p15:clr>
            <a:srgbClr val="FBAE40"/>
          </p15:clr>
        </p15:guide>
        <p15:guide id="4" orient="horz" pos="3793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09FBE8C-6CE4-A170-B56B-78AADA1BBE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84093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532" imgH="530" progId="TCLayout.ActiveDocument.1">
                  <p:embed/>
                </p:oleObj>
              </mc:Choice>
              <mc:Fallback>
                <p:oleObj name="think-cell 슬라이드" r:id="rId3" imgW="532" imgH="53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9FBE8C-6CE4-A170-B56B-78AADA1BBE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직선 연결선 9"/>
          <p:cNvCxnSpPr/>
          <p:nvPr/>
        </p:nvCxnSpPr>
        <p:spPr>
          <a:xfrm>
            <a:off x="416496" y="692696"/>
            <a:ext cx="907200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6"/>
          <p:cNvSpPr txBox="1">
            <a:spLocks/>
          </p:cNvSpPr>
          <p:nvPr/>
        </p:nvSpPr>
        <p:spPr>
          <a:xfrm>
            <a:off x="7594600" y="6492875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0C59424D-B2E6-43ED-B03A-537687EF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450" y="732452"/>
            <a:ext cx="9072000" cy="611001"/>
          </a:xfrm>
          <a:prstGeom prst="rect">
            <a:avLst/>
          </a:prstGeom>
        </p:spPr>
        <p:txBody>
          <a:bodyPr vert="horz" anchor="t" anchorCtr="0">
            <a:spAutoFit/>
          </a:bodyPr>
          <a:lstStyle>
            <a:lvl1pPr algn="l" eaLnBrk="0" latinLnBrk="0" hangingPunct="0">
              <a:lnSpc>
                <a:spcPct val="110000"/>
              </a:lnSpc>
              <a:spcBef>
                <a:spcPts val="0"/>
              </a:spcBef>
              <a:defRPr sz="1600" b="1" cap="none" baseline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Head</a:t>
            </a:r>
            <a:r>
              <a:rPr lang="ko-KR" altLang="en-US"/>
              <a:t> </a:t>
            </a:r>
            <a:r>
              <a:rPr lang="en-US" altLang="ko-KR"/>
              <a:t>Message…(</a:t>
            </a:r>
            <a:r>
              <a:rPr lang="ko-KR" altLang="en-US"/>
              <a:t>글씨 크기 </a:t>
            </a:r>
            <a:r>
              <a:rPr lang="en-US" altLang="ko-KR"/>
              <a:t>16Point </a:t>
            </a:r>
            <a:r>
              <a:rPr lang="ko-KR" altLang="en-US"/>
              <a:t>고정</a:t>
            </a:r>
            <a:r>
              <a:rPr lang="en-US" altLang="ko-KR"/>
              <a:t>, </a:t>
            </a:r>
            <a:r>
              <a:rPr lang="ko-KR" altLang="en-US"/>
              <a:t>글자 간격 표준으로</a:t>
            </a:r>
            <a:r>
              <a:rPr lang="en-US" altLang="ko-KR"/>
              <a:t>)</a:t>
            </a:r>
            <a:br>
              <a:rPr lang="en-US" altLang="ko-KR"/>
            </a:br>
            <a:endParaRPr lang="ko-KR" altLang="en-US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A18D891F-9564-401B-B13D-96EF1AA80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0" y="302420"/>
            <a:ext cx="4904196" cy="288000"/>
          </a:xfrm>
          <a:prstGeom prst="rect">
            <a:avLst/>
          </a:prstGeom>
        </p:spPr>
        <p:txBody>
          <a:bodyPr anchor="ctr" anchorCtr="0"/>
          <a:lstStyle>
            <a:lvl1pPr marL="0" indent="0" eaLnBrk="0" latinLnBrk="0" hangingPunct="0">
              <a:buNone/>
              <a:defRPr sz="1800" b="1" cap="none" baseline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4327" y="302420"/>
            <a:ext cx="4104000" cy="288000"/>
          </a:xfrm>
          <a:prstGeom prst="rect">
            <a:avLst/>
          </a:prstGeom>
        </p:spPr>
        <p:txBody>
          <a:bodyPr anchor="ctr" anchorCtr="0"/>
          <a:lstStyle>
            <a:lvl1pPr marL="0" indent="0" algn="r" eaLnBrk="0" latinLnBrk="0" hangingPunct="0">
              <a:buNone/>
              <a:defRPr sz="1200" b="1" cap="none" baseline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5450" y="6402540"/>
            <a:ext cx="8305026" cy="337570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 eaLnBrk="0" latinLnBrk="0" hangingPunct="0">
              <a:lnSpc>
                <a:spcPct val="100000"/>
              </a:lnSpc>
              <a:spcBef>
                <a:spcPts val="0"/>
              </a:spcBef>
              <a:buNone/>
              <a:defRPr sz="1000" b="0" cap="none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/>
              <a:t>* </a:t>
            </a:r>
            <a:r>
              <a:rPr lang="ko-KR" altLang="en-US"/>
              <a:t>주석 설명 및 출처 작성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726289FF-3121-46F6-AAA5-1AE4E5A07E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6496" y="1433231"/>
            <a:ext cx="4199047" cy="1003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Wingdings" panose="05000000000000000000" pitchFamily="2" charset="2"/>
              <a:buNone/>
              <a:defRPr sz="1200">
                <a:ln>
                  <a:solidFill>
                    <a:sysClr val="windowText" lastClr="000000">
                      <a:alpha val="0"/>
                    </a:sysClr>
                  </a:solidFill>
                </a:ln>
              </a:defRPr>
            </a:lvl1pPr>
            <a:lvl2pPr marL="93663" indent="0">
              <a:buFont typeface="Wingdings" panose="05000000000000000000" pitchFamily="2" charset="2"/>
              <a:buNone/>
              <a:defRPr sz="1200">
                <a:ln>
                  <a:solidFill>
                    <a:sysClr val="windowText" lastClr="000000">
                      <a:alpha val="0"/>
                    </a:sysClr>
                  </a:solidFill>
                </a:ln>
              </a:defRPr>
            </a:lvl2pPr>
            <a:lvl3pPr marL="176212" indent="0">
              <a:buFont typeface="Wingdings" panose="05000000000000000000" pitchFamily="2" charset="2"/>
              <a:buNone/>
              <a:defRPr sz="1200">
                <a:ln>
                  <a:solidFill>
                    <a:sysClr val="windowText" lastClr="000000">
                      <a:alpha val="0"/>
                    </a:sysClr>
                  </a:solidFill>
                </a:ln>
              </a:defRPr>
            </a:lvl3pPr>
            <a:lvl4pPr marL="269875" indent="0">
              <a:buFont typeface="맑은 고딕" panose="020B0503020000020004" pitchFamily="50" charset="-127"/>
              <a:buNone/>
              <a:defRPr sz="1200">
                <a:ln>
                  <a:solidFill>
                    <a:sysClr val="windowText" lastClr="000000">
                      <a:alpha val="0"/>
                    </a:sysClr>
                  </a:solidFill>
                </a:ln>
              </a:defRPr>
            </a:lvl4pPr>
            <a:lvl5pPr marL="2057400" indent="-228600">
              <a:buFont typeface="맑은 고딕" panose="020B0503020000020004" pitchFamily="50" charset="-127"/>
              <a:buChar char="."/>
              <a:defRPr/>
            </a:lvl5pPr>
          </a:lstStyle>
          <a:p>
            <a:pPr algn="l">
              <a:lnSpc>
                <a:spcPct val="110000"/>
              </a:lnSpc>
              <a:spcBef>
                <a:spcPts val="300"/>
              </a:spcBef>
              <a:buSzPct val="120000"/>
            </a:pPr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66700" indent="-177800" algn="l">
              <a:lnSpc>
                <a:spcPct val="110000"/>
              </a:lnSpc>
              <a:spcBef>
                <a:spcPts val="300"/>
              </a:spcBef>
              <a:buSzPct val="120000"/>
              <a:buFont typeface="Wingdings" panose="05000000000000000000" pitchFamily="2" charset="2"/>
              <a:buChar char="§"/>
            </a:pP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  <a:p>
            <a:pPr marL="355600" indent="-179388" algn="l">
              <a:lnSpc>
                <a:spcPct val="110000"/>
              </a:lnSpc>
              <a:spcBef>
                <a:spcPts val="300"/>
              </a:spcBef>
              <a:buSzPct val="120000"/>
              <a:buFont typeface="Wingdings" panose="05000000000000000000" pitchFamily="2" charset="2"/>
              <a:buChar char="ü"/>
            </a:pP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  <a:p>
            <a:pPr marL="444500" indent="-179388" algn="l">
              <a:lnSpc>
                <a:spcPct val="110000"/>
              </a:lnSpc>
              <a:spcBef>
                <a:spcPts val="300"/>
              </a:spcBef>
              <a:buSzPct val="120000"/>
              <a:buFont typeface="Wingdings" panose="05000000000000000000" pitchFamily="2" charset="2"/>
              <a:buChar char="Ø"/>
            </a:pP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99808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pos="262">
          <p15:clr>
            <a:srgbClr val="FBAE40"/>
          </p15:clr>
        </p15:guide>
        <p15:guide id="3" pos="5978">
          <p15:clr>
            <a:srgbClr val="FBAE40"/>
          </p15:clr>
        </p15:guide>
        <p15:guide id="4" orient="horz" pos="379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416496" y="692696"/>
            <a:ext cx="907200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6"/>
          <p:cNvSpPr txBox="1">
            <a:spLocks/>
          </p:cNvSpPr>
          <p:nvPr userDrawn="1"/>
        </p:nvSpPr>
        <p:spPr>
          <a:xfrm>
            <a:off x="7581500" y="6492877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0C59424D-B2E6-43ED-B03A-537687EF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732452"/>
            <a:ext cx="9072000" cy="324704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algn="l" eaLnBrk="0" latinLnBrk="0" hangingPunct="0">
              <a:lnSpc>
                <a:spcPct val="110000"/>
              </a:lnSpc>
              <a:spcBef>
                <a:spcPts val="0"/>
              </a:spcBef>
              <a:defRPr sz="15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spc="-40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A18D891F-9564-401B-B13D-96EF1AA80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0" y="302420"/>
            <a:ext cx="4105275" cy="288000"/>
          </a:xfrm>
          <a:prstGeom prst="rect">
            <a:avLst/>
          </a:prstGeom>
        </p:spPr>
        <p:txBody>
          <a:bodyPr anchor="ctr" anchorCtr="0"/>
          <a:lstStyle>
            <a:lvl1pPr marL="0" indent="0" eaLnBrk="0" latinLnBrk="0" hangingPunct="0">
              <a:buNone/>
              <a:defRPr sz="18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4328" y="378620"/>
            <a:ext cx="4104000" cy="288000"/>
          </a:xfrm>
          <a:prstGeom prst="rect">
            <a:avLst/>
          </a:prstGeom>
        </p:spPr>
        <p:txBody>
          <a:bodyPr anchor="ctr" anchorCtr="0"/>
          <a:lstStyle>
            <a:lvl1pPr marL="0" indent="0" algn="r" eaLnBrk="0" latinLnBrk="0" hangingPunct="0">
              <a:buNone/>
              <a:defRPr sz="1200" b="0" cap="none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10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pos="213">
          <p15:clr>
            <a:srgbClr val="FBAE40"/>
          </p15:clr>
        </p15:guide>
        <p15:guide id="3" pos="4857">
          <p15:clr>
            <a:srgbClr val="FBAE40"/>
          </p15:clr>
        </p15:guide>
        <p15:guide id="4" orient="horz" pos="3793">
          <p15:clr>
            <a:srgbClr val="FBAE40"/>
          </p15:clr>
        </p15:guide>
        <p15:guide id="5" pos="2535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416496" y="692696"/>
            <a:ext cx="907200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6"/>
          <p:cNvSpPr txBox="1">
            <a:spLocks/>
          </p:cNvSpPr>
          <p:nvPr userDrawn="1"/>
        </p:nvSpPr>
        <p:spPr>
          <a:xfrm>
            <a:off x="7594600" y="6492875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0C59424D-B2E6-43ED-B03A-537687EF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732452"/>
            <a:ext cx="9072000" cy="35932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algn="l" eaLnBrk="0" latinLnBrk="0" hangingPunct="0">
              <a:lnSpc>
                <a:spcPct val="110000"/>
              </a:lnSpc>
              <a:spcBef>
                <a:spcPts val="0"/>
              </a:spcBef>
              <a:defRPr sz="15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A18D891F-9564-401B-B13D-96EF1AA80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0" y="302420"/>
            <a:ext cx="4105275" cy="288000"/>
          </a:xfrm>
          <a:prstGeom prst="rect">
            <a:avLst/>
          </a:prstGeom>
        </p:spPr>
        <p:txBody>
          <a:bodyPr anchor="ctr" anchorCtr="0"/>
          <a:lstStyle>
            <a:lvl1pPr marL="0" indent="0" eaLnBrk="0" latinLnBrk="0" hangingPunct="0">
              <a:buNone/>
              <a:defRPr sz="18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4327" y="302420"/>
            <a:ext cx="4104000" cy="288000"/>
          </a:xfrm>
          <a:prstGeom prst="rect">
            <a:avLst/>
          </a:prstGeom>
        </p:spPr>
        <p:txBody>
          <a:bodyPr anchor="ctr" anchorCtr="0"/>
          <a:lstStyle>
            <a:lvl1pPr marL="0" indent="0" algn="r" eaLnBrk="0" latinLnBrk="0" hangingPunct="0">
              <a:buNone/>
              <a:defRPr sz="1200" b="1" cap="none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5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5450" y="6402540"/>
            <a:ext cx="8305026" cy="337570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 eaLnBrk="0" latinLnBrk="0" hangingPunct="0">
              <a:lnSpc>
                <a:spcPct val="100000"/>
              </a:lnSpc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3267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pos="262">
          <p15:clr>
            <a:srgbClr val="FBAE40"/>
          </p15:clr>
        </p15:guide>
        <p15:guide id="3" pos="5978">
          <p15:clr>
            <a:srgbClr val="FBAE40"/>
          </p15:clr>
        </p15:guide>
        <p15:guide id="4" orient="horz" pos="379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4560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 userDrawn="1"/>
        </p:nvCxnSpPr>
        <p:spPr>
          <a:xfrm>
            <a:off x="632520" y="692696"/>
            <a:ext cx="864096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4">
            <a:extLst>
              <a:ext uri="{FF2B5EF4-FFF2-40B4-BE49-F238E27FC236}">
                <a16:creationId xmlns:a16="http://schemas.microsoft.com/office/drawing/2014/main" id="{E5DF8311-07C1-4D05-B5D7-D11D9A507C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75161" y="1998132"/>
            <a:ext cx="4392488" cy="432000"/>
          </a:xfrm>
          <a:prstGeom prst="rect">
            <a:avLst/>
          </a:prstGeom>
          <a:ln>
            <a:noFill/>
          </a:ln>
        </p:spPr>
        <p:txBody>
          <a:bodyPr wrap="none" anchor="t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1400" b="1" cap="none" baseline="0">
                <a:solidFill>
                  <a:srgbClr val="EF402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58E126-4E1B-42BD-A24F-19BF796CC972}"/>
              </a:ext>
            </a:extLst>
          </p:cNvPr>
          <p:cNvSpPr txBox="1"/>
          <p:nvPr userDrawn="1"/>
        </p:nvSpPr>
        <p:spPr>
          <a:xfrm>
            <a:off x="649720" y="252428"/>
            <a:ext cx="136815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</a:p>
        </p:txBody>
      </p:sp>
      <p:sp>
        <p:nvSpPr>
          <p:cNvPr id="8" name="슬라이드 번호 개체 틀 6"/>
          <p:cNvSpPr txBox="1">
            <a:spLocks/>
          </p:cNvSpPr>
          <p:nvPr userDrawn="1"/>
        </p:nvSpPr>
        <p:spPr>
          <a:xfrm>
            <a:off x="2792760" y="6492875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547BA68-7371-40BF-BB5A-30770CF7DA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70" y="6546739"/>
            <a:ext cx="1022022" cy="19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0355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48" y="3449320"/>
            <a:ext cx="2873196" cy="1044966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632520" y="1484784"/>
            <a:ext cx="8640960" cy="1498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>
                <a:solidFill>
                  <a:schemeClr val="tx1"/>
                </a:solidFill>
              </a:rPr>
              <a:t>END</a:t>
            </a:r>
            <a:r>
              <a:rPr lang="en-US" altLang="ko-KR" sz="3600" b="1" baseline="0">
                <a:solidFill>
                  <a:schemeClr val="tx1"/>
                </a:solidFill>
              </a:rPr>
              <a:t> OF DOCUMENT</a:t>
            </a:r>
            <a:endParaRPr lang="ko-KR" altLang="en-US" sz="3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8282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:\2.마케팅팀\05.홍보\15.CI.슬로건.간판\07.신규 기업 슬로건\2. 영문\대동공업_영문 슬로건_3줄_화이트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30629" y="5748114"/>
            <a:ext cx="1588985" cy="118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68324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416496" y="692696"/>
            <a:ext cx="907200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6"/>
          <p:cNvSpPr txBox="1">
            <a:spLocks/>
          </p:cNvSpPr>
          <p:nvPr userDrawn="1"/>
        </p:nvSpPr>
        <p:spPr>
          <a:xfrm>
            <a:off x="2792760" y="6492875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0C59424D-B2E6-43ED-B03A-537687EF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732452"/>
            <a:ext cx="9072000" cy="35932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algn="l" eaLnBrk="0" latinLnBrk="0" hangingPunct="0">
              <a:lnSpc>
                <a:spcPct val="110000"/>
              </a:lnSpc>
              <a:spcBef>
                <a:spcPts val="0"/>
              </a:spcBef>
              <a:defRPr sz="15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A18D891F-9564-401B-B13D-96EF1AA80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0" y="302420"/>
            <a:ext cx="4105275" cy="288000"/>
          </a:xfrm>
          <a:prstGeom prst="rect">
            <a:avLst/>
          </a:prstGeom>
        </p:spPr>
        <p:txBody>
          <a:bodyPr anchor="ctr" anchorCtr="0"/>
          <a:lstStyle>
            <a:lvl1pPr marL="0" indent="0" eaLnBrk="0" latinLnBrk="0" hangingPunct="0">
              <a:buNone/>
              <a:defRPr sz="18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5" name="TextBox 14"/>
          <p:cNvSpPr txBox="1">
            <a:spLocks noChangeArrowheads="1"/>
          </p:cNvSpPr>
          <p:nvPr userDrawn="1"/>
        </p:nvSpPr>
        <p:spPr bwMode="gray">
          <a:xfrm>
            <a:off x="8687050" y="250030"/>
            <a:ext cx="792526" cy="356636"/>
          </a:xfrm>
          <a:prstGeom prst="rect">
            <a:avLst/>
          </a:prstGeom>
          <a:noFill/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>
            <a:defPPr>
              <a:defRPr lang="ko-KR"/>
            </a:defPPr>
            <a:lvl1pPr latinLnBrk="0">
              <a:lnSpc>
                <a:spcPct val="95000"/>
              </a:lnSpc>
              <a:defRPr sz="2900" spc="-4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Bold" pitchFamily="50" charset="-127"/>
                <a:ea typeface="나눔고딕 Bold" pitchFamily="50" charset="-127"/>
                <a:cs typeface="Arial" charset="0"/>
              </a:defRPr>
            </a:lvl1pPr>
          </a:lstStyle>
          <a:p>
            <a:pPr marL="0" algn="r" defTabSz="914400" rtl="0" eaLnBrk="0" latinLnBrk="0" hangingPunc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ko-KR" sz="1100" b="0" kern="1200" cap="none" baseline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14W </a:t>
            </a:r>
            <a:r>
              <a:rPr lang="ko-KR" altLang="en-US" sz="1100" b="0" kern="1200" cap="none" baseline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보고</a:t>
            </a:r>
            <a:endParaRPr lang="en-US" altLang="ko-KR" sz="1100" b="0" kern="1200" cap="none" baseline="0"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pPr marL="0" algn="r" defTabSz="914400" rtl="0" eaLnBrk="0" latinLnBrk="0" hangingPunc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ko-KR" sz="1100" b="0" kern="1200" cap="none" baseline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(1/10 ~ 1/14)</a:t>
            </a:r>
            <a:endParaRPr lang="ko-KR" altLang="en-US" sz="1100" b="0" kern="1200" cap="none" baseline="0"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B15F2EE-CA18-43F5-AB8B-2D45ABE684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70" y="6577042"/>
            <a:ext cx="1022022" cy="19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3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pos="262">
          <p15:clr>
            <a:srgbClr val="FBAE40"/>
          </p15:clr>
        </p15:guide>
        <p15:guide id="3" pos="5978">
          <p15:clr>
            <a:srgbClr val="FBAE40"/>
          </p15:clr>
        </p15:guide>
        <p15:guide id="4" orient="horz" pos="3793">
          <p15:clr>
            <a:srgbClr val="FBAE40"/>
          </p15:clr>
        </p15:guide>
        <p15:guide id="5" pos="31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9BB5A-C8A3-440C-AE27-998546E411CD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AF76A-D893-43E3-B01A-7CE5ACEB63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7030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>
            <a:extLst>
              <a:ext uri="{FF2B5EF4-FFF2-40B4-BE49-F238E27FC236}">
                <a16:creationId xmlns:a16="http://schemas.microsoft.com/office/drawing/2014/main" id="{0C59424D-B2E6-43ED-B03A-537687EF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732452"/>
            <a:ext cx="9072000" cy="359329"/>
          </a:xfrm>
          <a:prstGeom prst="rect">
            <a:avLst/>
          </a:prstGeom>
        </p:spPr>
        <p:txBody>
          <a:bodyPr vert="horz" anchor="t" anchorCtr="0">
            <a:spAutoFit/>
          </a:bodyPr>
          <a:lstStyle>
            <a:lvl1pPr algn="l" eaLnBrk="0" latinLnBrk="0" hangingPunct="0">
              <a:lnSpc>
                <a:spcPct val="110000"/>
              </a:lnSpc>
              <a:spcBef>
                <a:spcPts val="0"/>
              </a:spcBef>
              <a:defRPr sz="15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A18D891F-9564-401B-B13D-96EF1AA80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0" y="302420"/>
            <a:ext cx="5857363" cy="288000"/>
          </a:xfrm>
          <a:prstGeom prst="rect">
            <a:avLst/>
          </a:prstGeom>
        </p:spPr>
        <p:txBody>
          <a:bodyPr anchor="ctr" anchorCtr="0"/>
          <a:lstStyle>
            <a:lvl1pPr marL="0" indent="0" eaLnBrk="0" latinLnBrk="0" hangingPunct="0">
              <a:buNone/>
              <a:defRPr sz="18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4327" y="302420"/>
            <a:ext cx="4104000" cy="288000"/>
          </a:xfrm>
          <a:prstGeom prst="rect">
            <a:avLst/>
          </a:prstGeom>
        </p:spPr>
        <p:txBody>
          <a:bodyPr anchor="ctr" anchorCtr="0"/>
          <a:lstStyle>
            <a:lvl1pPr marL="0" indent="0" algn="r" eaLnBrk="0" latinLnBrk="0" hangingPunct="0">
              <a:buNone/>
              <a:defRPr sz="1200" b="1" cap="none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5450" y="6402540"/>
            <a:ext cx="8305026" cy="337570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 eaLnBrk="0" latinLnBrk="0" hangingPunct="0">
              <a:lnSpc>
                <a:spcPct val="100000"/>
              </a:lnSpc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726289FF-3121-46F6-AAA5-1AE4E5A07E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6496" y="1244204"/>
            <a:ext cx="3001710" cy="929861"/>
          </a:xfrm>
          <a:prstGeom prst="rect">
            <a:avLst/>
          </a:prstGeom>
        </p:spPr>
        <p:txBody>
          <a:bodyPr wrap="none" lIns="36000" tIns="36000" rIns="36000" bIns="36000">
            <a:noAutofit/>
          </a:bodyPr>
          <a:lstStyle>
            <a:lvl1pPr marL="93663" indent="-93663">
              <a:buFont typeface="Wingdings" panose="05000000000000000000" pitchFamily="2" charset="2"/>
              <a:buChar char="§"/>
              <a:defRPr sz="1200"/>
            </a:lvl1pPr>
            <a:lvl2pPr marL="176213" indent="-82550">
              <a:buFont typeface="Wingdings" panose="05000000000000000000" pitchFamily="2" charset="2"/>
              <a:buChar char="ü"/>
              <a:defRPr sz="1200"/>
            </a:lvl2pPr>
            <a:lvl3pPr marL="269875" indent="-93663">
              <a:buFont typeface="Wingdings" panose="05000000000000000000" pitchFamily="2" charset="2"/>
              <a:buChar char="Ø"/>
              <a:defRPr sz="1200"/>
            </a:lvl3pPr>
            <a:lvl4pPr marL="363538" indent="-93663">
              <a:buFont typeface="맑은 고딕" panose="020B0503020000020004" pitchFamily="50" charset="-127"/>
              <a:buChar char="."/>
              <a:defRPr sz="1200"/>
            </a:lvl4pPr>
            <a:lvl5pPr marL="2057400" indent="-228600">
              <a:buFont typeface="맑은 고딕" panose="020B0503020000020004" pitchFamily="50" charset="-127"/>
              <a:buChar char="."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9041922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0">
            <a:extLst>
              <a:ext uri="{FF2B5EF4-FFF2-40B4-BE49-F238E27FC236}">
                <a16:creationId xmlns:a16="http://schemas.microsoft.com/office/drawing/2014/main" id="{9935298B-DF7F-426C-B5AC-EDF2461AF273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gray">
          <a:xfrm>
            <a:off x="5277044" y="4954688"/>
            <a:ext cx="3933122" cy="1282675"/>
          </a:xfrm>
          <a:prstGeom prst="rect">
            <a:avLst/>
          </a:prstGeom>
          <a:noFill/>
          <a:ln w="12700" algn="ctr">
            <a:solidFill>
              <a:schemeClr val="bg1">
                <a:lumMod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none" lIns="288000" tIns="36000" rIns="72000" bIns="36000" anchor="ctr"/>
          <a:lstStyle/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</p:txBody>
      </p:sp>
      <p:sp>
        <p:nvSpPr>
          <p:cNvPr id="5" name="Text Box 26">
            <a:extLst>
              <a:ext uri="{FF2B5EF4-FFF2-40B4-BE49-F238E27FC236}">
                <a16:creationId xmlns:a16="http://schemas.microsoft.com/office/drawing/2014/main" id="{7314575E-F4F8-4019-AA1A-ABD41EEE13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836" y="4954689"/>
            <a:ext cx="3933122" cy="1282675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endParaRPr lang="en-US" altLang="ko-KR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endParaRPr lang="en-US" altLang="ko-KR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BEC62-76E1-401C-9FE7-F5082387D1E4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71146" y="5148683"/>
            <a:ext cx="3190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762019">
              <a:spcBef>
                <a:spcPct val="40000"/>
              </a:spcBef>
            </a:pPr>
            <a:r>
              <a:rPr lang="ko-KR" altLang="en-US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고딕"/>
              </a:rPr>
              <a:t>본</a:t>
            </a:r>
            <a:r>
              <a:rPr lang="en-US" altLang="ko-KR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고딕"/>
              </a:rPr>
              <a:t> </a:t>
            </a:r>
            <a:r>
              <a:rPr lang="ko-KR" altLang="en-US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고딕"/>
              </a:rPr>
              <a:t>문서와 관련한 문의</a:t>
            </a:r>
            <a:endParaRPr lang="en-US" altLang="ko-KR" sz="1200">
              <a:solidFill>
                <a:srgbClr val="5C646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3EBCF4-41B3-4F21-8C9B-EFE0BA597CC3}"/>
              </a:ext>
            </a:extLst>
          </p:cNvPr>
          <p:cNvSpPr/>
          <p:nvPr userDrawn="1"/>
        </p:nvSpPr>
        <p:spPr>
          <a:xfrm>
            <a:off x="795728" y="5094509"/>
            <a:ext cx="3725216" cy="778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r>
              <a:rPr lang="ko-KR" altLang="en-US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사업장 주소</a:t>
            </a:r>
            <a:endParaRPr lang="en-US" altLang="ko-KR" sz="1200">
              <a:solidFill>
                <a:srgbClr val="5C646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r>
              <a:rPr lang="en-US" altLang="ko-KR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| Tel. 02-000-0000</a:t>
            </a:r>
          </a:p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r>
              <a:rPr lang="en-US" altLang="ko-KR"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| http://</a:t>
            </a:r>
            <a:r>
              <a:rPr lang="ko-KR" altLang="en-US" sz="1200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홈페이지 주소</a:t>
            </a:r>
            <a:r>
              <a:rPr lang="en-US" altLang="ko-KR" sz="1200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>
              <a:solidFill>
                <a:srgbClr val="5C646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75AA019B-C022-460A-8212-A4A50AB03E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50629" y="5414291"/>
            <a:ext cx="3190875" cy="75101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576"/>
              </a:spcBef>
              <a:buNone/>
              <a:defRPr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사업부 </a:t>
            </a:r>
            <a:r>
              <a:rPr lang="en-US" altLang="ko-KR"/>
              <a:t>:	</a:t>
            </a:r>
            <a:r>
              <a:rPr lang="ko-KR" altLang="en-US"/>
              <a:t>이름 </a:t>
            </a:r>
            <a:r>
              <a:rPr lang="en-US" altLang="ko-KR"/>
              <a:t>:	</a:t>
            </a:r>
          </a:p>
          <a:p>
            <a:pPr lvl="0"/>
            <a:r>
              <a:rPr lang="ko-KR" altLang="en-US"/>
              <a:t>연락처 </a:t>
            </a:r>
            <a:r>
              <a:rPr lang="en-US" altLang="ko-KR"/>
              <a:t>:		</a:t>
            </a:r>
          </a:p>
          <a:p>
            <a:pPr lvl="0"/>
            <a:r>
              <a:rPr lang="ko-KR" altLang="en-US"/>
              <a:t>이메일 주소 </a:t>
            </a:r>
            <a:r>
              <a:rPr lang="en-US" altLang="ko-KR"/>
              <a:t>:		</a:t>
            </a:r>
            <a:endParaRPr lang="ko-KR" altLang="en-US"/>
          </a:p>
        </p:txBody>
      </p:sp>
      <p:sp>
        <p:nvSpPr>
          <p:cNvPr id="10" name="슬라이드 번호 개체 틀 6"/>
          <p:cNvSpPr txBox="1">
            <a:spLocks/>
          </p:cNvSpPr>
          <p:nvPr userDrawn="1"/>
        </p:nvSpPr>
        <p:spPr>
          <a:xfrm>
            <a:off x="7594600" y="6492875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632520" y="1484784"/>
            <a:ext cx="8640960" cy="1498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>
                <a:solidFill>
                  <a:schemeClr val="tx1"/>
                </a:solidFill>
              </a:rPr>
              <a:t>END</a:t>
            </a:r>
            <a:r>
              <a:rPr lang="en-US" altLang="ko-KR" sz="3600" b="1" baseline="0">
                <a:solidFill>
                  <a:schemeClr val="tx1"/>
                </a:solidFill>
              </a:rPr>
              <a:t> OF DOCUMENT</a:t>
            </a:r>
            <a:endParaRPr lang="ko-KR" altLang="en-US" sz="3600" b="1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5C89BDF-E3CE-4D0C-B6D8-651B677DC8F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48" y="3449320"/>
            <a:ext cx="2873196" cy="104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963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 userDrawn="1"/>
        </p:nvCxnSpPr>
        <p:spPr>
          <a:xfrm>
            <a:off x="632521" y="692696"/>
            <a:ext cx="864096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Y:\2.마케팅팀\05.홍보\15.CI.슬로건.간판\07.신규 기업 슬로건\2. 영문\대동공업_영문 슬로건_3줄_화이트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30630" y="5748114"/>
            <a:ext cx="1588985" cy="1188000"/>
          </a:xfrm>
          <a:prstGeom prst="rect">
            <a:avLst/>
          </a:prstGeom>
          <a:noFill/>
        </p:spPr>
      </p:pic>
      <p:sp>
        <p:nvSpPr>
          <p:cNvPr id="13" name="텍스트 개체 틀 14">
            <a:extLst>
              <a:ext uri="{FF2B5EF4-FFF2-40B4-BE49-F238E27FC236}">
                <a16:creationId xmlns:a16="http://schemas.microsoft.com/office/drawing/2014/main" id="{E5DF8311-07C1-4D05-B5D7-D11D9A507C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75161" y="1998132"/>
            <a:ext cx="4392488" cy="432000"/>
          </a:xfrm>
          <a:prstGeom prst="rect">
            <a:avLst/>
          </a:prstGeom>
          <a:ln>
            <a:noFill/>
          </a:ln>
        </p:spPr>
        <p:txBody>
          <a:bodyPr wrap="none" anchor="t" anchorCtr="0">
            <a:noAutofit/>
          </a:bodyPr>
          <a:lstStyle>
            <a:lvl1pPr marL="166158" indent="-166158" algn="l" eaLnBrk="0" latinLnBrk="0" hangingPunct="0">
              <a:lnSpc>
                <a:spcPct val="120000"/>
              </a:lnSpc>
              <a:spcBef>
                <a:spcPts val="738"/>
              </a:spcBef>
              <a:buNone/>
              <a:defRPr sz="1292" b="1" cap="none" baseline="0">
                <a:solidFill>
                  <a:srgbClr val="EF402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58E126-4E1B-42BD-A24F-19BF796CC972}"/>
              </a:ext>
            </a:extLst>
          </p:cNvPr>
          <p:cNvSpPr txBox="1"/>
          <p:nvPr userDrawn="1"/>
        </p:nvSpPr>
        <p:spPr>
          <a:xfrm>
            <a:off x="649719" y="263041"/>
            <a:ext cx="1368153" cy="3481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62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933618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416496" y="692696"/>
            <a:ext cx="9072000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6"/>
          <p:cNvSpPr txBox="1">
            <a:spLocks/>
          </p:cNvSpPr>
          <p:nvPr userDrawn="1"/>
        </p:nvSpPr>
        <p:spPr>
          <a:xfrm>
            <a:off x="7594600" y="6492877"/>
            <a:ext cx="2311400" cy="365125"/>
          </a:xfrm>
          <a:prstGeom prst="rect">
            <a:avLst/>
          </a:prstGeom>
          <a:ln>
            <a:noFill/>
          </a:ln>
        </p:spPr>
        <p:txBody>
          <a:bodyPr vert="horz" lIns="84406" tIns="42203" rIns="84406" bIns="42203" rtlCol="0" anchor="ctr"/>
          <a:lstStyle/>
          <a:p>
            <a:pPr marL="0" marR="0" lvl="0" indent="0" algn="r" defTabSz="84408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969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844083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69" b="0" i="0" u="none" strike="noStrike" kern="1200" cap="none" spc="0" normalizeH="0" baseline="0" noProof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0C59424D-B2E6-43ED-B03A-537687EF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732454"/>
            <a:ext cx="9072000" cy="30687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algn="l" eaLnBrk="0" latinLnBrk="0" hangingPunct="0">
              <a:lnSpc>
                <a:spcPct val="110000"/>
              </a:lnSpc>
              <a:spcBef>
                <a:spcPts val="0"/>
              </a:spcBef>
              <a:defRPr sz="1385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A18D891F-9564-401B-B13D-96EF1AA80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302420"/>
            <a:ext cx="4105275" cy="288000"/>
          </a:xfrm>
          <a:prstGeom prst="rect">
            <a:avLst/>
          </a:prstGeom>
        </p:spPr>
        <p:txBody>
          <a:bodyPr anchor="ctr" anchorCtr="0"/>
          <a:lstStyle>
            <a:lvl1pPr marL="0" indent="0" eaLnBrk="0" latinLnBrk="0" hangingPunct="0">
              <a:buNone/>
              <a:defRPr sz="1662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4327" y="302420"/>
            <a:ext cx="4104000" cy="288000"/>
          </a:xfrm>
          <a:prstGeom prst="rect">
            <a:avLst/>
          </a:prstGeom>
        </p:spPr>
        <p:txBody>
          <a:bodyPr anchor="ctr" anchorCtr="0"/>
          <a:lstStyle>
            <a:lvl1pPr marL="0" indent="0" algn="r" eaLnBrk="0" latinLnBrk="0" hangingPunct="0">
              <a:buNone/>
              <a:defRPr sz="1108" b="1" cap="none" baseline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5" name="텍스트 개체 틀 7">
            <a:extLst>
              <a:ext uri="{FF2B5EF4-FFF2-40B4-BE49-F238E27FC236}">
                <a16:creationId xmlns:a16="http://schemas.microsoft.com/office/drawing/2014/main" id="{C9475F95-89F3-4A73-83FC-6E0C923836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5450" y="6402540"/>
            <a:ext cx="8305026" cy="337570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 eaLnBrk="0" latinLnBrk="0" hangingPunct="0">
              <a:lnSpc>
                <a:spcPct val="100000"/>
              </a:lnSpc>
              <a:spcBef>
                <a:spcPts val="0"/>
              </a:spcBef>
              <a:buNone/>
              <a:defRPr sz="923" b="0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0043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pos="308">
          <p15:clr>
            <a:srgbClr val="FBAE40"/>
          </p15:clr>
        </p15:guide>
        <p15:guide id="3" pos="7016">
          <p15:clr>
            <a:srgbClr val="FBAE40"/>
          </p15:clr>
        </p15:guide>
        <p15:guide id="4" orient="horz" pos="3793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7FA91E78-CEC6-4EBD-929C-FD629E9F0C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3428529"/>
          </a:xfrm>
          <a:prstGeom prst="rect">
            <a:avLst/>
          </a:prstGeom>
        </p:spPr>
      </p:pic>
      <p:sp>
        <p:nvSpPr>
          <p:cNvPr id="19" name="텍스트 개체 틀 14">
            <a:extLst>
              <a:ext uri="{FF2B5EF4-FFF2-40B4-BE49-F238E27FC236}">
                <a16:creationId xmlns:a16="http://schemas.microsoft.com/office/drawing/2014/main" id="{931DF025-BCF2-4C7D-95E8-0568400D2D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6438" y="1844872"/>
            <a:ext cx="4392488" cy="432000"/>
          </a:xfrm>
          <a:prstGeom prst="rect">
            <a:avLst/>
          </a:prstGeom>
        </p:spPr>
        <p:txBody>
          <a:bodyPr wrap="none" anchor="t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16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20" name="텍스트 개체 틀 14">
            <a:extLst>
              <a:ext uri="{FF2B5EF4-FFF2-40B4-BE49-F238E27FC236}">
                <a16:creationId xmlns:a16="http://schemas.microsoft.com/office/drawing/2014/main" id="{9FD04E0F-2E8D-4040-9165-0874DB5B03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6438" y="1052736"/>
            <a:ext cx="4392488" cy="720080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44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21" name="텍스트 개체 틀 14">
            <a:extLst>
              <a:ext uri="{FF2B5EF4-FFF2-40B4-BE49-F238E27FC236}">
                <a16:creationId xmlns:a16="http://schemas.microsoft.com/office/drawing/2014/main" id="{2F659BC9-0D37-4540-943C-7385D9EE74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6438" y="3717032"/>
            <a:ext cx="3300141" cy="215976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14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22" name="텍스트 개체 틀 14">
            <a:extLst>
              <a:ext uri="{FF2B5EF4-FFF2-40B4-BE49-F238E27FC236}">
                <a16:creationId xmlns:a16="http://schemas.microsoft.com/office/drawing/2014/main" id="{5DF2E5AC-04CB-43F5-B6B1-55817EE5FC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6438" y="4040354"/>
            <a:ext cx="3300141" cy="215976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1400" b="1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57D3A9D-2FE2-4007-8C3A-BB4C5A407C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92" y="5874743"/>
            <a:ext cx="2794292" cy="52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04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8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image" Target="../media/image8.emf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oleObject" Target="../embeddings/oleObject5.bin"/><Relationship Id="rId5" Type="http://schemas.openxmlformats.org/officeDocument/2006/relationships/slideLayout" Target="../slideLayouts/slideLayout27.xml"/><Relationship Id="rId10" Type="http://schemas.openxmlformats.org/officeDocument/2006/relationships/tags" Target="../tags/tag12.xml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007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80" r:id="rId5"/>
    <p:sldLayoutId id="2147483706" r:id="rId6"/>
    <p:sldLayoutId id="2147483709" r:id="rId7"/>
    <p:sldLayoutId id="2147483727" r:id="rId8"/>
    <p:sldLayoutId id="2147483797" r:id="rId9"/>
    <p:sldLayoutId id="2147483799" r:id="rId10"/>
    <p:sldLayoutId id="2147483800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6062158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13" imgW="532" imgH="530" progId="TCLayout.ActiveDocument.1">
                  <p:embed/>
                </p:oleObj>
              </mc:Choice>
              <mc:Fallback>
                <p:oleObj name="think-cell 슬라이드" r:id="rId13" imgW="532" imgH="530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091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60" r:id="rId10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0"/>
          <p:cNvSpPr>
            <a:spLocks noChangeShapeType="1"/>
          </p:cNvSpPr>
          <p:nvPr userDrawn="1"/>
        </p:nvSpPr>
        <p:spPr bwMode="auto">
          <a:xfrm>
            <a:off x="273050" y="692696"/>
            <a:ext cx="9359900" cy="0"/>
          </a:xfrm>
          <a:prstGeom prst="line">
            <a:avLst/>
          </a:prstGeom>
          <a:noFill/>
          <a:ln w="44450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4792574" y="6530315"/>
            <a:ext cx="320601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AFCDE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001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defTabSz="829449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B5C088D7-6F79-4E8F-A8B9-195965E489FA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defTabSz="829449">
                <a:defRPr/>
              </a:pPr>
              <a:t>‹#›</a:t>
            </a:fld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5763" y="6492441"/>
            <a:ext cx="1006761" cy="209822"/>
          </a:xfrm>
          <a:prstGeom prst="rect">
            <a:avLst/>
          </a:prstGeom>
        </p:spPr>
      </p:pic>
      <p:sp>
        <p:nvSpPr>
          <p:cNvPr id="9" name="Text Box 9"/>
          <p:cNvSpPr txBox="1">
            <a:spLocks noChangeArrowheads="1"/>
          </p:cNvSpPr>
          <p:nvPr userDrawn="1"/>
        </p:nvSpPr>
        <p:spPr bwMode="auto">
          <a:xfrm>
            <a:off x="6933220" y="6453336"/>
            <a:ext cx="260007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957733" eaLnBrk="0" hangingPunct="0"/>
            <a:r>
              <a:rPr lang="en-US" altLang="ko-KR" sz="7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40404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ⓒ 2021 Samsung SDS. All rights reserved | Confidential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7977338" y="6608851"/>
            <a:ext cx="1548170" cy="132517"/>
            <a:chOff x="4484950" y="6572847"/>
            <a:chExt cx="1548170" cy="132517"/>
          </a:xfrm>
        </p:grpSpPr>
        <p:pic>
          <p:nvPicPr>
            <p:cNvPr id="11" name="Picture 2"/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4950" y="6572847"/>
              <a:ext cx="1062113" cy="127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3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4245" y="6585664"/>
              <a:ext cx="448875" cy="119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20089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005018477"/>
              </p:ext>
            </p:extLst>
          </p:nvPr>
        </p:nvGraphicFramePr>
        <p:xfrm>
          <a:off x="1590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11" imgW="532" imgH="530" progId="TCLayout.ActiveDocument.1">
                  <p:embed/>
                </p:oleObj>
              </mc:Choice>
              <mc:Fallback>
                <p:oleObj name="think-cell 슬라이드" r:id="rId11" imgW="532" imgH="530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1122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4" r:id="rId5"/>
    <p:sldLayoutId id="2147483775" r:id="rId6"/>
    <p:sldLayoutId id="2147483776" r:id="rId7"/>
    <p:sldLayoutId id="2147483777" r:id="rId8"/>
  </p:sldLayoutIdLst>
  <p:txStyles>
    <p:titleStyle>
      <a:lvl1pPr algn="ctr" defTabSz="914362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6" indent="-342886" algn="l" defTabSz="914362" rtl="0" eaLnBrk="1" latinLnBrk="1" hangingPunct="1">
        <a:spcBef>
          <a:spcPct val="20000"/>
        </a:spcBef>
        <a:buFont typeface="Arial" panose="020B0604020202020204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918" indent="-285738" algn="l" defTabSz="914362" rtl="0" eaLnBrk="1" latinLnBrk="1" hangingPunct="1">
        <a:spcBef>
          <a:spcPct val="20000"/>
        </a:spcBef>
        <a:buFont typeface="Arial" panose="020B0604020202020204" pitchFamily="34" charset="0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2" indent="-228591" algn="l" defTabSz="9143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2" indent="-228591" algn="l" defTabSz="914362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4" indent="-228591" algn="l" defTabSz="914362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5" indent="-228591" algn="l" defTabSz="9143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5" indent="-228591" algn="l" defTabSz="9143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7" indent="-228591" algn="l" defTabSz="9143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7" indent="-228591" algn="l" defTabSz="9143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3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5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5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6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404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2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8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9A0DFD9D-577E-4758-A7DD-319927E49EC3}"/>
              </a:ext>
            </a:extLst>
          </p:cNvPr>
          <p:cNvSpPr txBox="1">
            <a:spLocks/>
          </p:cNvSpPr>
          <p:nvPr/>
        </p:nvSpPr>
        <p:spPr bwMode="auto">
          <a:xfrm>
            <a:off x="272480" y="2492896"/>
            <a:ext cx="6120680" cy="432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1pPr>
            <a:lvl2pPr marL="709613" indent="-354013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2pPr>
            <a:lvl3pPr marL="1077913" indent="-354013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3pPr>
            <a:lvl4pPr marL="1433513" indent="-355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4pPr>
            <a:lvl5pPr marL="1787525" indent="-354013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Pct val="70000"/>
              <a:buFont typeface="Arial" pitchFamily="34" charset="0"/>
              <a:buNone/>
              <a:tabLst/>
              <a:defRPr/>
            </a:pPr>
            <a:endParaRPr kumimoji="0" lang="en-US" altLang="ko-K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AED2831-6F79-4BF8-946F-9FC1E216F8B8}"/>
              </a:ext>
            </a:extLst>
          </p:cNvPr>
          <p:cNvSpPr txBox="1">
            <a:spLocks/>
          </p:cNvSpPr>
          <p:nvPr/>
        </p:nvSpPr>
        <p:spPr bwMode="auto">
          <a:xfrm>
            <a:off x="272479" y="1628800"/>
            <a:ext cx="7159262" cy="81825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1pPr>
            <a:lvl2pPr marL="709613" indent="-354013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2pPr>
            <a:lvl3pPr marL="1077913" indent="-354013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3pPr>
            <a:lvl4pPr marL="1433513" indent="-355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4pPr>
            <a:lvl5pPr marL="1787525" indent="-354013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Pct val="70000"/>
              <a:buFont typeface="Arial" pitchFamily="34" charset="0"/>
              <a:buNone/>
              <a:tabLst/>
              <a:defRPr/>
            </a:pPr>
            <a:r>
              <a:rPr lang="en-US" altLang="ko-KR" sz="4000" b="1" spc="-91">
                <a:solidFill>
                  <a:prstClr val="white"/>
                </a:solidFill>
                <a:latin typeface="+mj-lt"/>
                <a:ea typeface="+mj-ea"/>
                <a:cs typeface="Arial" panose="020B0604020202020204" pitchFamily="34" charset="0"/>
              </a:rPr>
              <a:t>M365 Copilot </a:t>
            </a:r>
            <a:r>
              <a:rPr lang="ko-KR" altLang="en-US" sz="4000" b="1" spc="-91">
                <a:solidFill>
                  <a:prstClr val="white"/>
                </a:solidFill>
                <a:latin typeface="+mj-lt"/>
                <a:ea typeface="+mj-ea"/>
                <a:cs typeface="Arial" panose="020B0604020202020204" pitchFamily="34" charset="0"/>
              </a:rPr>
              <a:t>가이드</a:t>
            </a:r>
            <a:endParaRPr lang="en-US" altLang="ko-KR" sz="4000" b="1" spc="-91">
              <a:solidFill>
                <a:prstClr val="white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013E2AB-0345-4BEA-AE66-D3792A8A05C4}"/>
              </a:ext>
            </a:extLst>
          </p:cNvPr>
          <p:cNvSpPr txBox="1">
            <a:spLocks/>
          </p:cNvSpPr>
          <p:nvPr/>
        </p:nvSpPr>
        <p:spPr bwMode="auto">
          <a:xfrm>
            <a:off x="272480" y="4180556"/>
            <a:ext cx="3300141" cy="34559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1pPr>
            <a:lvl2pPr marL="709613" indent="-354013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2pPr>
            <a:lvl3pPr marL="1077913" indent="-354013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3pPr>
            <a:lvl4pPr marL="1433513" indent="-355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4pPr>
            <a:lvl5pPr marL="1787525" indent="-354013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Pct val="70000"/>
              <a:buFont typeface="Arial" pitchFamily="34" charset="0"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2025. 12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CE0418D-BD7B-A6E8-7E5A-11E939CB4047}"/>
              </a:ext>
            </a:extLst>
          </p:cNvPr>
          <p:cNvSpPr txBox="1">
            <a:spLocks/>
          </p:cNvSpPr>
          <p:nvPr/>
        </p:nvSpPr>
        <p:spPr bwMode="auto">
          <a:xfrm>
            <a:off x="272479" y="3815510"/>
            <a:ext cx="3560219" cy="34559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1pPr>
            <a:lvl2pPr marL="709613" indent="-354013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2pPr>
            <a:lvl3pPr marL="1077913" indent="-354013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3pPr>
            <a:lvl4pPr marL="1433513" indent="-355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4pPr>
            <a:lvl5pPr marL="1787525" indent="-354013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맑은 고딕" pitchFamily="50" charset="-127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Pct val="70000"/>
              <a:buFont typeface="Arial" pitchFamily="34" charset="0"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그룹전략본부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AX</a:t>
            </a:r>
            <a:r>
              <a:rPr kumimoji="0" lang="ko-KR" alt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전략팀</a:t>
            </a:r>
            <a:endParaRPr kumimoji="0" lang="ko-KR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726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14A94E9-D614-95FD-F447-72EE9BC0F3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latin typeface="+mn-ea"/>
                <a:ea typeface="+mn-ea"/>
              </a:rPr>
              <a:t>Copilot </a:t>
            </a:r>
            <a:r>
              <a:rPr lang="ko-KR" altLang="en-US">
                <a:latin typeface="+mn-ea"/>
                <a:ea typeface="+mn-ea"/>
              </a:rPr>
              <a:t>사용을 위한 사전준비</a:t>
            </a:r>
          </a:p>
        </p:txBody>
      </p:sp>
      <p:sp>
        <p:nvSpPr>
          <p:cNvPr id="3" name="object 15">
            <a:extLst>
              <a:ext uri="{FF2B5EF4-FFF2-40B4-BE49-F238E27FC236}">
                <a16:creationId xmlns:a16="http://schemas.microsoft.com/office/drawing/2014/main" id="{5C1B2142-2E54-2DE2-A3CB-D7962F47111D}"/>
              </a:ext>
            </a:extLst>
          </p:cNvPr>
          <p:cNvSpPr txBox="1"/>
          <p:nvPr/>
        </p:nvSpPr>
        <p:spPr>
          <a:xfrm>
            <a:off x="449220" y="829962"/>
            <a:ext cx="6942179" cy="52754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40">
                <a:latin typeface="+mn-ea"/>
                <a:cs typeface="Malgun Gothic"/>
              </a:rPr>
              <a:t>데스크탑</a:t>
            </a:r>
            <a:r>
              <a:rPr sz="1588" b="1" spc="-176">
                <a:latin typeface="+mn-ea"/>
                <a:cs typeface="Malgun Gothic"/>
              </a:rPr>
              <a:t> </a:t>
            </a:r>
            <a:r>
              <a:rPr sz="1588" b="1" spc="-35">
                <a:latin typeface="+mn-ea"/>
                <a:cs typeface="Malgun Gothic"/>
              </a:rPr>
              <a:t>앱에서</a:t>
            </a:r>
            <a:r>
              <a:rPr sz="1588" b="1" spc="-180">
                <a:latin typeface="+mn-ea"/>
                <a:cs typeface="Malgun Gothic"/>
              </a:rPr>
              <a:t> </a:t>
            </a:r>
            <a:r>
              <a:rPr sz="1588" b="1" spc="-44">
                <a:latin typeface="+mn-ea"/>
                <a:cs typeface="Segoe UI"/>
              </a:rPr>
              <a:t>Copilot</a:t>
            </a:r>
            <a:r>
              <a:rPr sz="1588" b="1" spc="-88">
                <a:latin typeface="+mn-ea"/>
                <a:cs typeface="Segoe UI"/>
              </a:rPr>
              <a:t> </a:t>
            </a:r>
            <a:r>
              <a:rPr sz="1588" b="1" spc="-22">
                <a:latin typeface="+mn-ea"/>
                <a:cs typeface="Malgun Gothic"/>
              </a:rPr>
              <a:t>활성화</a:t>
            </a:r>
            <a:endParaRPr sz="1588">
              <a:latin typeface="+mn-ea"/>
              <a:cs typeface="Malgun Gothic"/>
            </a:endParaRPr>
          </a:p>
          <a:p>
            <a:pPr marL="11206">
              <a:spcBef>
                <a:spcPts val="763"/>
              </a:spcBef>
            </a:pPr>
            <a:r>
              <a:rPr sz="1100" spc="-40">
                <a:latin typeface="+mn-ea"/>
                <a:cs typeface="Malgun Gothic"/>
              </a:rPr>
              <a:t>데스크탑</a:t>
            </a:r>
            <a:r>
              <a:rPr sz="1100" spc="-172">
                <a:latin typeface="+mn-ea"/>
                <a:cs typeface="Malgun Gothic"/>
              </a:rPr>
              <a:t> </a:t>
            </a:r>
            <a:r>
              <a:rPr sz="1100" spc="-35">
                <a:latin typeface="+mn-ea"/>
                <a:cs typeface="Malgun Gothic"/>
              </a:rPr>
              <a:t>앱에서</a:t>
            </a:r>
            <a:r>
              <a:rPr sz="1100" spc="-154">
                <a:latin typeface="+mn-ea"/>
                <a:cs typeface="Malgun Gothic"/>
              </a:rPr>
              <a:t> </a:t>
            </a:r>
            <a:r>
              <a:rPr sz="1100" spc="-49">
                <a:latin typeface="+mn-ea"/>
                <a:cs typeface="Segoe UI"/>
              </a:rPr>
              <a:t>Copilot</a:t>
            </a:r>
            <a:r>
              <a:rPr sz="1100" spc="-49">
                <a:latin typeface="+mn-ea"/>
                <a:cs typeface="Malgun Gothic"/>
              </a:rPr>
              <a:t>이</a:t>
            </a:r>
            <a:r>
              <a:rPr sz="1100" spc="-190">
                <a:latin typeface="+mn-ea"/>
                <a:cs typeface="Malgun Gothic"/>
              </a:rPr>
              <a:t> </a:t>
            </a:r>
            <a:r>
              <a:rPr sz="1100" spc="-35">
                <a:latin typeface="+mn-ea"/>
                <a:cs typeface="Malgun Gothic"/>
              </a:rPr>
              <a:t>보이지</a:t>
            </a:r>
            <a:r>
              <a:rPr sz="1100" spc="-172">
                <a:latin typeface="+mn-ea"/>
                <a:cs typeface="Malgun Gothic"/>
              </a:rPr>
              <a:t> </a:t>
            </a:r>
            <a:r>
              <a:rPr sz="1100" spc="-22">
                <a:latin typeface="+mn-ea"/>
                <a:cs typeface="Malgun Gothic"/>
              </a:rPr>
              <a:t>않을</a:t>
            </a:r>
            <a:r>
              <a:rPr sz="1100" spc="-154">
                <a:latin typeface="+mn-ea"/>
                <a:cs typeface="Malgun Gothic"/>
              </a:rPr>
              <a:t> </a:t>
            </a:r>
            <a:r>
              <a:rPr sz="1100" spc="-22">
                <a:latin typeface="+mn-ea"/>
                <a:cs typeface="Malgun Gothic"/>
              </a:rPr>
              <a:t>경우</a:t>
            </a:r>
            <a:r>
              <a:rPr sz="1100" spc="-154">
                <a:latin typeface="+mn-ea"/>
                <a:cs typeface="Malgun Gothic"/>
              </a:rPr>
              <a:t> </a:t>
            </a:r>
            <a:r>
              <a:rPr sz="1100" spc="-22">
                <a:latin typeface="+mn-ea"/>
                <a:cs typeface="Malgun Gothic"/>
              </a:rPr>
              <a:t>계정</a:t>
            </a:r>
            <a:r>
              <a:rPr sz="1100" spc="-172">
                <a:latin typeface="+mn-ea"/>
                <a:cs typeface="Malgun Gothic"/>
              </a:rPr>
              <a:t> </a:t>
            </a:r>
            <a:r>
              <a:rPr sz="1100" spc="-9">
                <a:latin typeface="+mn-ea"/>
                <a:cs typeface="Segoe UI"/>
              </a:rPr>
              <a:t>&gt;</a:t>
            </a:r>
            <a:r>
              <a:rPr sz="1100" spc="-66">
                <a:latin typeface="+mn-ea"/>
                <a:cs typeface="Segoe UI"/>
              </a:rPr>
              <a:t> </a:t>
            </a:r>
            <a:r>
              <a:rPr sz="1100" spc="-40">
                <a:latin typeface="+mn-ea"/>
                <a:cs typeface="Malgun Gothic"/>
              </a:rPr>
              <a:t>라이선스</a:t>
            </a:r>
            <a:r>
              <a:rPr sz="1100" spc="-168">
                <a:latin typeface="+mn-ea"/>
                <a:cs typeface="Malgun Gothic"/>
              </a:rPr>
              <a:t> </a:t>
            </a:r>
            <a:r>
              <a:rPr sz="1100" spc="-35">
                <a:latin typeface="+mn-ea"/>
                <a:cs typeface="Malgun Gothic"/>
              </a:rPr>
              <a:t>업데이트로</a:t>
            </a:r>
            <a:r>
              <a:rPr sz="1100" spc="-168">
                <a:latin typeface="+mn-ea"/>
                <a:cs typeface="Malgun Gothic"/>
              </a:rPr>
              <a:t> </a:t>
            </a:r>
            <a:r>
              <a:rPr sz="1100" spc="-35">
                <a:latin typeface="+mn-ea"/>
                <a:cs typeface="Malgun Gothic"/>
              </a:rPr>
              <a:t>활성화</a:t>
            </a:r>
            <a:r>
              <a:rPr sz="1100" spc="-168">
                <a:latin typeface="+mn-ea"/>
                <a:cs typeface="Malgun Gothic"/>
              </a:rPr>
              <a:t> </a:t>
            </a:r>
            <a:r>
              <a:rPr sz="1100" spc="-22">
                <a:latin typeface="+mn-ea"/>
                <a:cs typeface="Malgun Gothic"/>
              </a:rPr>
              <a:t>가능합니다</a:t>
            </a:r>
            <a:r>
              <a:rPr sz="1100" spc="-22">
                <a:latin typeface="+mn-ea"/>
                <a:cs typeface="Segoe UI"/>
              </a:rPr>
              <a:t>.</a:t>
            </a:r>
            <a:endParaRPr sz="1100">
              <a:latin typeface="+mn-ea"/>
              <a:cs typeface="Segoe UI"/>
            </a:endParaRPr>
          </a:p>
        </p:txBody>
      </p:sp>
      <p:grpSp>
        <p:nvGrpSpPr>
          <p:cNvPr id="4" name="object 16">
            <a:extLst>
              <a:ext uri="{FF2B5EF4-FFF2-40B4-BE49-F238E27FC236}">
                <a16:creationId xmlns:a16="http://schemas.microsoft.com/office/drawing/2014/main" id="{DC34CD8E-2B7E-A6DC-26F7-53ABA051A351}"/>
              </a:ext>
            </a:extLst>
          </p:cNvPr>
          <p:cNvGrpSpPr/>
          <p:nvPr/>
        </p:nvGrpSpPr>
        <p:grpSpPr>
          <a:xfrm>
            <a:off x="370803" y="1494304"/>
            <a:ext cx="6060140" cy="1934696"/>
            <a:chOff x="420243" y="2629979"/>
            <a:chExt cx="6868159" cy="2192655"/>
          </a:xfrm>
        </p:grpSpPr>
        <p:pic>
          <p:nvPicPr>
            <p:cNvPr id="5" name="object 17">
              <a:extLst>
                <a:ext uri="{FF2B5EF4-FFF2-40B4-BE49-F238E27FC236}">
                  <a16:creationId xmlns:a16="http://schemas.microsoft.com/office/drawing/2014/main" id="{B7B8E2B7-05C0-6580-8DCF-25AE4AAF8E8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8" y="2639568"/>
              <a:ext cx="6848856" cy="2173223"/>
            </a:xfrm>
            <a:prstGeom prst="rect">
              <a:avLst/>
            </a:prstGeom>
          </p:spPr>
        </p:pic>
        <p:sp>
          <p:nvSpPr>
            <p:cNvPr id="6" name="object 18">
              <a:extLst>
                <a:ext uri="{FF2B5EF4-FFF2-40B4-BE49-F238E27FC236}">
                  <a16:creationId xmlns:a16="http://schemas.microsoft.com/office/drawing/2014/main" id="{B671D64B-9F4A-ADF3-D3B8-4B1E70C6BE3C}"/>
                </a:ext>
              </a:extLst>
            </p:cNvPr>
            <p:cNvSpPr/>
            <p:nvPr/>
          </p:nvSpPr>
          <p:spPr>
            <a:xfrm>
              <a:off x="425005" y="2634742"/>
              <a:ext cx="6858634" cy="2183130"/>
            </a:xfrm>
            <a:custGeom>
              <a:avLst/>
              <a:gdLst/>
              <a:ahLst/>
              <a:cxnLst/>
              <a:rect l="l" t="t" r="r" b="b"/>
              <a:pathLst>
                <a:path w="6858634" h="2183129">
                  <a:moveTo>
                    <a:pt x="77177" y="0"/>
                  </a:moveTo>
                  <a:lnTo>
                    <a:pt x="6781228" y="0"/>
                  </a:lnTo>
                  <a:lnTo>
                    <a:pt x="6796595" y="1650"/>
                  </a:lnTo>
                  <a:lnTo>
                    <a:pt x="6835711" y="22732"/>
                  </a:lnTo>
                  <a:lnTo>
                    <a:pt x="6856793" y="61849"/>
                  </a:lnTo>
                  <a:lnTo>
                    <a:pt x="6858444" y="77215"/>
                  </a:lnTo>
                  <a:lnTo>
                    <a:pt x="6858444" y="2105659"/>
                  </a:lnTo>
                  <a:lnTo>
                    <a:pt x="6845236" y="2148712"/>
                  </a:lnTo>
                  <a:lnTo>
                    <a:pt x="6811073" y="2176779"/>
                  </a:lnTo>
                  <a:lnTo>
                    <a:pt x="6781228" y="2182748"/>
                  </a:lnTo>
                  <a:lnTo>
                    <a:pt x="77177" y="2182748"/>
                  </a:lnTo>
                  <a:lnTo>
                    <a:pt x="34124" y="2169667"/>
                  </a:lnTo>
                  <a:lnTo>
                    <a:pt x="6057" y="2135504"/>
                  </a:lnTo>
                  <a:lnTo>
                    <a:pt x="0" y="2105659"/>
                  </a:lnTo>
                  <a:lnTo>
                    <a:pt x="0" y="77215"/>
                  </a:lnTo>
                  <a:lnTo>
                    <a:pt x="13207" y="34162"/>
                  </a:lnTo>
                  <a:lnTo>
                    <a:pt x="47282" y="6096"/>
                  </a:lnTo>
                  <a:lnTo>
                    <a:pt x="77177" y="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 sz="1588">
                <a:latin typeface="+mn-ea"/>
              </a:endParaRPr>
            </a:p>
          </p:txBody>
        </p:sp>
        <p:sp>
          <p:nvSpPr>
            <p:cNvPr id="7" name="object 19">
              <a:extLst>
                <a:ext uri="{FF2B5EF4-FFF2-40B4-BE49-F238E27FC236}">
                  <a16:creationId xmlns:a16="http://schemas.microsoft.com/office/drawing/2014/main" id="{CB7E919F-E248-638E-5ADC-A65FAFAF8BD8}"/>
                </a:ext>
              </a:extLst>
            </p:cNvPr>
            <p:cNvSpPr/>
            <p:nvPr/>
          </p:nvSpPr>
          <p:spPr>
            <a:xfrm>
              <a:off x="525018" y="3873246"/>
              <a:ext cx="5526405" cy="919480"/>
            </a:xfrm>
            <a:custGeom>
              <a:avLst/>
              <a:gdLst/>
              <a:ahLst/>
              <a:cxnLst/>
              <a:rect l="l" t="t" r="r" b="b"/>
              <a:pathLst>
                <a:path w="5526405" h="919479">
                  <a:moveTo>
                    <a:pt x="0" y="918972"/>
                  </a:moveTo>
                  <a:lnTo>
                    <a:pt x="449580" y="918972"/>
                  </a:lnTo>
                  <a:lnTo>
                    <a:pt x="449580" y="719327"/>
                  </a:lnTo>
                  <a:lnTo>
                    <a:pt x="0" y="719327"/>
                  </a:lnTo>
                  <a:lnTo>
                    <a:pt x="0" y="918972"/>
                  </a:lnTo>
                  <a:close/>
                </a:path>
                <a:path w="5526405" h="919479">
                  <a:moveTo>
                    <a:pt x="4762500" y="199644"/>
                  </a:moveTo>
                  <a:lnTo>
                    <a:pt x="5526024" y="199644"/>
                  </a:lnTo>
                  <a:lnTo>
                    <a:pt x="5526024" y="0"/>
                  </a:lnTo>
                  <a:lnTo>
                    <a:pt x="4762500" y="0"/>
                  </a:lnTo>
                  <a:lnTo>
                    <a:pt x="4762500" y="199644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588">
                <a:latin typeface="+mn-ea"/>
              </a:endParaRPr>
            </a:p>
          </p:txBody>
        </p:sp>
        <p:sp>
          <p:nvSpPr>
            <p:cNvPr id="8" name="object 20">
              <a:extLst>
                <a:ext uri="{FF2B5EF4-FFF2-40B4-BE49-F238E27FC236}">
                  <a16:creationId xmlns:a16="http://schemas.microsoft.com/office/drawing/2014/main" id="{CFF559CE-FACE-91BA-8E53-C53CAB6D6367}"/>
                </a:ext>
              </a:extLst>
            </p:cNvPr>
            <p:cNvSpPr/>
            <p:nvPr/>
          </p:nvSpPr>
          <p:spPr>
            <a:xfrm>
              <a:off x="1508760" y="2872739"/>
              <a:ext cx="4206240" cy="485140"/>
            </a:xfrm>
            <a:custGeom>
              <a:avLst/>
              <a:gdLst/>
              <a:ahLst/>
              <a:cxnLst/>
              <a:rect l="l" t="t" r="r" b="b"/>
              <a:pathLst>
                <a:path w="4206240" h="485139">
                  <a:moveTo>
                    <a:pt x="1188707" y="0"/>
                  </a:moveTo>
                  <a:lnTo>
                    <a:pt x="0" y="0"/>
                  </a:lnTo>
                  <a:lnTo>
                    <a:pt x="0" y="242316"/>
                  </a:lnTo>
                  <a:lnTo>
                    <a:pt x="1188707" y="242316"/>
                  </a:lnTo>
                  <a:lnTo>
                    <a:pt x="1188707" y="0"/>
                  </a:lnTo>
                  <a:close/>
                </a:path>
                <a:path w="4206240" h="485139">
                  <a:moveTo>
                    <a:pt x="4206240" y="312432"/>
                  </a:moveTo>
                  <a:lnTo>
                    <a:pt x="2589276" y="312432"/>
                  </a:lnTo>
                  <a:lnTo>
                    <a:pt x="2589276" y="484632"/>
                  </a:lnTo>
                  <a:lnTo>
                    <a:pt x="4206240" y="484632"/>
                  </a:lnTo>
                  <a:lnTo>
                    <a:pt x="4206240" y="31243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>
                <a:latin typeface="+mn-ea"/>
              </a:endParaRPr>
            </a:p>
          </p:txBody>
        </p:sp>
      </p:grpSp>
      <p:sp>
        <p:nvSpPr>
          <p:cNvPr id="9" name="object 21">
            <a:extLst>
              <a:ext uri="{FF2B5EF4-FFF2-40B4-BE49-F238E27FC236}">
                <a16:creationId xmlns:a16="http://schemas.microsoft.com/office/drawing/2014/main" id="{38E024AF-E4F1-279B-1F77-87776B1226EB}"/>
              </a:ext>
            </a:extLst>
          </p:cNvPr>
          <p:cNvSpPr txBox="1"/>
          <p:nvPr/>
        </p:nvSpPr>
        <p:spPr>
          <a:xfrm>
            <a:off x="445994" y="3693187"/>
            <a:ext cx="5296460" cy="76120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9">
                <a:solidFill>
                  <a:srgbClr val="463668"/>
                </a:solidFill>
                <a:latin typeface="+mn-ea"/>
                <a:cs typeface="Segoe UI"/>
              </a:rPr>
              <a:t>Excel</a:t>
            </a:r>
            <a:endParaRPr sz="1588">
              <a:latin typeface="+mn-ea"/>
              <a:cs typeface="Segoe UI"/>
            </a:endParaRPr>
          </a:p>
          <a:p>
            <a:pPr marL="11206">
              <a:spcBef>
                <a:spcPts val="759"/>
              </a:spcBef>
            </a:pPr>
            <a:r>
              <a:rPr sz="1059" spc="-44">
                <a:latin typeface="+mn-ea"/>
                <a:cs typeface="Malgun Gothic"/>
              </a:rPr>
              <a:t>일반데이터를</a:t>
            </a:r>
            <a:r>
              <a:rPr sz="1059" spc="-190">
                <a:latin typeface="+mn-ea"/>
                <a:cs typeface="Malgun Gothic"/>
              </a:rPr>
              <a:t> </a:t>
            </a:r>
            <a:r>
              <a:rPr sz="1059">
                <a:uFill>
                  <a:solidFill>
                    <a:srgbClr val="0462C1"/>
                  </a:solidFill>
                </a:uFill>
                <a:latin typeface="+mn-ea"/>
                <a:cs typeface="Malgun Gothic"/>
              </a:rPr>
              <a:t>표</a:t>
            </a:r>
            <a:r>
              <a:rPr sz="1059" spc="-84">
                <a:uFill>
                  <a:solidFill>
                    <a:srgbClr val="0462C1"/>
                  </a:solidFill>
                </a:uFill>
                <a:latin typeface="+mn-ea"/>
                <a:cs typeface="Malgun Gothic"/>
              </a:rPr>
              <a:t> </a:t>
            </a:r>
            <a:r>
              <a:rPr sz="1059">
                <a:uFill>
                  <a:solidFill>
                    <a:srgbClr val="0462C1"/>
                  </a:solidFill>
                </a:uFill>
                <a:latin typeface="+mn-ea"/>
                <a:cs typeface="Malgun Gothic"/>
              </a:rPr>
              <a:t>형식의</a:t>
            </a:r>
            <a:r>
              <a:rPr sz="1059" spc="-75">
                <a:uFill>
                  <a:solidFill>
                    <a:srgbClr val="0462C1"/>
                  </a:solidFill>
                </a:uFill>
                <a:latin typeface="+mn-ea"/>
                <a:cs typeface="Malgun Gothic"/>
              </a:rPr>
              <a:t> </a:t>
            </a:r>
            <a:r>
              <a:rPr sz="1059">
                <a:uFill>
                  <a:solidFill>
                    <a:srgbClr val="0462C1"/>
                  </a:solidFill>
                </a:uFill>
                <a:latin typeface="+mn-ea"/>
                <a:cs typeface="Malgun Gothic"/>
              </a:rPr>
              <a:t>데이터</a:t>
            </a:r>
            <a:r>
              <a:rPr sz="1059" spc="-79">
                <a:latin typeface="+mn-ea"/>
                <a:cs typeface="Malgun Gothic"/>
              </a:rPr>
              <a:t> </a:t>
            </a:r>
            <a:r>
              <a:rPr sz="1059">
                <a:latin typeface="+mn-ea"/>
                <a:cs typeface="Malgun Gothic"/>
              </a:rPr>
              <a:t>기반으로</a:t>
            </a:r>
            <a:r>
              <a:rPr sz="1059" spc="-79">
                <a:latin typeface="+mn-ea"/>
                <a:cs typeface="Malgun Gothic"/>
              </a:rPr>
              <a:t> </a:t>
            </a:r>
            <a:r>
              <a:rPr sz="1059">
                <a:latin typeface="+mn-ea"/>
                <a:cs typeface="Malgun Gothic"/>
              </a:rPr>
              <a:t>변환해야</a:t>
            </a:r>
            <a:r>
              <a:rPr sz="1059" spc="-84">
                <a:latin typeface="+mn-ea"/>
                <a:cs typeface="Malgun Gothic"/>
              </a:rPr>
              <a:t> </a:t>
            </a:r>
            <a:r>
              <a:rPr sz="1059" spc="-9">
                <a:latin typeface="+mn-ea"/>
                <a:cs typeface="Malgun Gothic"/>
              </a:rPr>
              <a:t>동작합니다</a:t>
            </a:r>
            <a:r>
              <a:rPr sz="1059" spc="-9">
                <a:latin typeface="+mn-ea"/>
                <a:cs typeface="Segoe UI"/>
              </a:rPr>
              <a:t>.</a:t>
            </a:r>
            <a:endParaRPr sz="1059">
              <a:latin typeface="+mn-ea"/>
              <a:cs typeface="Segoe UI"/>
            </a:endParaRPr>
          </a:p>
          <a:p>
            <a:pPr marL="11206">
              <a:spcBef>
                <a:spcPts val="635"/>
              </a:spcBef>
            </a:pPr>
            <a:r>
              <a:rPr sz="1059">
                <a:latin typeface="+mn-ea"/>
                <a:cs typeface="Malgun Gothic"/>
              </a:rPr>
              <a:t>데이터는</a:t>
            </a:r>
            <a:r>
              <a:rPr sz="1059" spc="-93">
                <a:latin typeface="+mn-ea"/>
                <a:cs typeface="Malgun Gothic"/>
              </a:rPr>
              <a:t> </a:t>
            </a:r>
            <a:r>
              <a:rPr sz="1059">
                <a:latin typeface="+mn-ea"/>
                <a:cs typeface="Segoe UI"/>
              </a:rPr>
              <a:t>OneDrive</a:t>
            </a:r>
            <a:r>
              <a:rPr sz="1059" spc="-18">
                <a:latin typeface="+mn-ea"/>
                <a:cs typeface="Segoe UI"/>
              </a:rPr>
              <a:t> </a:t>
            </a:r>
            <a:r>
              <a:rPr sz="1059">
                <a:latin typeface="+mn-ea"/>
                <a:cs typeface="Malgun Gothic"/>
              </a:rPr>
              <a:t>또는</a:t>
            </a:r>
            <a:r>
              <a:rPr sz="1059" spc="-79">
                <a:latin typeface="+mn-ea"/>
                <a:cs typeface="Malgun Gothic"/>
              </a:rPr>
              <a:t> </a:t>
            </a:r>
            <a:r>
              <a:rPr sz="1059" spc="-9">
                <a:latin typeface="+mn-ea"/>
                <a:cs typeface="Segoe UI"/>
              </a:rPr>
              <a:t>SharePoint</a:t>
            </a:r>
            <a:r>
              <a:rPr sz="1059" spc="-9">
                <a:latin typeface="+mn-ea"/>
                <a:cs typeface="Malgun Gothic"/>
              </a:rPr>
              <a:t>에</a:t>
            </a:r>
            <a:r>
              <a:rPr sz="1059" spc="-110">
                <a:latin typeface="+mn-ea"/>
                <a:cs typeface="Malgun Gothic"/>
              </a:rPr>
              <a:t> </a:t>
            </a:r>
            <a:r>
              <a:rPr sz="1059">
                <a:latin typeface="+mn-ea"/>
                <a:cs typeface="Malgun Gothic"/>
              </a:rPr>
              <a:t>업로드</a:t>
            </a:r>
            <a:r>
              <a:rPr sz="1059" spc="-84">
                <a:latin typeface="+mn-ea"/>
                <a:cs typeface="Malgun Gothic"/>
              </a:rPr>
              <a:t> </a:t>
            </a:r>
            <a:r>
              <a:rPr sz="1059">
                <a:latin typeface="+mn-ea"/>
                <a:cs typeface="Malgun Gothic"/>
              </a:rPr>
              <a:t>되어</a:t>
            </a:r>
            <a:r>
              <a:rPr sz="1059" spc="-88">
                <a:latin typeface="+mn-ea"/>
                <a:cs typeface="Malgun Gothic"/>
              </a:rPr>
              <a:t> </a:t>
            </a:r>
            <a:r>
              <a:rPr sz="1059">
                <a:latin typeface="+mn-ea"/>
                <a:cs typeface="Malgun Gothic"/>
              </a:rPr>
              <a:t>있어야</a:t>
            </a:r>
            <a:r>
              <a:rPr sz="1059" spc="-88">
                <a:latin typeface="+mn-ea"/>
                <a:cs typeface="Malgun Gothic"/>
              </a:rPr>
              <a:t> </a:t>
            </a:r>
            <a:r>
              <a:rPr sz="1059">
                <a:latin typeface="+mn-ea"/>
                <a:cs typeface="Segoe UI"/>
              </a:rPr>
              <a:t>Copilot</a:t>
            </a:r>
            <a:r>
              <a:rPr sz="1059" spc="-18">
                <a:latin typeface="+mn-ea"/>
                <a:cs typeface="Segoe UI"/>
              </a:rPr>
              <a:t> </a:t>
            </a:r>
            <a:r>
              <a:rPr sz="1059">
                <a:latin typeface="+mn-ea"/>
                <a:cs typeface="Malgun Gothic"/>
              </a:rPr>
              <a:t>을</a:t>
            </a:r>
            <a:r>
              <a:rPr sz="1059" spc="-88">
                <a:latin typeface="+mn-ea"/>
                <a:cs typeface="Malgun Gothic"/>
              </a:rPr>
              <a:t> </a:t>
            </a:r>
            <a:r>
              <a:rPr sz="1059">
                <a:latin typeface="+mn-ea"/>
                <a:cs typeface="Malgun Gothic"/>
              </a:rPr>
              <a:t>사용할</a:t>
            </a:r>
            <a:r>
              <a:rPr sz="1059" spc="-84">
                <a:latin typeface="+mn-ea"/>
                <a:cs typeface="Malgun Gothic"/>
              </a:rPr>
              <a:t> </a:t>
            </a:r>
            <a:r>
              <a:rPr sz="1059">
                <a:latin typeface="+mn-ea"/>
                <a:cs typeface="Malgun Gothic"/>
              </a:rPr>
              <a:t>수</a:t>
            </a:r>
            <a:r>
              <a:rPr sz="1059" spc="-79">
                <a:latin typeface="+mn-ea"/>
                <a:cs typeface="Malgun Gothic"/>
              </a:rPr>
              <a:t> </a:t>
            </a:r>
            <a:r>
              <a:rPr sz="1059" spc="-9">
                <a:latin typeface="+mn-ea"/>
                <a:cs typeface="Malgun Gothic"/>
              </a:rPr>
              <a:t>있습니다</a:t>
            </a:r>
            <a:r>
              <a:rPr sz="1059" spc="-9">
                <a:latin typeface="+mn-ea"/>
                <a:cs typeface="Segoe UI"/>
              </a:rPr>
              <a:t>.</a:t>
            </a:r>
            <a:endParaRPr sz="1059">
              <a:latin typeface="+mn-ea"/>
              <a:cs typeface="Segoe UI"/>
            </a:endParaRPr>
          </a:p>
        </p:txBody>
      </p:sp>
      <p:grpSp>
        <p:nvGrpSpPr>
          <p:cNvPr id="10" name="object 22">
            <a:extLst>
              <a:ext uri="{FF2B5EF4-FFF2-40B4-BE49-F238E27FC236}">
                <a16:creationId xmlns:a16="http://schemas.microsoft.com/office/drawing/2014/main" id="{1B53E1D0-8A64-A42C-AE98-DBF1C47DB46E}"/>
              </a:ext>
            </a:extLst>
          </p:cNvPr>
          <p:cNvGrpSpPr/>
          <p:nvPr/>
        </p:nvGrpSpPr>
        <p:grpSpPr>
          <a:xfrm>
            <a:off x="368112" y="4539847"/>
            <a:ext cx="6115050" cy="2082613"/>
            <a:chOff x="417194" y="6379019"/>
            <a:chExt cx="6930390" cy="2360295"/>
          </a:xfrm>
        </p:grpSpPr>
        <p:pic>
          <p:nvPicPr>
            <p:cNvPr id="11" name="object 23">
              <a:extLst>
                <a:ext uri="{FF2B5EF4-FFF2-40B4-BE49-F238E27FC236}">
                  <a16:creationId xmlns:a16="http://schemas.microsoft.com/office/drawing/2014/main" id="{177E26BC-03C1-7DED-5FC3-EC08DDD6D4C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9" y="6388608"/>
              <a:ext cx="6911339" cy="2340864"/>
            </a:xfrm>
            <a:prstGeom prst="rect">
              <a:avLst/>
            </a:prstGeom>
          </p:spPr>
        </p:pic>
        <p:sp>
          <p:nvSpPr>
            <p:cNvPr id="12" name="object 24">
              <a:extLst>
                <a:ext uri="{FF2B5EF4-FFF2-40B4-BE49-F238E27FC236}">
                  <a16:creationId xmlns:a16="http://schemas.microsoft.com/office/drawing/2014/main" id="{5E46A4C7-C5F3-1F25-BAFB-4C34C267C40C}"/>
                </a:ext>
              </a:extLst>
            </p:cNvPr>
            <p:cNvSpPr/>
            <p:nvPr/>
          </p:nvSpPr>
          <p:spPr>
            <a:xfrm>
              <a:off x="421957" y="6383782"/>
              <a:ext cx="6920865" cy="2350770"/>
            </a:xfrm>
            <a:custGeom>
              <a:avLst/>
              <a:gdLst/>
              <a:ahLst/>
              <a:cxnLst/>
              <a:rect l="l" t="t" r="r" b="b"/>
              <a:pathLst>
                <a:path w="6920865" h="2350770">
                  <a:moveTo>
                    <a:pt x="82778" y="0"/>
                  </a:moveTo>
                  <a:lnTo>
                    <a:pt x="6838124" y="0"/>
                  </a:lnTo>
                  <a:lnTo>
                    <a:pt x="6854634" y="1777"/>
                  </a:lnTo>
                  <a:lnTo>
                    <a:pt x="6896544" y="24383"/>
                  </a:lnTo>
                  <a:lnTo>
                    <a:pt x="6919150" y="66293"/>
                  </a:lnTo>
                  <a:lnTo>
                    <a:pt x="6920801" y="82803"/>
                  </a:lnTo>
                  <a:lnTo>
                    <a:pt x="6920801" y="2267711"/>
                  </a:lnTo>
                  <a:lnTo>
                    <a:pt x="6906704" y="2313812"/>
                  </a:lnTo>
                  <a:lnTo>
                    <a:pt x="6870128" y="2343911"/>
                  </a:lnTo>
                  <a:lnTo>
                    <a:pt x="6838124" y="2350389"/>
                  </a:lnTo>
                  <a:lnTo>
                    <a:pt x="82778" y="2350389"/>
                  </a:lnTo>
                  <a:lnTo>
                    <a:pt x="36588" y="2336291"/>
                  </a:lnTo>
                  <a:lnTo>
                    <a:pt x="6502" y="2299716"/>
                  </a:lnTo>
                  <a:lnTo>
                    <a:pt x="0" y="2267711"/>
                  </a:lnTo>
                  <a:lnTo>
                    <a:pt x="0" y="82803"/>
                  </a:lnTo>
                  <a:lnTo>
                    <a:pt x="14160" y="36702"/>
                  </a:lnTo>
                  <a:lnTo>
                    <a:pt x="50698" y="6603"/>
                  </a:lnTo>
                  <a:lnTo>
                    <a:pt x="82778" y="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 sz="1588">
                <a:latin typeface="+mn-ea"/>
              </a:endParaRPr>
            </a:p>
          </p:txBody>
        </p:sp>
        <p:sp>
          <p:nvSpPr>
            <p:cNvPr id="13" name="object 25">
              <a:extLst>
                <a:ext uri="{FF2B5EF4-FFF2-40B4-BE49-F238E27FC236}">
                  <a16:creationId xmlns:a16="http://schemas.microsoft.com/office/drawing/2014/main" id="{112745DD-E275-633E-936F-9515C502D590}"/>
                </a:ext>
              </a:extLst>
            </p:cNvPr>
            <p:cNvSpPr/>
            <p:nvPr/>
          </p:nvSpPr>
          <p:spPr>
            <a:xfrm>
              <a:off x="6512813" y="6590538"/>
              <a:ext cx="340360" cy="426720"/>
            </a:xfrm>
            <a:custGeom>
              <a:avLst/>
              <a:gdLst/>
              <a:ahLst/>
              <a:cxnLst/>
              <a:rect l="l" t="t" r="r" b="b"/>
              <a:pathLst>
                <a:path w="340359" h="426720">
                  <a:moveTo>
                    <a:pt x="0" y="426719"/>
                  </a:moveTo>
                  <a:lnTo>
                    <a:pt x="339851" y="426719"/>
                  </a:lnTo>
                  <a:lnTo>
                    <a:pt x="339851" y="0"/>
                  </a:lnTo>
                  <a:lnTo>
                    <a:pt x="0" y="0"/>
                  </a:lnTo>
                  <a:lnTo>
                    <a:pt x="0" y="426719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588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186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7FB939B-371C-56D4-C6DC-89FBB5E0A5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1800"/>
              <a:t>Teams</a:t>
            </a:r>
            <a:r>
              <a:rPr lang="ko-KR" altLang="en-US" sz="1800"/>
              <a:t>에서 </a:t>
            </a:r>
            <a:r>
              <a:rPr lang="en-US" altLang="ko-KR" sz="1800"/>
              <a:t>Copilot </a:t>
            </a:r>
            <a:r>
              <a:rPr lang="ko-KR" altLang="en-US" sz="1800"/>
              <a:t>사용하기</a:t>
            </a:r>
          </a:p>
        </p:txBody>
      </p:sp>
      <p:sp>
        <p:nvSpPr>
          <p:cNvPr id="3" name="object 38">
            <a:extLst>
              <a:ext uri="{FF2B5EF4-FFF2-40B4-BE49-F238E27FC236}">
                <a16:creationId xmlns:a16="http://schemas.microsoft.com/office/drawing/2014/main" id="{EB8E6A9C-8DAD-FA6A-B20C-9F05A99B6196}"/>
              </a:ext>
            </a:extLst>
          </p:cNvPr>
          <p:cNvSpPr txBox="1"/>
          <p:nvPr/>
        </p:nvSpPr>
        <p:spPr>
          <a:xfrm>
            <a:off x="456214" y="824260"/>
            <a:ext cx="2740399" cy="25753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altLang="ko-KR" sz="1600" b="1" spc="-9">
                <a:latin typeface="+mn-ea"/>
                <a:cs typeface="Segoe UI"/>
              </a:rPr>
              <a:t>Teams</a:t>
            </a:r>
            <a:endParaRPr lang="ko-KR" altLang="en-US" sz="1600">
              <a:latin typeface="+mn-ea"/>
              <a:cs typeface="Segoe UI"/>
            </a:endParaRPr>
          </a:p>
        </p:txBody>
      </p:sp>
      <p:sp>
        <p:nvSpPr>
          <p:cNvPr id="4" name="object 24">
            <a:extLst>
              <a:ext uri="{FF2B5EF4-FFF2-40B4-BE49-F238E27FC236}">
                <a16:creationId xmlns:a16="http://schemas.microsoft.com/office/drawing/2014/main" id="{30F63C52-BF98-F0B0-A70D-EB232C298F51}"/>
              </a:ext>
            </a:extLst>
          </p:cNvPr>
          <p:cNvSpPr txBox="1"/>
          <p:nvPr/>
        </p:nvSpPr>
        <p:spPr>
          <a:xfrm>
            <a:off x="451103" y="1250697"/>
            <a:ext cx="8160461" cy="119112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00" b="1">
                <a:latin typeface="+mn-ea"/>
                <a:cs typeface="Malgun Gothic"/>
              </a:rPr>
              <a:t>회의</a:t>
            </a:r>
            <a:r>
              <a:rPr sz="1100" b="1" spc="-97">
                <a:latin typeface="+mn-ea"/>
                <a:cs typeface="Malgun Gothic"/>
              </a:rPr>
              <a:t> </a:t>
            </a:r>
            <a:r>
              <a:rPr sz="1100" b="1">
                <a:latin typeface="+mn-ea"/>
                <a:cs typeface="Malgun Gothic"/>
              </a:rPr>
              <a:t>중</a:t>
            </a:r>
            <a:r>
              <a:rPr sz="1100" b="1" spc="-93">
                <a:latin typeface="+mn-ea"/>
                <a:cs typeface="Malgun Gothic"/>
              </a:rPr>
              <a:t> </a:t>
            </a:r>
            <a:r>
              <a:rPr sz="1100" b="1">
                <a:latin typeface="+mn-ea"/>
                <a:cs typeface="Segoe UI Semibold"/>
              </a:rPr>
              <a:t>Copilot</a:t>
            </a:r>
            <a:r>
              <a:rPr sz="1100" b="1" spc="-22">
                <a:latin typeface="+mn-ea"/>
                <a:cs typeface="Segoe UI Semibold"/>
              </a:rPr>
              <a:t> </a:t>
            </a:r>
            <a:r>
              <a:rPr sz="1100" b="1" spc="-18">
                <a:latin typeface="+mn-ea"/>
                <a:cs typeface="Malgun Gothic"/>
              </a:rPr>
              <a:t>사용하기</a:t>
            </a:r>
            <a:endParaRPr sz="1100">
              <a:latin typeface="+mn-ea"/>
              <a:cs typeface="Malgun Gothic"/>
            </a:endParaRPr>
          </a:p>
          <a:p>
            <a:pPr marL="11206" marR="426406">
              <a:spcBef>
                <a:spcPts val="1271"/>
              </a:spcBef>
            </a:pPr>
            <a:r>
              <a:rPr sz="1100">
                <a:latin typeface="+mn-ea"/>
                <a:cs typeface="Malgun Gothic"/>
              </a:rPr>
              <a:t>실시간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 b="1" spc="-18">
                <a:latin typeface="+mn-ea"/>
                <a:cs typeface="Segoe UI Semibold"/>
              </a:rPr>
              <a:t>Teams</a:t>
            </a:r>
            <a:r>
              <a:rPr sz="1100" b="1" spc="-9">
                <a:latin typeface="+mn-ea"/>
                <a:cs typeface="Segoe UI Semibold"/>
              </a:rPr>
              <a:t> </a:t>
            </a:r>
            <a:r>
              <a:rPr sz="1100">
                <a:latin typeface="+mn-ea"/>
                <a:cs typeface="Malgun Gothic"/>
              </a:rPr>
              <a:t>회의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중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 b="1" spc="-9">
                <a:latin typeface="+mn-ea"/>
                <a:cs typeface="Segoe UI Semibold"/>
              </a:rPr>
              <a:t>Copilot</a:t>
            </a:r>
            <a:r>
              <a:rPr sz="1100" spc="-9">
                <a:latin typeface="+mn-ea"/>
                <a:cs typeface="Malgun Gothic"/>
              </a:rPr>
              <a:t>을</a:t>
            </a:r>
            <a:r>
              <a:rPr sz="1100" spc="-75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사용해서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누가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무엇을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말했는지</a:t>
            </a:r>
            <a:r>
              <a:rPr sz="1100" b="1">
                <a:latin typeface="+mn-ea"/>
                <a:cs typeface="Segoe UI Semibold"/>
              </a:rPr>
              <a:t>,</a:t>
            </a:r>
            <a:r>
              <a:rPr sz="1100" b="1" spc="-4">
                <a:latin typeface="+mn-ea"/>
                <a:cs typeface="Segoe UI Semibold"/>
              </a:rPr>
              <a:t> </a:t>
            </a:r>
            <a:r>
              <a:rPr sz="1100">
                <a:latin typeface="+mn-ea"/>
                <a:cs typeface="Malgun Gothic"/>
              </a:rPr>
              <a:t>사람들이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무엇에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 spc="-9">
                <a:latin typeface="+mn-ea"/>
                <a:cs typeface="Malgun Gothic"/>
              </a:rPr>
              <a:t>동의하거나 </a:t>
            </a:r>
            <a:r>
              <a:rPr sz="1100">
                <a:latin typeface="+mn-ea"/>
                <a:cs typeface="Malgun Gothic"/>
              </a:rPr>
              <a:t>반대했는지를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포함하여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회의의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주요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요점과</a:t>
            </a:r>
            <a:r>
              <a:rPr sz="1100" spc="-93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다음</a:t>
            </a:r>
            <a:r>
              <a:rPr sz="1100" spc="-79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해야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할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일을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 spc="-9">
                <a:latin typeface="+mn-ea"/>
                <a:cs typeface="Malgun Gothic"/>
              </a:rPr>
              <a:t>제시합니다</a:t>
            </a:r>
            <a:r>
              <a:rPr sz="1100" b="1" spc="-9">
                <a:latin typeface="+mn-ea"/>
                <a:cs typeface="Segoe UI Semibold"/>
              </a:rPr>
              <a:t>.</a:t>
            </a:r>
            <a:endParaRPr sz="1100">
              <a:latin typeface="+mn-ea"/>
              <a:cs typeface="Segoe UI Semibold"/>
            </a:endParaRPr>
          </a:p>
          <a:p>
            <a:pPr marL="11206" marR="4483">
              <a:spcBef>
                <a:spcPts val="1266"/>
              </a:spcBef>
            </a:pPr>
            <a:r>
              <a:rPr sz="1100" b="1">
                <a:latin typeface="+mn-ea"/>
                <a:cs typeface="Malgun Gothic"/>
              </a:rPr>
              <a:t>주의</a:t>
            </a:r>
            <a:r>
              <a:rPr sz="1100" b="1">
                <a:latin typeface="+mn-ea"/>
                <a:cs typeface="Segoe UI Semibold"/>
              </a:rPr>
              <a:t>:</a:t>
            </a:r>
            <a:r>
              <a:rPr sz="1100" b="1" spc="-13">
                <a:latin typeface="+mn-ea"/>
                <a:cs typeface="Segoe UI Semibold"/>
              </a:rPr>
              <a:t> </a:t>
            </a:r>
            <a:r>
              <a:rPr sz="1100">
                <a:latin typeface="+mn-ea"/>
                <a:cs typeface="Malgun Gothic"/>
              </a:rPr>
              <a:t>회의</a:t>
            </a:r>
            <a:r>
              <a:rPr sz="1100" spc="-75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주최자는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 b="1" spc="-9">
                <a:latin typeface="+mn-ea"/>
                <a:cs typeface="Segoe UI Semibold"/>
              </a:rPr>
              <a:t>Copilot</a:t>
            </a:r>
            <a:r>
              <a:rPr sz="1100" spc="-9">
                <a:latin typeface="+mn-ea"/>
                <a:cs typeface="Malgun Gothic"/>
              </a:rPr>
              <a:t>을</a:t>
            </a:r>
            <a:r>
              <a:rPr sz="1100" spc="-97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활성화하기</a:t>
            </a:r>
            <a:r>
              <a:rPr sz="1100" spc="-97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위해</a:t>
            </a:r>
            <a:r>
              <a:rPr sz="1100" spc="-79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회의를</a:t>
            </a:r>
            <a:r>
              <a:rPr sz="1100" spc="-75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녹화</a:t>
            </a:r>
            <a:r>
              <a:rPr sz="1100" spc="-75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또는</a:t>
            </a:r>
            <a:r>
              <a:rPr sz="1100" spc="-79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기록해야</a:t>
            </a:r>
            <a:r>
              <a:rPr sz="1100" spc="-101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합니다</a:t>
            </a:r>
            <a:r>
              <a:rPr sz="1100" b="1">
                <a:latin typeface="+mn-ea"/>
                <a:cs typeface="Segoe UI Semibold"/>
              </a:rPr>
              <a:t>.</a:t>
            </a:r>
            <a:r>
              <a:rPr sz="1100" b="1" spc="-13">
                <a:latin typeface="+mn-ea"/>
                <a:cs typeface="Segoe UI Semibold"/>
              </a:rPr>
              <a:t> </a:t>
            </a:r>
            <a:r>
              <a:rPr sz="1100" b="1">
                <a:latin typeface="+mn-ea"/>
                <a:cs typeface="Segoe UI Semibold"/>
              </a:rPr>
              <a:t>Teams</a:t>
            </a:r>
            <a:r>
              <a:rPr sz="1100" b="1" spc="-22">
                <a:latin typeface="+mn-ea"/>
                <a:cs typeface="Segoe UI Semibold"/>
              </a:rPr>
              <a:t> </a:t>
            </a:r>
            <a:r>
              <a:rPr sz="1100">
                <a:latin typeface="+mn-ea"/>
                <a:cs typeface="Malgun Gothic"/>
              </a:rPr>
              <a:t>회의에서</a:t>
            </a:r>
            <a:r>
              <a:rPr sz="1100" spc="-97">
                <a:latin typeface="+mn-ea"/>
                <a:cs typeface="Malgun Gothic"/>
              </a:rPr>
              <a:t> </a:t>
            </a:r>
            <a:r>
              <a:rPr sz="1100" b="1" spc="-9">
                <a:latin typeface="+mn-ea"/>
                <a:cs typeface="Segoe UI Semibold"/>
              </a:rPr>
              <a:t>Copilot</a:t>
            </a:r>
            <a:r>
              <a:rPr sz="1100" spc="-9">
                <a:latin typeface="+mn-ea"/>
                <a:cs typeface="Malgun Gothic"/>
              </a:rPr>
              <a:t>은</a:t>
            </a:r>
            <a:r>
              <a:rPr sz="1100" spc="-97">
                <a:latin typeface="+mn-ea"/>
                <a:cs typeface="Malgun Gothic"/>
              </a:rPr>
              <a:t> </a:t>
            </a:r>
            <a:r>
              <a:rPr sz="1100" spc="-22">
                <a:latin typeface="+mn-ea"/>
                <a:cs typeface="Malgun Gothic"/>
              </a:rPr>
              <a:t>회의 </a:t>
            </a:r>
            <a:r>
              <a:rPr sz="1100">
                <a:latin typeface="+mn-ea"/>
                <a:cs typeface="Malgun Gothic"/>
              </a:rPr>
              <a:t>기록에</a:t>
            </a:r>
            <a:r>
              <a:rPr sz="1100" spc="-97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대해</a:t>
            </a:r>
            <a:r>
              <a:rPr sz="1100" spc="-84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동작하며</a:t>
            </a:r>
            <a:r>
              <a:rPr sz="1100" b="1">
                <a:latin typeface="+mn-ea"/>
                <a:cs typeface="Segoe UI Semibold"/>
              </a:rPr>
              <a:t>,</a:t>
            </a:r>
            <a:r>
              <a:rPr sz="1100" b="1" spc="-26">
                <a:latin typeface="+mn-ea"/>
                <a:cs typeface="Segoe UI Semibold"/>
              </a:rPr>
              <a:t> </a:t>
            </a:r>
            <a:r>
              <a:rPr sz="1100">
                <a:latin typeface="+mn-ea"/>
                <a:cs typeface="Malgun Gothic"/>
              </a:rPr>
              <a:t>회의</a:t>
            </a:r>
            <a:r>
              <a:rPr sz="1100" spc="-84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채팅에</a:t>
            </a:r>
            <a:r>
              <a:rPr sz="1100" spc="-84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대해서는</a:t>
            </a:r>
            <a:r>
              <a:rPr sz="1100" spc="-93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동작하지</a:t>
            </a:r>
            <a:r>
              <a:rPr sz="1100" spc="-97">
                <a:latin typeface="+mn-ea"/>
                <a:cs typeface="Malgun Gothic"/>
              </a:rPr>
              <a:t> </a:t>
            </a:r>
            <a:r>
              <a:rPr sz="1100" spc="-9">
                <a:latin typeface="+mn-ea"/>
                <a:cs typeface="Malgun Gothic"/>
              </a:rPr>
              <a:t>않습니다</a:t>
            </a:r>
            <a:r>
              <a:rPr sz="1100" b="1" spc="-9">
                <a:latin typeface="+mn-ea"/>
                <a:cs typeface="Segoe UI Semibold"/>
              </a:rPr>
              <a:t>.</a:t>
            </a:r>
            <a:endParaRPr sz="1100">
              <a:latin typeface="+mn-ea"/>
              <a:cs typeface="Segoe UI Semibold"/>
            </a:endParaRPr>
          </a:p>
        </p:txBody>
      </p:sp>
      <p:sp>
        <p:nvSpPr>
          <p:cNvPr id="5" name="object 13">
            <a:extLst>
              <a:ext uri="{FF2B5EF4-FFF2-40B4-BE49-F238E27FC236}">
                <a16:creationId xmlns:a16="http://schemas.microsoft.com/office/drawing/2014/main" id="{B6128316-EA6E-B42E-20AD-1359244E71E4}"/>
              </a:ext>
            </a:extLst>
          </p:cNvPr>
          <p:cNvSpPr txBox="1"/>
          <p:nvPr/>
        </p:nvSpPr>
        <p:spPr>
          <a:xfrm>
            <a:off x="6705993" y="2840013"/>
            <a:ext cx="2704225" cy="1179358"/>
          </a:xfrm>
          <a:prstGeom prst="rect">
            <a:avLst/>
          </a:prstGeom>
        </p:spPr>
        <p:txBody>
          <a:bodyPr vert="horz" wrap="square" lIns="0" tIns="60512" rIns="0" bIns="0" rtlCol="0">
            <a:spAutoFit/>
          </a:bodyPr>
          <a:lstStyle/>
          <a:p>
            <a:pPr marL="11206">
              <a:spcBef>
                <a:spcPts val="476"/>
              </a:spcBef>
            </a:pPr>
            <a:r>
              <a:rPr sz="1100" b="1">
                <a:latin typeface="+mn-ea"/>
                <a:cs typeface="Malgun Gothic"/>
              </a:rPr>
              <a:t>회의</a:t>
            </a:r>
            <a:r>
              <a:rPr sz="1100" b="1" spc="-97">
                <a:latin typeface="+mn-ea"/>
                <a:cs typeface="Malgun Gothic"/>
              </a:rPr>
              <a:t> </a:t>
            </a:r>
            <a:r>
              <a:rPr sz="1100" b="1">
                <a:latin typeface="+mn-ea"/>
                <a:cs typeface="Malgun Gothic"/>
              </a:rPr>
              <a:t>종료</a:t>
            </a:r>
            <a:r>
              <a:rPr sz="1100" b="1" spc="-93">
                <a:latin typeface="+mn-ea"/>
                <a:cs typeface="Malgun Gothic"/>
              </a:rPr>
              <a:t> </a:t>
            </a:r>
            <a:r>
              <a:rPr sz="1100" b="1">
                <a:latin typeface="+mn-ea"/>
                <a:cs typeface="Malgun Gothic"/>
              </a:rPr>
              <a:t>후</a:t>
            </a:r>
            <a:r>
              <a:rPr sz="1100" b="1" spc="-93">
                <a:latin typeface="+mn-ea"/>
                <a:cs typeface="Malgun Gothic"/>
              </a:rPr>
              <a:t> </a:t>
            </a:r>
            <a:r>
              <a:rPr sz="1100" b="1">
                <a:latin typeface="+mn-ea"/>
                <a:cs typeface="Segoe UI Semibold"/>
              </a:rPr>
              <a:t>Copilot</a:t>
            </a:r>
            <a:r>
              <a:rPr sz="1100" b="1" spc="-4">
                <a:latin typeface="+mn-ea"/>
                <a:cs typeface="Segoe UI Semibold"/>
              </a:rPr>
              <a:t> </a:t>
            </a:r>
            <a:r>
              <a:rPr sz="1100" b="1" spc="-18">
                <a:latin typeface="+mn-ea"/>
                <a:cs typeface="Malgun Gothic"/>
              </a:rPr>
              <a:t>사용하기</a:t>
            </a:r>
            <a:endParaRPr sz="1100">
              <a:latin typeface="+mn-ea"/>
              <a:cs typeface="Malgun Gothic"/>
            </a:endParaRPr>
          </a:p>
          <a:p>
            <a:pPr marL="11206">
              <a:spcBef>
                <a:spcPts val="393"/>
              </a:spcBef>
            </a:pPr>
            <a:r>
              <a:rPr sz="1100" spc="-22">
                <a:latin typeface="+mn-ea"/>
                <a:cs typeface="Segoe UI"/>
              </a:rPr>
              <a:t>Teams</a:t>
            </a:r>
            <a:r>
              <a:rPr sz="1100" spc="4">
                <a:latin typeface="+mn-ea"/>
                <a:cs typeface="Segoe UI"/>
              </a:rPr>
              <a:t> </a:t>
            </a:r>
            <a:r>
              <a:rPr sz="1100" spc="-9">
                <a:latin typeface="+mn-ea"/>
                <a:cs typeface="Malgun Gothic"/>
              </a:rPr>
              <a:t>회의에서는</a:t>
            </a:r>
            <a:r>
              <a:rPr sz="1100" spc="-79">
                <a:latin typeface="+mn-ea"/>
                <a:cs typeface="Malgun Gothic"/>
              </a:rPr>
              <a:t> </a:t>
            </a:r>
            <a:r>
              <a:rPr sz="1100" spc="-9">
                <a:latin typeface="+mn-ea"/>
                <a:cs typeface="Malgun Gothic"/>
              </a:rPr>
              <a:t>회의이</a:t>
            </a:r>
            <a:r>
              <a:rPr sz="1100" spc="-79">
                <a:latin typeface="+mn-ea"/>
                <a:cs typeface="Malgun Gothic"/>
              </a:rPr>
              <a:t> </a:t>
            </a:r>
            <a:r>
              <a:rPr sz="1100" spc="-9">
                <a:latin typeface="+mn-ea"/>
                <a:cs typeface="Malgun Gothic"/>
              </a:rPr>
              <a:t>끝난</a:t>
            </a:r>
            <a:r>
              <a:rPr sz="1100" spc="-84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즉시</a:t>
            </a:r>
            <a:r>
              <a:rPr sz="1100" spc="-66">
                <a:latin typeface="+mn-ea"/>
                <a:cs typeface="Malgun Gothic"/>
              </a:rPr>
              <a:t> </a:t>
            </a:r>
            <a:r>
              <a:rPr sz="1100" spc="-9">
                <a:latin typeface="+mn-ea"/>
                <a:cs typeface="Malgun Gothic"/>
              </a:rPr>
              <a:t>회의의</a:t>
            </a:r>
            <a:r>
              <a:rPr sz="1100" spc="-79">
                <a:latin typeface="+mn-ea"/>
                <a:cs typeface="Malgun Gothic"/>
              </a:rPr>
              <a:t> </a:t>
            </a:r>
            <a:r>
              <a:rPr sz="1100" b="1" spc="-9">
                <a:latin typeface="+mn-ea"/>
                <a:cs typeface="Segoe UI"/>
              </a:rPr>
              <a:t>Recap(</a:t>
            </a:r>
            <a:r>
              <a:rPr sz="1100" b="1" spc="-9">
                <a:latin typeface="+mn-ea"/>
                <a:cs typeface="Malgun Gothic"/>
              </a:rPr>
              <a:t>요약</a:t>
            </a:r>
            <a:r>
              <a:rPr sz="1100" b="1" spc="-9">
                <a:latin typeface="+mn-ea"/>
                <a:cs typeface="Segoe UI"/>
              </a:rPr>
              <a:t>) </a:t>
            </a:r>
            <a:r>
              <a:rPr sz="1100">
                <a:latin typeface="+mn-ea"/>
                <a:cs typeface="Malgun Gothic"/>
              </a:rPr>
              <a:t>탭에서</a:t>
            </a:r>
            <a:r>
              <a:rPr sz="1100" spc="-75">
                <a:latin typeface="+mn-ea"/>
                <a:cs typeface="Malgun Gothic"/>
              </a:rPr>
              <a:t> </a:t>
            </a:r>
            <a:r>
              <a:rPr sz="1100" spc="-9">
                <a:latin typeface="+mn-ea"/>
                <a:cs typeface="Segoe UI"/>
              </a:rPr>
              <a:t>Copilot</a:t>
            </a:r>
            <a:r>
              <a:rPr sz="1100" spc="-9">
                <a:latin typeface="+mn-ea"/>
                <a:cs typeface="Malgun Gothic"/>
              </a:rPr>
              <a:t>을</a:t>
            </a:r>
            <a:r>
              <a:rPr sz="1100" spc="-110">
                <a:latin typeface="+mn-ea"/>
                <a:cs typeface="Malgun Gothic"/>
              </a:rPr>
              <a:t> </a:t>
            </a:r>
            <a:r>
              <a:rPr sz="1100" spc="-9">
                <a:latin typeface="+mn-ea"/>
                <a:cs typeface="Malgun Gothic"/>
              </a:rPr>
              <a:t>이용할</a:t>
            </a:r>
            <a:r>
              <a:rPr sz="1100" spc="-79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수</a:t>
            </a:r>
            <a:r>
              <a:rPr sz="1100" spc="-66">
                <a:latin typeface="+mn-ea"/>
                <a:cs typeface="Malgun Gothic"/>
              </a:rPr>
              <a:t> </a:t>
            </a:r>
            <a:r>
              <a:rPr sz="1100" spc="-9">
                <a:latin typeface="+mn-ea"/>
                <a:cs typeface="Malgun Gothic"/>
              </a:rPr>
              <a:t>있습니다</a:t>
            </a:r>
            <a:r>
              <a:rPr sz="1100" spc="-9">
                <a:latin typeface="+mn-ea"/>
                <a:cs typeface="Segoe UI"/>
              </a:rPr>
              <a:t>.</a:t>
            </a:r>
            <a:endParaRPr sz="1100">
              <a:latin typeface="+mn-ea"/>
              <a:cs typeface="Segoe UI"/>
            </a:endParaRPr>
          </a:p>
          <a:p>
            <a:pPr marL="11206">
              <a:spcBef>
                <a:spcPts val="393"/>
              </a:spcBef>
            </a:pPr>
            <a:r>
              <a:rPr sz="1100" spc="-22">
                <a:latin typeface="+mn-ea"/>
                <a:cs typeface="Segoe UI"/>
              </a:rPr>
              <a:t>Teams</a:t>
            </a:r>
            <a:r>
              <a:rPr sz="1100" spc="-53">
                <a:latin typeface="+mn-ea"/>
                <a:cs typeface="Segoe UI"/>
              </a:rPr>
              <a:t> </a:t>
            </a:r>
            <a:r>
              <a:rPr sz="1100">
                <a:latin typeface="+mn-ea"/>
                <a:cs typeface="Malgun Gothic"/>
              </a:rPr>
              <a:t>일정에서</a:t>
            </a:r>
            <a:r>
              <a:rPr sz="1100" spc="-93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회의을</a:t>
            </a:r>
            <a:r>
              <a:rPr sz="1100" spc="-93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선택하고</a:t>
            </a:r>
            <a:r>
              <a:rPr sz="1100" spc="-93">
                <a:latin typeface="+mn-ea"/>
                <a:cs typeface="Malgun Gothic"/>
              </a:rPr>
              <a:t> </a:t>
            </a:r>
            <a:r>
              <a:rPr sz="1100" b="1">
                <a:latin typeface="+mn-ea"/>
                <a:cs typeface="Segoe UI"/>
              </a:rPr>
              <a:t>Recap(</a:t>
            </a:r>
            <a:r>
              <a:rPr sz="1100" b="1">
                <a:latin typeface="+mn-ea"/>
                <a:cs typeface="Malgun Gothic"/>
              </a:rPr>
              <a:t>요약</a:t>
            </a:r>
            <a:r>
              <a:rPr sz="1100" b="1">
                <a:latin typeface="+mn-ea"/>
                <a:cs typeface="Segoe UI"/>
              </a:rPr>
              <a:t>)</a:t>
            </a:r>
            <a:r>
              <a:rPr sz="1100" b="1" spc="-26">
                <a:latin typeface="+mn-ea"/>
                <a:cs typeface="Segoe UI"/>
              </a:rPr>
              <a:t> </a:t>
            </a:r>
            <a:r>
              <a:rPr sz="1100">
                <a:latin typeface="+mn-ea"/>
                <a:cs typeface="Malgun Gothic"/>
              </a:rPr>
              <a:t>탭으로</a:t>
            </a:r>
            <a:r>
              <a:rPr sz="1100" spc="-97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이동하여</a:t>
            </a:r>
            <a:r>
              <a:rPr sz="1100" spc="-93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Segoe UI"/>
              </a:rPr>
              <a:t>Copilot</a:t>
            </a:r>
            <a:r>
              <a:rPr sz="1100">
                <a:latin typeface="+mn-ea"/>
                <a:cs typeface="Malgun Gothic"/>
              </a:rPr>
              <a:t>을</a:t>
            </a:r>
            <a:r>
              <a:rPr sz="1100" spc="-110">
                <a:latin typeface="+mn-ea"/>
                <a:cs typeface="Malgun Gothic"/>
              </a:rPr>
              <a:t> </a:t>
            </a:r>
            <a:r>
              <a:rPr sz="1100" spc="-18" err="1">
                <a:latin typeface="+mn-ea"/>
                <a:cs typeface="Malgun Gothic"/>
              </a:rPr>
              <a:t>여세요</a:t>
            </a:r>
            <a:r>
              <a:rPr sz="1100" spc="-18">
                <a:latin typeface="+mn-ea"/>
                <a:cs typeface="Segoe UI"/>
              </a:rPr>
              <a:t>.</a:t>
            </a:r>
            <a:endParaRPr sz="1100">
              <a:latin typeface="+mn-ea"/>
              <a:cs typeface="Segoe UI"/>
            </a:endParaRPr>
          </a:p>
        </p:txBody>
      </p:sp>
      <p:grpSp>
        <p:nvGrpSpPr>
          <p:cNvPr id="6" name="object 25">
            <a:extLst>
              <a:ext uri="{FF2B5EF4-FFF2-40B4-BE49-F238E27FC236}">
                <a16:creationId xmlns:a16="http://schemas.microsoft.com/office/drawing/2014/main" id="{B9B898A0-A483-C9DF-43AC-0AED8D692086}"/>
              </a:ext>
            </a:extLst>
          </p:cNvPr>
          <p:cNvGrpSpPr/>
          <p:nvPr/>
        </p:nvGrpSpPr>
        <p:grpSpPr>
          <a:xfrm>
            <a:off x="377526" y="2709825"/>
            <a:ext cx="6131299" cy="3264274"/>
            <a:chOff x="427862" y="3995483"/>
            <a:chExt cx="6948805" cy="3699510"/>
          </a:xfrm>
        </p:grpSpPr>
        <p:pic>
          <p:nvPicPr>
            <p:cNvPr id="7" name="object 26">
              <a:extLst>
                <a:ext uri="{FF2B5EF4-FFF2-40B4-BE49-F238E27FC236}">
                  <a16:creationId xmlns:a16="http://schemas.microsoft.com/office/drawing/2014/main" id="{83E84B0F-E9E5-1DDA-9DF6-1A4F53BA15E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387" y="4005072"/>
              <a:ext cx="6929627" cy="3680459"/>
            </a:xfrm>
            <a:prstGeom prst="rect">
              <a:avLst/>
            </a:prstGeom>
          </p:spPr>
        </p:pic>
        <p:sp>
          <p:nvSpPr>
            <p:cNvPr id="8" name="object 27">
              <a:extLst>
                <a:ext uri="{FF2B5EF4-FFF2-40B4-BE49-F238E27FC236}">
                  <a16:creationId xmlns:a16="http://schemas.microsoft.com/office/drawing/2014/main" id="{AA0BB066-160F-CF72-1351-C8C2A76D344C}"/>
                </a:ext>
              </a:extLst>
            </p:cNvPr>
            <p:cNvSpPr/>
            <p:nvPr/>
          </p:nvSpPr>
          <p:spPr>
            <a:xfrm>
              <a:off x="432625" y="4000246"/>
              <a:ext cx="6939280" cy="3689985"/>
            </a:xfrm>
            <a:custGeom>
              <a:avLst/>
              <a:gdLst/>
              <a:ahLst/>
              <a:cxnLst/>
              <a:rect l="l" t="t" r="r" b="b"/>
              <a:pathLst>
                <a:path w="6939280" h="3689984">
                  <a:moveTo>
                    <a:pt x="183248" y="0"/>
                  </a:moveTo>
                  <a:lnTo>
                    <a:pt x="6755955" y="0"/>
                  </a:lnTo>
                  <a:lnTo>
                    <a:pt x="6792658" y="3809"/>
                  </a:lnTo>
                  <a:lnTo>
                    <a:pt x="6858317" y="31368"/>
                  </a:lnTo>
                  <a:lnTo>
                    <a:pt x="6907847" y="80899"/>
                  </a:lnTo>
                  <a:lnTo>
                    <a:pt x="6935406" y="146557"/>
                  </a:lnTo>
                  <a:lnTo>
                    <a:pt x="6939089" y="183261"/>
                  </a:lnTo>
                  <a:lnTo>
                    <a:pt x="6939089" y="3506851"/>
                  </a:lnTo>
                  <a:lnTo>
                    <a:pt x="6924738" y="3577971"/>
                  </a:lnTo>
                  <a:lnTo>
                    <a:pt x="6885368" y="3636264"/>
                  </a:lnTo>
                  <a:lnTo>
                    <a:pt x="6827075" y="3675633"/>
                  </a:lnTo>
                  <a:lnTo>
                    <a:pt x="6755955" y="3689984"/>
                  </a:lnTo>
                  <a:lnTo>
                    <a:pt x="183248" y="3689984"/>
                  </a:lnTo>
                  <a:lnTo>
                    <a:pt x="112052" y="3675633"/>
                  </a:lnTo>
                  <a:lnTo>
                    <a:pt x="53721" y="3636264"/>
                  </a:lnTo>
                  <a:lnTo>
                    <a:pt x="14401" y="3577971"/>
                  </a:lnTo>
                  <a:lnTo>
                    <a:pt x="0" y="3506851"/>
                  </a:lnTo>
                  <a:lnTo>
                    <a:pt x="0" y="183261"/>
                  </a:lnTo>
                  <a:lnTo>
                    <a:pt x="14401" y="112140"/>
                  </a:lnTo>
                  <a:lnTo>
                    <a:pt x="53721" y="53848"/>
                  </a:lnTo>
                  <a:lnTo>
                    <a:pt x="112052" y="14477"/>
                  </a:lnTo>
                  <a:lnTo>
                    <a:pt x="183248" y="0"/>
                  </a:lnTo>
                  <a:close/>
                </a:path>
              </a:pathLst>
            </a:custGeom>
            <a:ln w="9525">
              <a:solidFill>
                <a:srgbClr val="DDDCED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28">
              <a:extLst>
                <a:ext uri="{FF2B5EF4-FFF2-40B4-BE49-F238E27FC236}">
                  <a16:creationId xmlns:a16="http://schemas.microsoft.com/office/drawing/2014/main" id="{A105B0C7-816F-012A-74A4-618BAC181177}"/>
                </a:ext>
              </a:extLst>
            </p:cNvPr>
            <p:cNvSpPr/>
            <p:nvPr/>
          </p:nvSpPr>
          <p:spPr>
            <a:xfrm>
              <a:off x="1139952" y="6530339"/>
              <a:ext cx="327660" cy="883919"/>
            </a:xfrm>
            <a:custGeom>
              <a:avLst/>
              <a:gdLst/>
              <a:ahLst/>
              <a:cxnLst/>
              <a:rect l="l" t="t" r="r" b="b"/>
              <a:pathLst>
                <a:path w="327659" h="883920">
                  <a:moveTo>
                    <a:pt x="327660" y="792492"/>
                  </a:moveTo>
                  <a:lnTo>
                    <a:pt x="0" y="792492"/>
                  </a:lnTo>
                  <a:lnTo>
                    <a:pt x="0" y="883920"/>
                  </a:lnTo>
                  <a:lnTo>
                    <a:pt x="327660" y="883920"/>
                  </a:lnTo>
                  <a:lnTo>
                    <a:pt x="327660" y="792492"/>
                  </a:lnTo>
                  <a:close/>
                </a:path>
                <a:path w="327659" h="883920">
                  <a:moveTo>
                    <a:pt x="327660" y="530352"/>
                  </a:moveTo>
                  <a:lnTo>
                    <a:pt x="0" y="530352"/>
                  </a:lnTo>
                  <a:lnTo>
                    <a:pt x="0" y="621792"/>
                  </a:lnTo>
                  <a:lnTo>
                    <a:pt x="327660" y="621792"/>
                  </a:lnTo>
                  <a:lnTo>
                    <a:pt x="327660" y="530352"/>
                  </a:lnTo>
                  <a:close/>
                </a:path>
                <a:path w="327659" h="883920">
                  <a:moveTo>
                    <a:pt x="327660" y="266700"/>
                  </a:moveTo>
                  <a:lnTo>
                    <a:pt x="0" y="266700"/>
                  </a:lnTo>
                  <a:lnTo>
                    <a:pt x="0" y="358140"/>
                  </a:lnTo>
                  <a:lnTo>
                    <a:pt x="327660" y="358140"/>
                  </a:lnTo>
                  <a:lnTo>
                    <a:pt x="327660" y="266700"/>
                  </a:lnTo>
                  <a:close/>
                </a:path>
                <a:path w="327659" h="883920">
                  <a:moveTo>
                    <a:pt x="32766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327660" y="91440"/>
                  </a:lnTo>
                  <a:lnTo>
                    <a:pt x="32766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29">
              <a:extLst>
                <a:ext uri="{FF2B5EF4-FFF2-40B4-BE49-F238E27FC236}">
                  <a16:creationId xmlns:a16="http://schemas.microsoft.com/office/drawing/2014/main" id="{293A0F56-F810-CFB8-6D1F-51114A2AF656}"/>
                </a:ext>
              </a:extLst>
            </p:cNvPr>
            <p:cNvSpPr/>
            <p:nvPr/>
          </p:nvSpPr>
          <p:spPr>
            <a:xfrm>
              <a:off x="2791205" y="4559046"/>
              <a:ext cx="516890" cy="200025"/>
            </a:xfrm>
            <a:custGeom>
              <a:avLst/>
              <a:gdLst/>
              <a:ahLst/>
              <a:cxnLst/>
              <a:rect l="l" t="t" r="r" b="b"/>
              <a:pathLst>
                <a:path w="516889" h="200025">
                  <a:moveTo>
                    <a:pt x="0" y="199644"/>
                  </a:moveTo>
                  <a:lnTo>
                    <a:pt x="516635" y="199644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199644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pic>
        <p:nvPicPr>
          <p:cNvPr id="11" name="object 7">
            <a:extLst>
              <a:ext uri="{FF2B5EF4-FFF2-40B4-BE49-F238E27FC236}">
                <a16:creationId xmlns:a16="http://schemas.microsoft.com/office/drawing/2014/main" id="{3FD3EF08-3532-C8F9-F277-E291EEE2E28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1799" y="780755"/>
            <a:ext cx="414438" cy="38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5F49B60-153C-7DEF-E0F7-C7FB7932E6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1800"/>
              <a:t>Excel</a:t>
            </a:r>
            <a:r>
              <a:rPr lang="ko-KR" altLang="en-US" sz="1800"/>
              <a:t>에서 </a:t>
            </a:r>
            <a:r>
              <a:rPr lang="en-US" altLang="ko-KR" sz="1800"/>
              <a:t>Copilot </a:t>
            </a:r>
            <a:r>
              <a:rPr lang="ko-KR" altLang="en-US" sz="1800"/>
              <a:t>사용하기</a:t>
            </a:r>
          </a:p>
        </p:txBody>
      </p:sp>
      <p:sp>
        <p:nvSpPr>
          <p:cNvPr id="3" name="object 38">
            <a:extLst>
              <a:ext uri="{FF2B5EF4-FFF2-40B4-BE49-F238E27FC236}">
                <a16:creationId xmlns:a16="http://schemas.microsoft.com/office/drawing/2014/main" id="{52A56BB3-3C4A-07EE-4E5C-34A6132B0F2E}"/>
              </a:ext>
            </a:extLst>
          </p:cNvPr>
          <p:cNvSpPr txBox="1"/>
          <p:nvPr/>
        </p:nvSpPr>
        <p:spPr>
          <a:xfrm>
            <a:off x="456214" y="824260"/>
            <a:ext cx="2740399" cy="25753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altLang="ko-KR" sz="1600" b="1" spc="-9">
                <a:latin typeface="+mn-ea"/>
                <a:cs typeface="Segoe UI"/>
              </a:rPr>
              <a:t>Excel</a:t>
            </a:r>
            <a:endParaRPr lang="ko-KR" altLang="en-US" sz="1600">
              <a:latin typeface="+mn-ea"/>
              <a:cs typeface="Segoe UI"/>
            </a:endParaRPr>
          </a:p>
        </p:txBody>
      </p:sp>
      <p:sp>
        <p:nvSpPr>
          <p:cNvPr id="4" name="object 23">
            <a:extLst>
              <a:ext uri="{FF2B5EF4-FFF2-40B4-BE49-F238E27FC236}">
                <a16:creationId xmlns:a16="http://schemas.microsoft.com/office/drawing/2014/main" id="{C03F394B-3B9A-CE3F-597F-D42FA3BB4591}"/>
              </a:ext>
            </a:extLst>
          </p:cNvPr>
          <p:cNvSpPr txBox="1"/>
          <p:nvPr/>
        </p:nvSpPr>
        <p:spPr>
          <a:xfrm>
            <a:off x="451103" y="1193485"/>
            <a:ext cx="7259881" cy="68585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00" b="1">
                <a:latin typeface="+mn-ea"/>
                <a:cs typeface="Malgun Gothic"/>
              </a:rPr>
              <a:t>비즈니스</a:t>
            </a:r>
            <a:r>
              <a:rPr sz="1100" b="1" spc="-88">
                <a:latin typeface="+mn-ea"/>
                <a:cs typeface="Malgun Gothic"/>
              </a:rPr>
              <a:t> </a:t>
            </a:r>
            <a:r>
              <a:rPr sz="1100" b="1">
                <a:latin typeface="+mn-ea"/>
                <a:cs typeface="Malgun Gothic"/>
              </a:rPr>
              <a:t>의사</a:t>
            </a:r>
            <a:r>
              <a:rPr sz="1100" b="1" spc="-88">
                <a:latin typeface="+mn-ea"/>
                <a:cs typeface="Malgun Gothic"/>
              </a:rPr>
              <a:t> </a:t>
            </a:r>
            <a:r>
              <a:rPr sz="1100" b="1">
                <a:latin typeface="+mn-ea"/>
                <a:cs typeface="Malgun Gothic"/>
              </a:rPr>
              <a:t>결정</a:t>
            </a:r>
            <a:r>
              <a:rPr sz="1100" b="1" spc="-88">
                <a:latin typeface="+mn-ea"/>
                <a:cs typeface="Malgun Gothic"/>
              </a:rPr>
              <a:t> </a:t>
            </a:r>
            <a:r>
              <a:rPr sz="1100" b="1" spc="-22">
                <a:latin typeface="+mn-ea"/>
                <a:cs typeface="Malgun Gothic"/>
              </a:rPr>
              <a:t>간소화</a:t>
            </a:r>
            <a:endParaRPr sz="1100">
              <a:latin typeface="+mn-ea"/>
              <a:cs typeface="Malgun Gothic"/>
            </a:endParaRPr>
          </a:p>
          <a:p>
            <a:pPr marL="11206" marR="4483">
              <a:spcBef>
                <a:spcPts val="1271"/>
              </a:spcBef>
            </a:pPr>
            <a:r>
              <a:rPr sz="1100" b="1" spc="-9">
                <a:latin typeface="+mn-ea"/>
                <a:cs typeface="Segoe UI Semibold"/>
              </a:rPr>
              <a:t>Excel</a:t>
            </a:r>
            <a:r>
              <a:rPr sz="1100" spc="-9">
                <a:latin typeface="+mn-ea"/>
                <a:cs typeface="Malgun Gothic"/>
              </a:rPr>
              <a:t>의</a:t>
            </a:r>
            <a:r>
              <a:rPr sz="1100" spc="-84">
                <a:latin typeface="+mn-ea"/>
                <a:cs typeface="Malgun Gothic"/>
              </a:rPr>
              <a:t> </a:t>
            </a:r>
            <a:r>
              <a:rPr sz="1100" b="1" spc="-9">
                <a:latin typeface="+mn-ea"/>
                <a:cs typeface="Segoe UI Semibold"/>
              </a:rPr>
              <a:t>Copilot</a:t>
            </a:r>
            <a:r>
              <a:rPr sz="1100" spc="-9">
                <a:latin typeface="+mn-ea"/>
                <a:cs typeface="Malgun Gothic"/>
              </a:rPr>
              <a:t>을</a:t>
            </a:r>
            <a:r>
              <a:rPr sz="1100" spc="-84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사용하면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데이터를</a:t>
            </a:r>
            <a:r>
              <a:rPr sz="1100" spc="-84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분석하고</a:t>
            </a:r>
            <a:r>
              <a:rPr sz="1100" spc="-71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확인하는</a:t>
            </a:r>
            <a:r>
              <a:rPr sz="1100" spc="-84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데</a:t>
            </a:r>
            <a:r>
              <a:rPr sz="1100" spc="-84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도움을</a:t>
            </a:r>
            <a:r>
              <a:rPr sz="1100" spc="-79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받아</a:t>
            </a:r>
            <a:r>
              <a:rPr sz="1100" spc="-84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최선의</a:t>
            </a:r>
            <a:r>
              <a:rPr sz="1100" spc="-84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결정을</a:t>
            </a:r>
            <a:r>
              <a:rPr sz="1100" spc="-84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내릴</a:t>
            </a:r>
            <a:r>
              <a:rPr sz="1100" spc="-84">
                <a:latin typeface="+mn-ea"/>
                <a:cs typeface="Malgun Gothic"/>
              </a:rPr>
              <a:t> </a:t>
            </a:r>
            <a:r>
              <a:rPr sz="1100" spc="-44">
                <a:latin typeface="+mn-ea"/>
                <a:cs typeface="Malgun Gothic"/>
              </a:rPr>
              <a:t>수 </a:t>
            </a:r>
            <a:r>
              <a:rPr sz="1100">
                <a:latin typeface="+mn-ea"/>
                <a:cs typeface="Malgun Gothic"/>
              </a:rPr>
              <a:t>있습니다</a:t>
            </a:r>
            <a:r>
              <a:rPr sz="1100" b="1">
                <a:latin typeface="+mn-ea"/>
                <a:cs typeface="Segoe UI Semibold"/>
              </a:rPr>
              <a:t>.</a:t>
            </a:r>
            <a:r>
              <a:rPr sz="1100" b="1" spc="-13">
                <a:latin typeface="+mn-ea"/>
                <a:cs typeface="Segoe UI Semibold"/>
              </a:rPr>
              <a:t> </a:t>
            </a:r>
            <a:r>
              <a:rPr sz="1100">
                <a:latin typeface="+mn-ea"/>
                <a:cs typeface="Malgun Gothic"/>
              </a:rPr>
              <a:t>추세를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파악하는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데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도움을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받고</a:t>
            </a:r>
            <a:r>
              <a:rPr sz="1100" b="1">
                <a:latin typeface="+mn-ea"/>
                <a:cs typeface="Segoe UI Semibold"/>
              </a:rPr>
              <a:t>,</a:t>
            </a:r>
            <a:r>
              <a:rPr sz="1100" b="1" spc="-9">
                <a:latin typeface="+mn-ea"/>
                <a:cs typeface="Segoe UI Semibold"/>
              </a:rPr>
              <a:t> </a:t>
            </a:r>
            <a:r>
              <a:rPr sz="1100">
                <a:latin typeface="+mn-ea"/>
                <a:cs typeface="Malgun Gothic"/>
              </a:rPr>
              <a:t>가상</a:t>
            </a:r>
            <a:r>
              <a:rPr sz="1100" spc="-79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시나리오를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제안하고</a:t>
            </a:r>
            <a:r>
              <a:rPr sz="1100" b="1">
                <a:latin typeface="+mn-ea"/>
                <a:cs typeface="Segoe UI Semibold"/>
              </a:rPr>
              <a:t>,</a:t>
            </a:r>
            <a:r>
              <a:rPr sz="1100" b="1" spc="-9">
                <a:latin typeface="+mn-ea"/>
                <a:cs typeface="Segoe UI Semibold"/>
              </a:rPr>
              <a:t> </a:t>
            </a:r>
            <a:r>
              <a:rPr sz="1100">
                <a:latin typeface="+mn-ea"/>
                <a:cs typeface="Malgun Gothic"/>
              </a:rPr>
              <a:t>비즈니스를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개선할</a:t>
            </a:r>
            <a:r>
              <a:rPr sz="1100" spc="-93">
                <a:latin typeface="+mn-ea"/>
                <a:cs typeface="Malgun Gothic"/>
              </a:rPr>
              <a:t> </a:t>
            </a:r>
            <a:r>
              <a:rPr sz="1100" spc="-44">
                <a:latin typeface="+mn-ea"/>
                <a:cs typeface="Malgun Gothic"/>
              </a:rPr>
              <a:t>수 </a:t>
            </a:r>
            <a:r>
              <a:rPr sz="1100" spc="-9">
                <a:latin typeface="+mn-ea"/>
                <a:cs typeface="Malgun Gothic"/>
              </a:rPr>
              <a:t>있습니다</a:t>
            </a:r>
            <a:r>
              <a:rPr sz="1100" b="1" spc="-9">
                <a:latin typeface="+mn-ea"/>
                <a:cs typeface="Segoe UI Semibold"/>
              </a:rPr>
              <a:t>.</a:t>
            </a:r>
            <a:endParaRPr sz="1100">
              <a:latin typeface="+mn-ea"/>
              <a:cs typeface="Segoe UI Semibold"/>
            </a:endParaRPr>
          </a:p>
        </p:txBody>
      </p:sp>
      <p:pic>
        <p:nvPicPr>
          <p:cNvPr id="5" name="object 26">
            <a:extLst>
              <a:ext uri="{FF2B5EF4-FFF2-40B4-BE49-F238E27FC236}">
                <a16:creationId xmlns:a16="http://schemas.microsoft.com/office/drawing/2014/main" id="{0E3CB3DA-3E15-E1A3-1F8B-026461E528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309" y="2052778"/>
            <a:ext cx="5302758" cy="2225390"/>
          </a:xfrm>
          <a:prstGeom prst="rect">
            <a:avLst/>
          </a:prstGeom>
        </p:spPr>
      </p:pic>
      <p:sp>
        <p:nvSpPr>
          <p:cNvPr id="6" name="object 13">
            <a:extLst>
              <a:ext uri="{FF2B5EF4-FFF2-40B4-BE49-F238E27FC236}">
                <a16:creationId xmlns:a16="http://schemas.microsoft.com/office/drawing/2014/main" id="{14E9E5F2-3189-0278-5A45-8E8BD0362D4B}"/>
              </a:ext>
            </a:extLst>
          </p:cNvPr>
          <p:cNvSpPr txBox="1"/>
          <p:nvPr/>
        </p:nvSpPr>
        <p:spPr>
          <a:xfrm>
            <a:off x="2072947" y="4644127"/>
            <a:ext cx="4915557" cy="119369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00" b="1">
                <a:latin typeface="+mn-ea"/>
                <a:cs typeface="Malgun Gothic"/>
              </a:rPr>
              <a:t>데이터</a:t>
            </a:r>
            <a:r>
              <a:rPr sz="1100" b="1" spc="-88">
                <a:latin typeface="+mn-ea"/>
                <a:cs typeface="Malgun Gothic"/>
              </a:rPr>
              <a:t> </a:t>
            </a:r>
            <a:r>
              <a:rPr sz="1100" b="1">
                <a:latin typeface="+mn-ea"/>
                <a:cs typeface="Malgun Gothic"/>
              </a:rPr>
              <a:t>인사이트</a:t>
            </a:r>
            <a:r>
              <a:rPr sz="1100" b="1" spc="-88">
                <a:latin typeface="+mn-ea"/>
                <a:cs typeface="Malgun Gothic"/>
              </a:rPr>
              <a:t> </a:t>
            </a:r>
            <a:r>
              <a:rPr sz="1100" b="1" spc="-18">
                <a:latin typeface="+mn-ea"/>
                <a:cs typeface="Malgun Gothic"/>
              </a:rPr>
              <a:t>확인하기</a:t>
            </a:r>
            <a:endParaRPr sz="1100">
              <a:latin typeface="+mn-ea"/>
              <a:cs typeface="Malgun Gothic"/>
            </a:endParaRPr>
          </a:p>
          <a:p>
            <a:pPr marL="133357" indent="-122151">
              <a:spcBef>
                <a:spcPts val="1271"/>
              </a:spcBef>
              <a:buFont typeface="Segoe UI Semibold"/>
              <a:buAutoNum type="arabicPeriod"/>
              <a:tabLst>
                <a:tab pos="133357" algn="l"/>
              </a:tabLst>
            </a:pPr>
            <a:r>
              <a:rPr sz="1100">
                <a:latin typeface="+mn-ea"/>
                <a:cs typeface="Malgun Gothic"/>
              </a:rPr>
              <a:t>표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형태의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데이터를</a:t>
            </a:r>
            <a:r>
              <a:rPr sz="1100" spc="-93">
                <a:latin typeface="+mn-ea"/>
                <a:cs typeface="Malgun Gothic"/>
              </a:rPr>
              <a:t> </a:t>
            </a:r>
            <a:r>
              <a:rPr sz="1100" spc="-9">
                <a:latin typeface="+mn-ea"/>
                <a:cs typeface="Malgun Gothic"/>
              </a:rPr>
              <a:t>준비합니다</a:t>
            </a:r>
            <a:r>
              <a:rPr sz="1100" b="1" spc="-9">
                <a:latin typeface="+mn-ea"/>
                <a:cs typeface="Segoe UI Semibold"/>
              </a:rPr>
              <a:t>.</a:t>
            </a:r>
            <a:endParaRPr sz="1100">
              <a:latin typeface="+mn-ea"/>
              <a:cs typeface="Segoe UI Semibold"/>
            </a:endParaRPr>
          </a:p>
          <a:p>
            <a:pPr marL="152408" indent="-141202">
              <a:buFont typeface="Segoe UI Semibold"/>
              <a:buAutoNum type="arabicPeriod"/>
              <a:tabLst>
                <a:tab pos="152408" algn="l"/>
              </a:tabLst>
            </a:pPr>
            <a:r>
              <a:rPr sz="1100">
                <a:latin typeface="+mn-ea"/>
                <a:cs typeface="Malgun Gothic"/>
              </a:rPr>
              <a:t>우측</a:t>
            </a:r>
            <a:r>
              <a:rPr sz="1100" spc="-97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상단의</a:t>
            </a:r>
            <a:r>
              <a:rPr sz="1100" spc="-93">
                <a:latin typeface="+mn-ea"/>
                <a:cs typeface="Malgun Gothic"/>
              </a:rPr>
              <a:t> </a:t>
            </a:r>
            <a:r>
              <a:rPr sz="1100" b="1">
                <a:latin typeface="+mn-ea"/>
                <a:cs typeface="Segoe UI Semibold"/>
              </a:rPr>
              <a:t>Copilot</a:t>
            </a:r>
            <a:r>
              <a:rPr sz="1100" b="1" spc="-4">
                <a:latin typeface="+mn-ea"/>
                <a:cs typeface="Segoe UI Semibold"/>
              </a:rPr>
              <a:t> </a:t>
            </a:r>
            <a:r>
              <a:rPr sz="1100">
                <a:latin typeface="+mn-ea"/>
                <a:cs typeface="Malgun Gothic"/>
              </a:rPr>
              <a:t>아이콘을</a:t>
            </a:r>
            <a:r>
              <a:rPr sz="1100" spc="-93">
                <a:latin typeface="+mn-ea"/>
                <a:cs typeface="Malgun Gothic"/>
              </a:rPr>
              <a:t> </a:t>
            </a:r>
            <a:r>
              <a:rPr sz="1100" spc="-9">
                <a:latin typeface="+mn-ea"/>
                <a:cs typeface="Malgun Gothic"/>
              </a:rPr>
              <a:t>선택합니다</a:t>
            </a:r>
            <a:r>
              <a:rPr sz="1100" b="1" spc="-9">
                <a:latin typeface="+mn-ea"/>
                <a:cs typeface="Segoe UI Semibold"/>
              </a:rPr>
              <a:t>.</a:t>
            </a:r>
            <a:endParaRPr sz="1100">
              <a:latin typeface="+mn-ea"/>
              <a:cs typeface="Segoe UI Semibold"/>
            </a:endParaRPr>
          </a:p>
          <a:p>
            <a:pPr marL="152408" indent="-141202">
              <a:buFont typeface="Segoe UI Semibold"/>
              <a:buAutoNum type="arabicPeriod"/>
              <a:tabLst>
                <a:tab pos="152408" algn="l"/>
              </a:tabLst>
            </a:pPr>
            <a:r>
              <a:rPr sz="1100">
                <a:latin typeface="+mn-ea"/>
                <a:cs typeface="Malgun Gothic"/>
              </a:rPr>
              <a:t>기본</a:t>
            </a:r>
            <a:r>
              <a:rPr sz="1100" spc="-97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추천인</a:t>
            </a:r>
            <a:r>
              <a:rPr sz="1100" spc="-93">
                <a:latin typeface="+mn-ea"/>
                <a:cs typeface="Malgun Gothic"/>
              </a:rPr>
              <a:t> </a:t>
            </a:r>
            <a:r>
              <a:rPr sz="1100" b="1">
                <a:latin typeface="+mn-ea"/>
                <a:cs typeface="Segoe UI Semibold"/>
              </a:rPr>
              <a:t>Show</a:t>
            </a:r>
            <a:r>
              <a:rPr sz="1100" b="1" spc="-9">
                <a:latin typeface="+mn-ea"/>
                <a:cs typeface="Segoe UI Semibold"/>
              </a:rPr>
              <a:t> </a:t>
            </a:r>
            <a:r>
              <a:rPr sz="1100" b="1">
                <a:latin typeface="+mn-ea"/>
                <a:cs typeface="Segoe UI Semibold"/>
              </a:rPr>
              <a:t>data </a:t>
            </a:r>
            <a:r>
              <a:rPr sz="1100" b="1" spc="-9">
                <a:latin typeface="+mn-ea"/>
                <a:cs typeface="Segoe UI Semibold"/>
              </a:rPr>
              <a:t>insights</a:t>
            </a:r>
            <a:r>
              <a:rPr sz="1100" spc="-9">
                <a:latin typeface="+mn-ea"/>
                <a:cs typeface="Malgun Gothic"/>
              </a:rPr>
              <a:t>를</a:t>
            </a:r>
            <a:r>
              <a:rPr sz="1100" spc="-79">
                <a:latin typeface="+mn-ea"/>
                <a:cs typeface="Malgun Gothic"/>
              </a:rPr>
              <a:t> </a:t>
            </a:r>
            <a:r>
              <a:rPr sz="1100" spc="-9">
                <a:latin typeface="+mn-ea"/>
                <a:cs typeface="Malgun Gothic"/>
              </a:rPr>
              <a:t>선택합니다</a:t>
            </a:r>
            <a:r>
              <a:rPr sz="1100" b="1" spc="-9">
                <a:latin typeface="+mn-ea"/>
                <a:cs typeface="Segoe UI Semibold"/>
              </a:rPr>
              <a:t>.</a:t>
            </a:r>
            <a:endParaRPr sz="1100">
              <a:latin typeface="+mn-ea"/>
              <a:cs typeface="Segoe UI Semibold"/>
            </a:endParaRPr>
          </a:p>
          <a:p>
            <a:pPr marL="155210" indent="-144003">
              <a:buFont typeface="Segoe UI Semibold"/>
              <a:buAutoNum type="arabicPeriod"/>
              <a:tabLst>
                <a:tab pos="155210" algn="l"/>
              </a:tabLst>
            </a:pPr>
            <a:r>
              <a:rPr sz="1100">
                <a:latin typeface="+mn-ea"/>
                <a:cs typeface="Malgun Gothic"/>
              </a:rPr>
              <a:t>생성된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데이터를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 spc="-9">
                <a:latin typeface="+mn-ea"/>
                <a:cs typeface="Malgun Gothic"/>
              </a:rPr>
              <a:t>확인합니다</a:t>
            </a:r>
            <a:r>
              <a:rPr sz="1100" b="1" spc="-9">
                <a:latin typeface="+mn-ea"/>
                <a:cs typeface="Segoe UI Semibold"/>
              </a:rPr>
              <a:t>.</a:t>
            </a:r>
            <a:endParaRPr sz="1100">
              <a:latin typeface="+mn-ea"/>
              <a:cs typeface="Segoe UI Semibold"/>
            </a:endParaRPr>
          </a:p>
          <a:p>
            <a:pPr marL="151848" marR="206198" indent="-141202">
              <a:buFont typeface="Segoe UI Semibold"/>
              <a:buAutoNum type="arabicPeriod"/>
              <a:tabLst>
                <a:tab pos="156330" algn="l"/>
              </a:tabLst>
            </a:pPr>
            <a:r>
              <a:rPr sz="1100">
                <a:latin typeface="+mn-ea"/>
                <a:cs typeface="Malgun Gothic"/>
              </a:rPr>
              <a:t>원본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데이터에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삽입하거나</a:t>
            </a:r>
            <a:r>
              <a:rPr sz="1100" spc="-79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추가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 spc="-9" err="1">
                <a:latin typeface="+mn-ea"/>
                <a:cs typeface="Malgun Gothic"/>
              </a:rPr>
              <a:t>인사이트를</a:t>
            </a:r>
            <a:r>
              <a:rPr sz="1100" spc="-9">
                <a:latin typeface="+mn-ea"/>
                <a:cs typeface="Malgun Gothic"/>
              </a:rPr>
              <a:t> </a:t>
            </a:r>
            <a:r>
              <a:rPr sz="1100" err="1">
                <a:latin typeface="+mn-ea"/>
                <a:cs typeface="Malgun Gothic"/>
              </a:rPr>
              <a:t>확인할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>
                <a:latin typeface="+mn-ea"/>
                <a:cs typeface="Malgun Gothic"/>
              </a:rPr>
              <a:t>수</a:t>
            </a:r>
            <a:r>
              <a:rPr sz="1100" spc="-88">
                <a:latin typeface="+mn-ea"/>
                <a:cs typeface="Malgun Gothic"/>
              </a:rPr>
              <a:t> </a:t>
            </a:r>
            <a:r>
              <a:rPr sz="1100" spc="-9" err="1">
                <a:latin typeface="+mn-ea"/>
                <a:cs typeface="Malgun Gothic"/>
              </a:rPr>
              <a:t>있습니다</a:t>
            </a:r>
            <a:r>
              <a:rPr sz="1100" b="1" spc="-9">
                <a:latin typeface="+mn-ea"/>
                <a:cs typeface="Segoe UI Semibold"/>
              </a:rPr>
              <a:t>.</a:t>
            </a:r>
            <a:endParaRPr sz="1100">
              <a:latin typeface="+mn-ea"/>
              <a:cs typeface="Segoe UI Semibold"/>
            </a:endParaRPr>
          </a:p>
        </p:txBody>
      </p:sp>
      <p:grpSp>
        <p:nvGrpSpPr>
          <p:cNvPr id="7" name="object 28">
            <a:extLst>
              <a:ext uri="{FF2B5EF4-FFF2-40B4-BE49-F238E27FC236}">
                <a16:creationId xmlns:a16="http://schemas.microsoft.com/office/drawing/2014/main" id="{372771E7-C2E7-B6F9-1E91-A062B62D25EF}"/>
              </a:ext>
            </a:extLst>
          </p:cNvPr>
          <p:cNvGrpSpPr/>
          <p:nvPr/>
        </p:nvGrpSpPr>
        <p:grpSpPr>
          <a:xfrm>
            <a:off x="6301733" y="4012863"/>
            <a:ext cx="2791385" cy="2456329"/>
            <a:chOff x="4227131" y="6787451"/>
            <a:chExt cx="3163570" cy="2783840"/>
          </a:xfrm>
        </p:grpSpPr>
        <p:pic>
          <p:nvPicPr>
            <p:cNvPr id="8" name="object 29">
              <a:extLst>
                <a:ext uri="{FF2B5EF4-FFF2-40B4-BE49-F238E27FC236}">
                  <a16:creationId xmlns:a16="http://schemas.microsoft.com/office/drawing/2014/main" id="{9F606658-D3DE-41D8-5D0C-2CCCDC04C18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6720" y="6797040"/>
              <a:ext cx="3144011" cy="2764536"/>
            </a:xfrm>
            <a:prstGeom prst="rect">
              <a:avLst/>
            </a:prstGeom>
          </p:spPr>
        </p:pic>
        <p:sp>
          <p:nvSpPr>
            <p:cNvPr id="9" name="object 30">
              <a:extLst>
                <a:ext uri="{FF2B5EF4-FFF2-40B4-BE49-F238E27FC236}">
                  <a16:creationId xmlns:a16="http://schemas.microsoft.com/office/drawing/2014/main" id="{D8CDA16E-F174-C8EC-9903-B6C00C914932}"/>
                </a:ext>
              </a:extLst>
            </p:cNvPr>
            <p:cNvSpPr/>
            <p:nvPr/>
          </p:nvSpPr>
          <p:spPr>
            <a:xfrm>
              <a:off x="4231894" y="6792214"/>
              <a:ext cx="3154045" cy="2774315"/>
            </a:xfrm>
            <a:custGeom>
              <a:avLst/>
              <a:gdLst/>
              <a:ahLst/>
              <a:cxnLst/>
              <a:rect l="l" t="t" r="r" b="b"/>
              <a:pathLst>
                <a:path w="3154045" h="2774315">
                  <a:moveTo>
                    <a:pt x="138810" y="0"/>
                  </a:moveTo>
                  <a:lnTo>
                    <a:pt x="3014853" y="0"/>
                  </a:lnTo>
                  <a:lnTo>
                    <a:pt x="3042538" y="2921"/>
                  </a:lnTo>
                  <a:lnTo>
                    <a:pt x="3092323" y="23749"/>
                  </a:lnTo>
                  <a:lnTo>
                    <a:pt x="3129914" y="61341"/>
                  </a:lnTo>
                  <a:lnTo>
                    <a:pt x="3150742" y="111125"/>
                  </a:lnTo>
                  <a:lnTo>
                    <a:pt x="3153536" y="138811"/>
                  </a:lnTo>
                  <a:lnTo>
                    <a:pt x="3153536" y="2635351"/>
                  </a:lnTo>
                  <a:lnTo>
                    <a:pt x="3142741" y="2689225"/>
                  </a:lnTo>
                  <a:lnTo>
                    <a:pt x="3112897" y="2733421"/>
                  </a:lnTo>
                  <a:lnTo>
                    <a:pt x="3068701" y="2763215"/>
                  </a:lnTo>
                  <a:lnTo>
                    <a:pt x="3014853" y="2774124"/>
                  </a:lnTo>
                  <a:lnTo>
                    <a:pt x="138810" y="2774124"/>
                  </a:lnTo>
                  <a:lnTo>
                    <a:pt x="84962" y="2763215"/>
                  </a:lnTo>
                  <a:lnTo>
                    <a:pt x="40766" y="2733421"/>
                  </a:lnTo>
                  <a:lnTo>
                    <a:pt x="10921" y="2689225"/>
                  </a:lnTo>
                  <a:lnTo>
                    <a:pt x="0" y="2635351"/>
                  </a:lnTo>
                  <a:lnTo>
                    <a:pt x="0" y="138811"/>
                  </a:lnTo>
                  <a:lnTo>
                    <a:pt x="10921" y="84963"/>
                  </a:lnTo>
                  <a:lnTo>
                    <a:pt x="40766" y="40767"/>
                  </a:lnTo>
                  <a:lnTo>
                    <a:pt x="84962" y="10922"/>
                  </a:lnTo>
                  <a:lnTo>
                    <a:pt x="138810" y="0"/>
                  </a:lnTo>
                  <a:close/>
                </a:path>
              </a:pathLst>
            </a:custGeom>
            <a:ln w="9525">
              <a:solidFill>
                <a:srgbClr val="DDDCED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31">
              <a:extLst>
                <a:ext uri="{FF2B5EF4-FFF2-40B4-BE49-F238E27FC236}">
                  <a16:creationId xmlns:a16="http://schemas.microsoft.com/office/drawing/2014/main" id="{DD0C504C-75DE-BC4F-15C2-B55B68FD1FEB}"/>
                </a:ext>
              </a:extLst>
            </p:cNvPr>
            <p:cNvSpPr/>
            <p:nvPr/>
          </p:nvSpPr>
          <p:spPr>
            <a:xfrm>
              <a:off x="6381750" y="7736586"/>
              <a:ext cx="893444" cy="283845"/>
            </a:xfrm>
            <a:custGeom>
              <a:avLst/>
              <a:gdLst/>
              <a:ahLst/>
              <a:cxnLst/>
              <a:rect l="l" t="t" r="r" b="b"/>
              <a:pathLst>
                <a:path w="893445" h="283845">
                  <a:moveTo>
                    <a:pt x="0" y="283463"/>
                  </a:moveTo>
                  <a:lnTo>
                    <a:pt x="893063" y="283463"/>
                  </a:lnTo>
                  <a:lnTo>
                    <a:pt x="893063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pic>
        <p:nvPicPr>
          <p:cNvPr id="11" name="object 25" descr="Copilot in Excel">
            <a:extLst>
              <a:ext uri="{FF2B5EF4-FFF2-40B4-BE49-F238E27FC236}">
                <a16:creationId xmlns:a16="http://schemas.microsoft.com/office/drawing/2014/main" id="{4CAFDA2D-6B45-F27E-60F9-922756360DD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2896" y="813156"/>
            <a:ext cx="298614" cy="27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81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B12472B-1D08-3C1F-21BB-0317605B7E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1800"/>
              <a:t>Word</a:t>
            </a:r>
            <a:r>
              <a:rPr lang="ko-KR" altLang="en-US" sz="1800"/>
              <a:t>에서 </a:t>
            </a:r>
            <a:r>
              <a:rPr lang="en-US" altLang="ko-KR" sz="1800"/>
              <a:t>Copilot </a:t>
            </a:r>
            <a:r>
              <a:rPr lang="ko-KR" altLang="en-US" sz="1800"/>
              <a:t>사용하기</a:t>
            </a:r>
          </a:p>
        </p:txBody>
      </p:sp>
      <p:sp>
        <p:nvSpPr>
          <p:cNvPr id="3" name="object 38">
            <a:extLst>
              <a:ext uri="{FF2B5EF4-FFF2-40B4-BE49-F238E27FC236}">
                <a16:creationId xmlns:a16="http://schemas.microsoft.com/office/drawing/2014/main" id="{710D5486-C42C-B0A4-AC43-9CB1EF923289}"/>
              </a:ext>
            </a:extLst>
          </p:cNvPr>
          <p:cNvSpPr txBox="1"/>
          <p:nvPr/>
        </p:nvSpPr>
        <p:spPr>
          <a:xfrm>
            <a:off x="456214" y="824260"/>
            <a:ext cx="2740399" cy="25753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altLang="ko-KR" sz="1600" b="1" spc="-9">
                <a:latin typeface="+mn-ea"/>
                <a:cs typeface="Segoe UI"/>
              </a:rPr>
              <a:t>Word</a:t>
            </a:r>
            <a:endParaRPr lang="ko-KR" altLang="en-US" sz="1600">
              <a:latin typeface="+mn-ea"/>
              <a:cs typeface="Segoe UI"/>
            </a:endParaRPr>
          </a:p>
        </p:txBody>
      </p:sp>
      <p:sp>
        <p:nvSpPr>
          <p:cNvPr id="4" name="object 23">
            <a:extLst>
              <a:ext uri="{FF2B5EF4-FFF2-40B4-BE49-F238E27FC236}">
                <a16:creationId xmlns:a16="http://schemas.microsoft.com/office/drawing/2014/main" id="{93EC9363-D672-367D-638B-0AC8103D136D}"/>
              </a:ext>
            </a:extLst>
          </p:cNvPr>
          <p:cNvSpPr txBox="1"/>
          <p:nvPr/>
        </p:nvSpPr>
        <p:spPr>
          <a:xfrm>
            <a:off x="451103" y="1193485"/>
            <a:ext cx="7259881" cy="5319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altLang="ko-KR" sz="1100" b="1">
                <a:latin typeface="+mn-ea"/>
                <a:cs typeface="Malgun Gothic"/>
              </a:rPr>
              <a:t>Copilot</a:t>
            </a:r>
            <a:r>
              <a:rPr lang="ko-KR" altLang="en-US" sz="1100" b="1">
                <a:latin typeface="+mn-ea"/>
                <a:cs typeface="Malgun Gothic"/>
              </a:rPr>
              <a:t>의로 문서 초안 작성하기</a:t>
            </a:r>
          </a:p>
          <a:p>
            <a:pPr marL="11206">
              <a:spcBef>
                <a:spcPts val="88"/>
              </a:spcBef>
            </a:pPr>
            <a:r>
              <a:rPr lang="en-US" altLang="ko-KR" sz="1100">
                <a:latin typeface="+mn-ea"/>
                <a:cs typeface="Malgun Gothic"/>
              </a:rPr>
              <a:t>Copilot</a:t>
            </a:r>
            <a:r>
              <a:rPr lang="ko-KR" altLang="en-US" sz="1100">
                <a:latin typeface="+mn-ea"/>
                <a:cs typeface="Malgun Gothic"/>
              </a:rPr>
              <a:t>은 사용자가 제시한 프롬프트를 기반으로 문서의 초안을 작성합니다</a:t>
            </a:r>
            <a:r>
              <a:rPr lang="en-US" altLang="ko-KR" sz="1100">
                <a:latin typeface="+mn-ea"/>
                <a:cs typeface="Malgun Gothic"/>
              </a:rPr>
              <a:t>. </a:t>
            </a:r>
            <a:r>
              <a:rPr lang="ko-KR" altLang="en-US" sz="1100">
                <a:latin typeface="+mn-ea"/>
                <a:cs typeface="Malgun Gothic"/>
              </a:rPr>
              <a:t>사용자는 프롬프트에 원하는 내용을 간단히 입력하면</a:t>
            </a:r>
            <a:r>
              <a:rPr lang="en-US" altLang="ko-KR" sz="1100">
                <a:latin typeface="+mn-ea"/>
                <a:cs typeface="Malgun Gothic"/>
              </a:rPr>
              <a:t>, Copilot</a:t>
            </a:r>
            <a:r>
              <a:rPr lang="ko-KR" altLang="en-US" sz="1100">
                <a:latin typeface="+mn-ea"/>
                <a:cs typeface="Malgun Gothic"/>
              </a:rPr>
              <a:t>이 해당 내용을 활용하여 초안을 작성합니다</a:t>
            </a:r>
          </a:p>
        </p:txBody>
      </p:sp>
      <p:pic>
        <p:nvPicPr>
          <p:cNvPr id="5" name="object 25">
            <a:extLst>
              <a:ext uri="{FF2B5EF4-FFF2-40B4-BE49-F238E27FC236}">
                <a16:creationId xmlns:a16="http://schemas.microsoft.com/office/drawing/2014/main" id="{5FCCA403-8279-48E4-3759-8865F340DE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423" y="2012604"/>
            <a:ext cx="6082105" cy="38297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B995EC-7132-A781-0EAF-FAB81A305041}"/>
              </a:ext>
            </a:extLst>
          </p:cNvPr>
          <p:cNvSpPr txBox="1"/>
          <p:nvPr/>
        </p:nvSpPr>
        <p:spPr>
          <a:xfrm>
            <a:off x="6621780" y="2951557"/>
            <a:ext cx="2859797" cy="1951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06">
              <a:spcBef>
                <a:spcPts val="88"/>
              </a:spcBef>
            </a:pPr>
            <a:r>
              <a:rPr lang="ko-KR" altLang="en-US" sz="1100" b="1">
                <a:latin typeface="+mn-ea"/>
                <a:cs typeface="Malgun Gothic"/>
              </a:rPr>
              <a:t>작성된</a:t>
            </a:r>
            <a:r>
              <a:rPr lang="ko-KR" altLang="en-US" sz="1100" b="1" spc="-97">
                <a:latin typeface="+mn-ea"/>
                <a:cs typeface="Malgun Gothic"/>
              </a:rPr>
              <a:t> </a:t>
            </a:r>
            <a:r>
              <a:rPr lang="ko-KR" altLang="en-US" sz="1100" b="1">
                <a:latin typeface="+mn-ea"/>
                <a:cs typeface="Malgun Gothic"/>
              </a:rPr>
              <a:t>내용을</a:t>
            </a:r>
            <a:r>
              <a:rPr lang="ko-KR" altLang="en-US" sz="1100" b="1" spc="-88">
                <a:latin typeface="+mn-ea"/>
                <a:cs typeface="Malgun Gothic"/>
              </a:rPr>
              <a:t> </a:t>
            </a:r>
            <a:r>
              <a:rPr lang="ko-KR" altLang="en-US" sz="1100" b="1">
                <a:latin typeface="+mn-ea"/>
                <a:cs typeface="Malgun Gothic"/>
              </a:rPr>
              <a:t>선택하여</a:t>
            </a:r>
            <a:r>
              <a:rPr lang="ko-KR" altLang="en-US" sz="1100" b="1" spc="-88">
                <a:latin typeface="+mn-ea"/>
                <a:cs typeface="Malgun Gothic"/>
              </a:rPr>
              <a:t> </a:t>
            </a:r>
            <a:r>
              <a:rPr lang="ko-KR" altLang="en-US" sz="1100" b="1">
                <a:latin typeface="+mn-ea"/>
                <a:cs typeface="Malgun Gothic"/>
              </a:rPr>
              <a:t>재생성</a:t>
            </a:r>
            <a:r>
              <a:rPr lang="ko-KR" altLang="en-US" sz="1100" b="1" spc="-84">
                <a:latin typeface="+mn-ea"/>
                <a:cs typeface="Malgun Gothic"/>
              </a:rPr>
              <a:t> </a:t>
            </a:r>
            <a:r>
              <a:rPr lang="ko-KR" altLang="en-US" sz="1100" b="1">
                <a:latin typeface="+mn-ea"/>
                <a:cs typeface="Malgun Gothic"/>
              </a:rPr>
              <a:t>할</a:t>
            </a:r>
            <a:r>
              <a:rPr lang="ko-KR" altLang="en-US" sz="1100" b="1" spc="-88">
                <a:latin typeface="+mn-ea"/>
                <a:cs typeface="Malgun Gothic"/>
              </a:rPr>
              <a:t> </a:t>
            </a:r>
            <a:r>
              <a:rPr lang="ko-KR" altLang="en-US" sz="1100" b="1">
                <a:latin typeface="+mn-ea"/>
                <a:cs typeface="Malgun Gothic"/>
              </a:rPr>
              <a:t>수</a:t>
            </a:r>
            <a:r>
              <a:rPr lang="ko-KR" altLang="en-US" sz="1100" b="1" spc="-79">
                <a:latin typeface="+mn-ea"/>
                <a:cs typeface="Malgun Gothic"/>
              </a:rPr>
              <a:t> </a:t>
            </a:r>
            <a:r>
              <a:rPr lang="ko-KR" altLang="en-US" sz="1100" b="1">
                <a:latin typeface="+mn-ea"/>
                <a:cs typeface="Malgun Gothic"/>
              </a:rPr>
              <a:t>있고</a:t>
            </a:r>
            <a:r>
              <a:rPr lang="ko-KR" altLang="en-US" sz="1100" b="1" spc="-88">
                <a:latin typeface="+mn-ea"/>
                <a:cs typeface="Malgun Gothic"/>
              </a:rPr>
              <a:t> </a:t>
            </a:r>
            <a:r>
              <a:rPr lang="ko-KR" altLang="en-US" sz="1100" b="1">
                <a:latin typeface="+mn-ea"/>
                <a:cs typeface="Malgun Gothic"/>
              </a:rPr>
              <a:t>텍스트를</a:t>
            </a:r>
            <a:r>
              <a:rPr lang="ko-KR" altLang="en-US" sz="1100" b="1" spc="-88">
                <a:latin typeface="+mn-ea"/>
                <a:cs typeface="Malgun Gothic"/>
              </a:rPr>
              <a:t> </a:t>
            </a:r>
            <a:r>
              <a:rPr lang="ko-KR" altLang="en-US" sz="1100" b="1">
                <a:latin typeface="+mn-ea"/>
                <a:cs typeface="Malgun Gothic"/>
              </a:rPr>
              <a:t>표로</a:t>
            </a:r>
            <a:r>
              <a:rPr lang="ko-KR" altLang="en-US" sz="1100" b="1" spc="-88">
                <a:latin typeface="+mn-ea"/>
                <a:cs typeface="Malgun Gothic"/>
              </a:rPr>
              <a:t> </a:t>
            </a:r>
            <a:r>
              <a:rPr lang="ko-KR" altLang="en-US" sz="1100" b="1">
                <a:latin typeface="+mn-ea"/>
                <a:cs typeface="Malgun Gothic"/>
              </a:rPr>
              <a:t>변환</a:t>
            </a:r>
            <a:r>
              <a:rPr lang="ko-KR" altLang="en-US" sz="1100" b="1" spc="-88">
                <a:latin typeface="+mn-ea"/>
                <a:cs typeface="Malgun Gothic"/>
              </a:rPr>
              <a:t> </a:t>
            </a:r>
            <a:r>
              <a:rPr lang="ko-KR" altLang="en-US" sz="1100" b="1">
                <a:latin typeface="+mn-ea"/>
                <a:cs typeface="Malgun Gothic"/>
              </a:rPr>
              <a:t>할</a:t>
            </a:r>
            <a:r>
              <a:rPr lang="ko-KR" altLang="en-US" sz="1100" b="1" spc="-88">
                <a:latin typeface="+mn-ea"/>
                <a:cs typeface="Malgun Gothic"/>
              </a:rPr>
              <a:t> </a:t>
            </a:r>
            <a:r>
              <a:rPr lang="ko-KR" altLang="en-US" sz="1100" b="1">
                <a:latin typeface="+mn-ea"/>
                <a:cs typeface="Malgun Gothic"/>
              </a:rPr>
              <a:t>수도</a:t>
            </a:r>
            <a:r>
              <a:rPr lang="ko-KR" altLang="en-US" sz="1100" b="1" spc="-88">
                <a:latin typeface="+mn-ea"/>
                <a:cs typeface="Malgun Gothic"/>
              </a:rPr>
              <a:t> </a:t>
            </a:r>
            <a:r>
              <a:rPr lang="ko-KR" altLang="en-US" sz="1100" b="1" spc="-9">
                <a:latin typeface="+mn-ea"/>
                <a:cs typeface="Malgun Gothic"/>
              </a:rPr>
              <a:t>있습니다</a:t>
            </a:r>
            <a:r>
              <a:rPr lang="en-US" altLang="ko-KR" sz="1100" b="1" spc="-9">
                <a:latin typeface="+mn-ea"/>
                <a:cs typeface="Segoe UI Semibold"/>
              </a:rPr>
              <a:t>.</a:t>
            </a:r>
            <a:endParaRPr lang="ko-KR" altLang="en-US" sz="1100">
              <a:latin typeface="+mn-ea"/>
              <a:cs typeface="Segoe UI Semibold"/>
            </a:endParaRPr>
          </a:p>
          <a:p>
            <a:pPr marL="11206">
              <a:spcBef>
                <a:spcPts val="1271"/>
              </a:spcBef>
            </a:pPr>
            <a:r>
              <a:rPr lang="ko-KR" altLang="en-US" sz="1100" b="1">
                <a:latin typeface="+mn-ea"/>
                <a:cs typeface="Malgun Gothic"/>
              </a:rPr>
              <a:t>텍스트를</a:t>
            </a:r>
            <a:r>
              <a:rPr lang="ko-KR" altLang="en-US" sz="1100" b="1" spc="-88">
                <a:latin typeface="+mn-ea"/>
                <a:cs typeface="Malgun Gothic"/>
              </a:rPr>
              <a:t> </a:t>
            </a:r>
            <a:r>
              <a:rPr lang="ko-KR" altLang="en-US" sz="1100" b="1">
                <a:latin typeface="+mn-ea"/>
                <a:cs typeface="Malgun Gothic"/>
              </a:rPr>
              <a:t>표로</a:t>
            </a:r>
            <a:r>
              <a:rPr lang="ko-KR" altLang="en-US" sz="1100" b="1" spc="-88">
                <a:latin typeface="+mn-ea"/>
                <a:cs typeface="Malgun Gothic"/>
              </a:rPr>
              <a:t> </a:t>
            </a:r>
            <a:r>
              <a:rPr lang="ko-KR" altLang="en-US" sz="1100" b="1" spc="-22">
                <a:latin typeface="+mn-ea"/>
                <a:cs typeface="Malgun Gothic"/>
              </a:rPr>
              <a:t>변환</a:t>
            </a:r>
            <a:endParaRPr lang="ko-KR" altLang="en-US" sz="1100">
              <a:latin typeface="+mn-ea"/>
              <a:cs typeface="Malgun Gothic"/>
            </a:endParaRPr>
          </a:p>
          <a:p>
            <a:pPr marL="212363" indent="-201156">
              <a:buFont typeface="Segoe UI Semibold"/>
              <a:buAutoNum type="arabicPeriod"/>
              <a:tabLst>
                <a:tab pos="212363" algn="l"/>
              </a:tabLst>
            </a:pPr>
            <a:r>
              <a:rPr lang="ko-KR" altLang="en-US" sz="1100">
                <a:latin typeface="+mn-ea"/>
                <a:cs typeface="Malgun Gothic"/>
              </a:rPr>
              <a:t>표로</a:t>
            </a:r>
            <a:r>
              <a:rPr lang="ko-KR" altLang="en-US" sz="1100" spc="-97">
                <a:latin typeface="+mn-ea"/>
                <a:cs typeface="Malgun Gothic"/>
              </a:rPr>
              <a:t> </a:t>
            </a:r>
            <a:r>
              <a:rPr lang="ko-KR" altLang="en-US" sz="1100">
                <a:latin typeface="+mn-ea"/>
                <a:cs typeface="Malgun Gothic"/>
              </a:rPr>
              <a:t>변환할</a:t>
            </a:r>
            <a:r>
              <a:rPr lang="ko-KR" altLang="en-US" sz="1100" spc="-93">
                <a:latin typeface="+mn-ea"/>
                <a:cs typeface="Malgun Gothic"/>
              </a:rPr>
              <a:t> </a:t>
            </a:r>
            <a:r>
              <a:rPr lang="ko-KR" altLang="en-US" sz="1100">
                <a:latin typeface="+mn-ea"/>
                <a:cs typeface="Malgun Gothic"/>
              </a:rPr>
              <a:t>텍스트를</a:t>
            </a:r>
            <a:r>
              <a:rPr lang="ko-KR" altLang="en-US" sz="1100" spc="-93">
                <a:latin typeface="+mn-ea"/>
                <a:cs typeface="Malgun Gothic"/>
              </a:rPr>
              <a:t> </a:t>
            </a:r>
            <a:r>
              <a:rPr lang="ko-KR" altLang="en-US" sz="1100">
                <a:latin typeface="+mn-ea"/>
                <a:cs typeface="Malgun Gothic"/>
              </a:rPr>
              <a:t>선택하고</a:t>
            </a:r>
            <a:r>
              <a:rPr lang="ko-KR" altLang="en-US" sz="1100" spc="-93">
                <a:latin typeface="+mn-ea"/>
                <a:cs typeface="Malgun Gothic"/>
              </a:rPr>
              <a:t> </a:t>
            </a:r>
            <a:r>
              <a:rPr lang="ko-KR" altLang="en-US" sz="1100">
                <a:latin typeface="+mn-ea"/>
                <a:cs typeface="Malgun Gothic"/>
              </a:rPr>
              <a:t>왼쪽의</a:t>
            </a:r>
            <a:r>
              <a:rPr lang="ko-KR" altLang="en-US" sz="1100" spc="-88">
                <a:latin typeface="+mn-ea"/>
                <a:cs typeface="Malgun Gothic"/>
              </a:rPr>
              <a:t> </a:t>
            </a:r>
            <a:r>
              <a:rPr lang="en-US" altLang="ko-KR" sz="1100" b="1">
                <a:latin typeface="+mn-ea"/>
                <a:cs typeface="Segoe UI Semibold"/>
              </a:rPr>
              <a:t>Copilot </a:t>
            </a:r>
            <a:r>
              <a:rPr lang="ko-KR" altLang="en-US" sz="1100">
                <a:latin typeface="+mn-ea"/>
                <a:cs typeface="Malgun Gothic"/>
              </a:rPr>
              <a:t>아이콘을</a:t>
            </a:r>
            <a:r>
              <a:rPr lang="ko-KR" altLang="en-US" sz="1100" spc="-93">
                <a:latin typeface="+mn-ea"/>
                <a:cs typeface="Malgun Gothic"/>
              </a:rPr>
              <a:t> </a:t>
            </a:r>
            <a:r>
              <a:rPr lang="ko-KR" altLang="en-US" sz="1100" spc="-9">
                <a:latin typeface="+mn-ea"/>
                <a:cs typeface="Malgun Gothic"/>
              </a:rPr>
              <a:t>선택합니다</a:t>
            </a:r>
            <a:r>
              <a:rPr lang="en-US" altLang="ko-KR" sz="1100" b="1" spc="-9">
                <a:latin typeface="+mn-ea"/>
                <a:cs typeface="Segoe UI Semibold"/>
              </a:rPr>
              <a:t>.</a:t>
            </a:r>
            <a:endParaRPr lang="ko-KR" altLang="en-US" sz="1100">
              <a:latin typeface="+mn-ea"/>
              <a:cs typeface="Segoe UI Semibold"/>
            </a:endParaRPr>
          </a:p>
          <a:p>
            <a:pPr marL="210682" indent="-199475">
              <a:buAutoNum type="arabicPeriod"/>
              <a:tabLst>
                <a:tab pos="210682" algn="l"/>
              </a:tabLst>
            </a:pPr>
            <a:r>
              <a:rPr lang="en-US" altLang="ko-KR" sz="1100" b="1">
                <a:latin typeface="+mn-ea"/>
                <a:cs typeface="Segoe UI Semibold"/>
              </a:rPr>
              <a:t>Copilot</a:t>
            </a:r>
            <a:r>
              <a:rPr lang="ko-KR" altLang="en-US" sz="1100" b="1" spc="-13">
                <a:latin typeface="+mn-ea"/>
                <a:cs typeface="Segoe UI Semibold"/>
              </a:rPr>
              <a:t> </a:t>
            </a:r>
            <a:r>
              <a:rPr lang="ko-KR" altLang="en-US" sz="1100">
                <a:latin typeface="+mn-ea"/>
                <a:cs typeface="Malgun Gothic"/>
              </a:rPr>
              <a:t>메뉴에서</a:t>
            </a:r>
            <a:r>
              <a:rPr lang="ko-KR" altLang="en-US" sz="1100" spc="-97">
                <a:latin typeface="+mn-ea"/>
                <a:cs typeface="Malgun Gothic"/>
              </a:rPr>
              <a:t> </a:t>
            </a:r>
            <a:r>
              <a:rPr lang="ko-KR" altLang="en-US" sz="1100">
                <a:latin typeface="+mn-ea"/>
                <a:cs typeface="Malgun Gothic"/>
              </a:rPr>
              <a:t>테이블로</a:t>
            </a:r>
            <a:r>
              <a:rPr lang="ko-KR" altLang="en-US" sz="1100" spc="-93">
                <a:latin typeface="+mn-ea"/>
                <a:cs typeface="Malgun Gothic"/>
              </a:rPr>
              <a:t> </a:t>
            </a:r>
            <a:r>
              <a:rPr lang="ko-KR" altLang="en-US" sz="1100">
                <a:latin typeface="+mn-ea"/>
                <a:cs typeface="Malgun Gothic"/>
              </a:rPr>
              <a:t>시작화를</a:t>
            </a:r>
            <a:r>
              <a:rPr lang="ko-KR" altLang="en-US" sz="1100" spc="-88">
                <a:latin typeface="+mn-ea"/>
                <a:cs typeface="Malgun Gothic"/>
              </a:rPr>
              <a:t> </a:t>
            </a:r>
            <a:r>
              <a:rPr lang="ko-KR" altLang="en-US" sz="1100" spc="-9">
                <a:latin typeface="+mn-ea"/>
                <a:cs typeface="Malgun Gothic"/>
              </a:rPr>
              <a:t>선택합니다</a:t>
            </a:r>
            <a:r>
              <a:rPr lang="en-US" altLang="ko-KR" sz="1100" b="1" spc="-9">
                <a:latin typeface="+mn-ea"/>
                <a:cs typeface="Segoe UI Semibold"/>
              </a:rPr>
              <a:t>.</a:t>
            </a:r>
            <a:endParaRPr lang="ko-KR" altLang="en-US" sz="1100">
              <a:latin typeface="+mn-ea"/>
              <a:cs typeface="Segoe UI Semibold"/>
            </a:endParaRPr>
          </a:p>
          <a:p>
            <a:pPr marL="210682" indent="-199475">
              <a:buFont typeface="Segoe UI Semibold"/>
              <a:buAutoNum type="arabicPeriod"/>
              <a:tabLst>
                <a:tab pos="210682" algn="l"/>
              </a:tabLst>
            </a:pPr>
            <a:r>
              <a:rPr lang="ko-KR" altLang="en-US" sz="1100">
                <a:latin typeface="+mn-ea"/>
                <a:cs typeface="Malgun Gothic"/>
              </a:rPr>
              <a:t>유지를</a:t>
            </a:r>
            <a:r>
              <a:rPr lang="ko-KR" altLang="en-US" sz="1100" spc="-88">
                <a:latin typeface="+mn-ea"/>
                <a:cs typeface="Malgun Gothic"/>
              </a:rPr>
              <a:t> </a:t>
            </a:r>
            <a:r>
              <a:rPr lang="ko-KR" altLang="en-US" sz="1100">
                <a:latin typeface="+mn-ea"/>
                <a:cs typeface="Malgun Gothic"/>
              </a:rPr>
              <a:t>선택하여</a:t>
            </a:r>
            <a:r>
              <a:rPr lang="ko-KR" altLang="en-US" sz="1100" spc="-88">
                <a:latin typeface="+mn-ea"/>
                <a:cs typeface="Malgun Gothic"/>
              </a:rPr>
              <a:t> </a:t>
            </a:r>
            <a:r>
              <a:rPr lang="ko-KR" altLang="en-US" sz="1100">
                <a:latin typeface="+mn-ea"/>
                <a:cs typeface="Malgun Gothic"/>
              </a:rPr>
              <a:t>테이블을</a:t>
            </a:r>
            <a:r>
              <a:rPr lang="ko-KR" altLang="en-US" sz="1100" spc="-88">
                <a:latin typeface="+mn-ea"/>
                <a:cs typeface="Malgun Gothic"/>
              </a:rPr>
              <a:t> </a:t>
            </a:r>
            <a:r>
              <a:rPr lang="ko-KR" altLang="en-US" sz="1100">
                <a:latin typeface="+mn-ea"/>
                <a:cs typeface="Malgun Gothic"/>
              </a:rPr>
              <a:t>삽입하거나</a:t>
            </a:r>
            <a:r>
              <a:rPr lang="ko-KR" altLang="en-US" sz="1100" spc="-93">
                <a:latin typeface="+mn-ea"/>
                <a:cs typeface="Malgun Gothic"/>
              </a:rPr>
              <a:t> </a:t>
            </a:r>
            <a:r>
              <a:rPr lang="ko-KR" altLang="en-US" sz="1100">
                <a:latin typeface="+mn-ea"/>
                <a:cs typeface="Malgun Gothic"/>
              </a:rPr>
              <a:t>재생성을</a:t>
            </a:r>
            <a:r>
              <a:rPr lang="ko-KR" altLang="en-US" sz="1100" spc="-88">
                <a:latin typeface="+mn-ea"/>
                <a:cs typeface="Malgun Gothic"/>
              </a:rPr>
              <a:t> </a:t>
            </a:r>
            <a:r>
              <a:rPr lang="ko-KR" altLang="en-US" sz="1100">
                <a:latin typeface="+mn-ea"/>
                <a:cs typeface="Malgun Gothic"/>
              </a:rPr>
              <a:t>선택하여</a:t>
            </a:r>
            <a:r>
              <a:rPr lang="ko-KR" altLang="en-US" sz="1100" spc="-84">
                <a:latin typeface="+mn-ea"/>
                <a:cs typeface="Malgun Gothic"/>
              </a:rPr>
              <a:t> </a:t>
            </a:r>
            <a:r>
              <a:rPr lang="ko-KR" altLang="en-US" sz="1100" err="1">
                <a:latin typeface="+mn-ea"/>
                <a:cs typeface="Malgun Gothic"/>
              </a:rPr>
              <a:t>다시생성</a:t>
            </a:r>
            <a:r>
              <a:rPr lang="ko-KR" altLang="en-US" sz="1100" spc="-88">
                <a:latin typeface="+mn-ea"/>
                <a:cs typeface="Malgun Gothic"/>
              </a:rPr>
              <a:t> </a:t>
            </a:r>
            <a:r>
              <a:rPr lang="ko-KR" altLang="en-US" sz="1100" spc="-9">
                <a:latin typeface="+mn-ea"/>
                <a:cs typeface="Malgun Gothic"/>
              </a:rPr>
              <a:t>가능합니다</a:t>
            </a:r>
            <a:r>
              <a:rPr lang="en-US" altLang="ko-KR" sz="1100" b="1" spc="-9">
                <a:latin typeface="+mn-ea"/>
                <a:cs typeface="Segoe UI Semibold"/>
              </a:rPr>
              <a:t>.</a:t>
            </a:r>
            <a:endParaRPr lang="ko-KR" altLang="en-US" sz="1100">
              <a:latin typeface="+mn-ea"/>
              <a:cs typeface="Segoe UI Semibold"/>
            </a:endParaRPr>
          </a:p>
        </p:txBody>
      </p:sp>
      <p:pic>
        <p:nvPicPr>
          <p:cNvPr id="8" name="object 28" descr="Microsoft Word product logo">
            <a:extLst>
              <a:ext uri="{FF2B5EF4-FFF2-40B4-BE49-F238E27FC236}">
                <a16:creationId xmlns:a16="http://schemas.microsoft.com/office/drawing/2014/main" id="{44EFCF91-17CD-7BCE-F8A2-035831106B1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597" y="798843"/>
            <a:ext cx="331252" cy="30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09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DD2BBC7-965C-DCBC-9FA3-52A760FA78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1800"/>
              <a:t>PowerPoint</a:t>
            </a:r>
            <a:r>
              <a:rPr lang="ko-KR" altLang="en-US" sz="1800"/>
              <a:t>에서 </a:t>
            </a:r>
            <a:r>
              <a:rPr lang="en-US" altLang="ko-KR" sz="1800"/>
              <a:t>Copilot </a:t>
            </a:r>
            <a:r>
              <a:rPr lang="ko-KR" altLang="en-US" sz="1800"/>
              <a:t>사용하기</a:t>
            </a:r>
          </a:p>
        </p:txBody>
      </p:sp>
      <p:sp>
        <p:nvSpPr>
          <p:cNvPr id="3" name="object 38">
            <a:extLst>
              <a:ext uri="{FF2B5EF4-FFF2-40B4-BE49-F238E27FC236}">
                <a16:creationId xmlns:a16="http://schemas.microsoft.com/office/drawing/2014/main" id="{F5207D01-9799-2675-BCF8-AF32C460C94A}"/>
              </a:ext>
            </a:extLst>
          </p:cNvPr>
          <p:cNvSpPr txBox="1"/>
          <p:nvPr/>
        </p:nvSpPr>
        <p:spPr>
          <a:xfrm>
            <a:off x="456214" y="824260"/>
            <a:ext cx="2740399" cy="25753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altLang="ko-KR" sz="1600" b="1" spc="-9">
                <a:latin typeface="+mn-ea"/>
                <a:cs typeface="Segoe UI"/>
              </a:rPr>
              <a:t>PowerPoint</a:t>
            </a:r>
            <a:endParaRPr lang="ko-KR" altLang="en-US" sz="1600">
              <a:latin typeface="+mn-ea"/>
              <a:cs typeface="Segoe UI"/>
            </a:endParaRPr>
          </a:p>
        </p:txBody>
      </p:sp>
      <p:pic>
        <p:nvPicPr>
          <p:cNvPr id="4" name="object 17" descr="Copilot pane in PowerPoint">
            <a:extLst>
              <a:ext uri="{FF2B5EF4-FFF2-40B4-BE49-F238E27FC236}">
                <a16:creationId xmlns:a16="http://schemas.microsoft.com/office/drawing/2014/main" id="{BE2A7EED-AF15-DD30-9261-6313804CA8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965" y="1315637"/>
            <a:ext cx="2598895" cy="50714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3DFC9A-12F9-554F-13B2-3E9F552888CC}"/>
              </a:ext>
            </a:extLst>
          </p:cNvPr>
          <p:cNvSpPr txBox="1"/>
          <p:nvPr/>
        </p:nvSpPr>
        <p:spPr>
          <a:xfrm>
            <a:off x="3100827" y="1315637"/>
            <a:ext cx="611141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1. Copilot </a:t>
            </a:r>
            <a:r>
              <a:rPr lang="ko-KR" altLang="en-US" sz="1200" b="1">
                <a:latin typeface="+mn-ea"/>
              </a:rPr>
              <a:t>실행</a:t>
            </a:r>
            <a:endParaRPr lang="ko-KR" altLang="en-US" sz="1200">
              <a:latin typeface="+mn-ea"/>
            </a:endParaRPr>
          </a:p>
          <a:p>
            <a:r>
              <a:rPr lang="ko-KR" altLang="en-US" sz="1200">
                <a:latin typeface="+mn-ea"/>
              </a:rPr>
              <a:t>새 프레젠테이션을 열고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상단 리본 메뉴의 </a:t>
            </a:r>
            <a:r>
              <a:rPr lang="en-US" altLang="ko-KR" sz="1200" b="1">
                <a:latin typeface="+mn-ea"/>
              </a:rPr>
              <a:t>[Copilot]</a:t>
            </a:r>
            <a:r>
              <a:rPr lang="ko-KR" altLang="en-US" sz="1200">
                <a:latin typeface="+mn-ea"/>
              </a:rPr>
              <a:t> 버튼 클릭</a:t>
            </a:r>
            <a:br>
              <a:rPr lang="en-US" altLang="ko-KR" sz="1200">
                <a:latin typeface="+mn-ea"/>
              </a:rPr>
            </a:br>
            <a:r>
              <a:rPr lang="en-US" altLang="ko-KR" sz="1200" i="1">
                <a:latin typeface="+mn-ea"/>
              </a:rPr>
              <a:t>(</a:t>
            </a:r>
            <a:r>
              <a:rPr lang="ko-KR" altLang="en-US" sz="1200" i="1">
                <a:latin typeface="+mn-ea"/>
              </a:rPr>
              <a:t>참고</a:t>
            </a:r>
            <a:r>
              <a:rPr lang="en-US" altLang="ko-KR" sz="1200" i="1">
                <a:latin typeface="+mn-ea"/>
              </a:rPr>
              <a:t>: </a:t>
            </a:r>
            <a:r>
              <a:rPr lang="ko-KR" altLang="en-US" sz="1200" i="1">
                <a:latin typeface="+mn-ea"/>
              </a:rPr>
              <a:t>리본에서 </a:t>
            </a:r>
            <a:r>
              <a:rPr lang="en-US" altLang="ko-KR" sz="1200" i="1">
                <a:latin typeface="+mn-ea"/>
              </a:rPr>
              <a:t>'Draft Slides'</a:t>
            </a:r>
            <a:r>
              <a:rPr lang="ko-KR" altLang="en-US" sz="1200" i="1">
                <a:latin typeface="+mn-ea"/>
              </a:rPr>
              <a:t>를 선택하여 시작 가능</a:t>
            </a:r>
            <a:r>
              <a:rPr lang="en-US" altLang="ko-KR" sz="1200" i="1">
                <a:latin typeface="+mn-ea"/>
              </a:rPr>
              <a:t>)</a:t>
            </a:r>
            <a:endParaRPr lang="ko-KR" altLang="en-US" sz="1200">
              <a:latin typeface="+mn-ea"/>
            </a:endParaRPr>
          </a:p>
          <a:p>
            <a:r>
              <a:rPr lang="ko-KR" altLang="en-US" sz="1200">
                <a:latin typeface="+mn-ea"/>
              </a:rPr>
              <a:t>화면 우측에 열리는 </a:t>
            </a:r>
            <a:r>
              <a:rPr lang="en-US" altLang="ko-KR" sz="1200">
                <a:latin typeface="+mn-ea"/>
              </a:rPr>
              <a:t>Copilot </a:t>
            </a:r>
            <a:r>
              <a:rPr lang="ko-KR" altLang="en-US" sz="1200">
                <a:latin typeface="+mn-ea"/>
              </a:rPr>
              <a:t>창에서 </a:t>
            </a:r>
            <a:r>
              <a:rPr lang="en-US" altLang="ko-KR" sz="1200" b="1">
                <a:latin typeface="+mn-ea"/>
              </a:rPr>
              <a:t>'Get started'</a:t>
            </a:r>
            <a:r>
              <a:rPr lang="ko-KR" altLang="en-US" sz="1200">
                <a:latin typeface="+mn-ea"/>
              </a:rPr>
              <a:t> 선택</a:t>
            </a:r>
          </a:p>
          <a:p>
            <a:endParaRPr lang="en-US" altLang="ko-KR" sz="1200" b="1">
              <a:latin typeface="+mn-ea"/>
            </a:endParaRPr>
          </a:p>
          <a:p>
            <a:r>
              <a:rPr lang="en-US" altLang="ko-KR" sz="1200" b="1">
                <a:latin typeface="+mn-ea"/>
              </a:rPr>
              <a:t>2. </a:t>
            </a:r>
            <a:r>
              <a:rPr lang="ko-KR" altLang="en-US" sz="1200" b="1">
                <a:latin typeface="+mn-ea"/>
              </a:rPr>
              <a:t>프레젠테이션 생성 요청</a:t>
            </a:r>
            <a:endParaRPr lang="ko-KR" altLang="en-US" sz="1200">
              <a:latin typeface="+mn-ea"/>
            </a:endParaRPr>
          </a:p>
          <a:p>
            <a:r>
              <a:rPr lang="ko-KR" altLang="en-US" sz="1200">
                <a:latin typeface="+mn-ea"/>
              </a:rPr>
              <a:t>추천 옵션을 선택하거나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하단 대화창에 원하는 주제 및 포함 내용을 입력</a:t>
            </a:r>
            <a:br>
              <a:rPr lang="en-US" altLang="ko-KR" sz="1200">
                <a:latin typeface="+mn-ea"/>
              </a:rPr>
            </a:br>
            <a:r>
              <a:rPr lang="ko-KR" altLang="en-US" sz="1200" i="1">
                <a:latin typeface="+mn-ea"/>
              </a:rPr>
              <a:t>입력 예시</a:t>
            </a:r>
            <a:r>
              <a:rPr lang="en-US" altLang="ko-KR" sz="1200" i="1">
                <a:latin typeface="+mn-ea"/>
              </a:rPr>
              <a:t>: "</a:t>
            </a:r>
            <a:r>
              <a:rPr lang="ko-KR" altLang="en-US" sz="1200" i="1">
                <a:latin typeface="+mn-ea"/>
              </a:rPr>
              <a:t>진행사항 업데이트를 포함한 팀 회의용 프레젠테이션 만들어 줘</a:t>
            </a:r>
            <a:r>
              <a:rPr lang="en-US" altLang="ko-KR" sz="1200" i="1">
                <a:latin typeface="+mn-ea"/>
              </a:rPr>
              <a:t>"</a:t>
            </a:r>
            <a:endParaRPr lang="ko-KR" altLang="en-US" sz="1200">
              <a:latin typeface="+mn-ea"/>
            </a:endParaRPr>
          </a:p>
          <a:p>
            <a:br>
              <a:rPr lang="en-US" altLang="ko-KR" sz="1200" b="1">
                <a:latin typeface="+mn-ea"/>
              </a:rPr>
            </a:br>
            <a:r>
              <a:rPr lang="en-US" altLang="ko-KR" sz="1200" b="1">
                <a:latin typeface="+mn-ea"/>
              </a:rPr>
              <a:t>3. </a:t>
            </a:r>
            <a:r>
              <a:rPr lang="ko-KR" altLang="en-US" sz="1200" b="1">
                <a:latin typeface="+mn-ea"/>
              </a:rPr>
              <a:t>초안 생성</a:t>
            </a:r>
            <a:endParaRPr lang="ko-KR" altLang="en-US" sz="1200">
              <a:latin typeface="+mn-ea"/>
            </a:endParaRPr>
          </a:p>
          <a:p>
            <a:r>
              <a:rPr lang="en-US" altLang="ko-KR" sz="1200" b="1">
                <a:latin typeface="+mn-ea"/>
              </a:rPr>
              <a:t>[Send]</a:t>
            </a:r>
            <a:r>
              <a:rPr lang="ko-KR" altLang="en-US" sz="1200">
                <a:latin typeface="+mn-ea"/>
              </a:rPr>
              <a:t> 버튼 클릭 시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디자인과 레이아웃이 적용된 프레젠테이션 초안 자동 생성</a:t>
            </a:r>
          </a:p>
          <a:p>
            <a:br>
              <a:rPr lang="en-US" altLang="ko-KR" sz="1200" b="1">
                <a:latin typeface="+mn-ea"/>
              </a:rPr>
            </a:br>
            <a:r>
              <a:rPr lang="en-US" altLang="ko-KR" sz="1200" b="1">
                <a:latin typeface="+mn-ea"/>
              </a:rPr>
              <a:t>4. </a:t>
            </a:r>
            <a:r>
              <a:rPr lang="ko-KR" altLang="en-US" sz="1200" b="1">
                <a:latin typeface="+mn-ea"/>
              </a:rPr>
              <a:t>수정 및 고도화</a:t>
            </a:r>
            <a:endParaRPr lang="ko-KR" altLang="en-US" sz="1200">
              <a:latin typeface="+mn-ea"/>
            </a:endParaRPr>
          </a:p>
          <a:p>
            <a:r>
              <a:rPr lang="ko-KR" altLang="en-US" sz="1200">
                <a:latin typeface="+mn-ea"/>
              </a:rPr>
              <a:t>생성된 슬라이드 내용을 필요에 맞게 직접 편집</a:t>
            </a:r>
          </a:p>
          <a:p>
            <a:r>
              <a:rPr lang="en-US" altLang="ko-KR" sz="1200">
                <a:latin typeface="+mn-ea"/>
              </a:rPr>
              <a:t>Copilot</a:t>
            </a:r>
            <a:r>
              <a:rPr lang="ko-KR" altLang="en-US" sz="1200">
                <a:latin typeface="+mn-ea"/>
              </a:rPr>
              <a:t>에게 슬라이드 추가를 요청하거나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더 구체적인 조건을 넣어 재생성 가능</a:t>
            </a:r>
            <a:br>
              <a:rPr lang="en-US" altLang="ko-KR" sz="1200">
                <a:latin typeface="+mn-ea"/>
              </a:rPr>
            </a:br>
            <a:r>
              <a:rPr lang="ko-KR" altLang="en-US" sz="1200" i="1">
                <a:latin typeface="+mn-ea"/>
              </a:rPr>
              <a:t>구체화 예시</a:t>
            </a:r>
            <a:r>
              <a:rPr lang="en-US" altLang="ko-KR" sz="1200" i="1">
                <a:latin typeface="+mn-ea"/>
              </a:rPr>
              <a:t>: "</a:t>
            </a:r>
            <a:r>
              <a:rPr lang="ko-KR" altLang="en-US" sz="1200" i="1">
                <a:latin typeface="+mn-ea"/>
              </a:rPr>
              <a:t>예산</a:t>
            </a:r>
            <a:r>
              <a:rPr lang="en-US" altLang="ko-KR" sz="1200" i="1">
                <a:latin typeface="+mn-ea"/>
              </a:rPr>
              <a:t>, </a:t>
            </a:r>
            <a:r>
              <a:rPr lang="ko-KR" altLang="en-US" sz="1200" i="1">
                <a:latin typeface="+mn-ea"/>
              </a:rPr>
              <a:t>인력</a:t>
            </a:r>
            <a:r>
              <a:rPr lang="en-US" altLang="ko-KR" sz="1200" i="1">
                <a:latin typeface="+mn-ea"/>
              </a:rPr>
              <a:t>, </a:t>
            </a:r>
            <a:r>
              <a:rPr lang="ko-KR" altLang="en-US" sz="1200" i="1">
                <a:latin typeface="+mn-ea"/>
              </a:rPr>
              <a:t>프로젝트 업데이트가 포함된 팀 미팅용 프레젠테이션 만들어 줘</a:t>
            </a:r>
            <a:r>
              <a:rPr lang="en-US" altLang="ko-KR" sz="1200" i="1">
                <a:latin typeface="+mn-ea"/>
              </a:rPr>
              <a:t>"</a:t>
            </a:r>
            <a:endParaRPr lang="ko-KR" altLang="en-US" sz="1200">
              <a:latin typeface="+mn-ea"/>
            </a:endParaRPr>
          </a:p>
        </p:txBody>
      </p:sp>
      <p:pic>
        <p:nvPicPr>
          <p:cNvPr id="14" name="object 6" descr="PowerPoint Icon">
            <a:extLst>
              <a:ext uri="{FF2B5EF4-FFF2-40B4-BE49-F238E27FC236}">
                <a16:creationId xmlns:a16="http://schemas.microsoft.com/office/drawing/2014/main" id="{D0E56A8A-9956-48E3-423C-1C4AD132971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2332" y="824260"/>
            <a:ext cx="308162" cy="28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56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65DE2EF-F922-353E-BAAC-225D5B8188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1800"/>
              <a:t>Outlook</a:t>
            </a:r>
            <a:r>
              <a:rPr lang="ko-KR" altLang="en-US" sz="1800"/>
              <a:t>에서 </a:t>
            </a:r>
            <a:r>
              <a:rPr lang="en-US" altLang="ko-KR" sz="1800"/>
              <a:t>Copilot </a:t>
            </a:r>
            <a:r>
              <a:rPr lang="ko-KR" altLang="en-US" sz="1800"/>
              <a:t>사용하기</a:t>
            </a:r>
          </a:p>
        </p:txBody>
      </p:sp>
      <p:grpSp>
        <p:nvGrpSpPr>
          <p:cNvPr id="3" name="object 13">
            <a:extLst>
              <a:ext uri="{FF2B5EF4-FFF2-40B4-BE49-F238E27FC236}">
                <a16:creationId xmlns:a16="http://schemas.microsoft.com/office/drawing/2014/main" id="{574FDACD-B735-4878-AA38-FC53287F9395}"/>
              </a:ext>
            </a:extLst>
          </p:cNvPr>
          <p:cNvGrpSpPr/>
          <p:nvPr/>
        </p:nvGrpSpPr>
        <p:grpSpPr>
          <a:xfrm>
            <a:off x="377526" y="2668401"/>
            <a:ext cx="3347757" cy="1068481"/>
            <a:chOff x="427862" y="3977195"/>
            <a:chExt cx="3794125" cy="1210945"/>
          </a:xfrm>
        </p:grpSpPr>
        <p:pic>
          <p:nvPicPr>
            <p:cNvPr id="4" name="object 14">
              <a:extLst>
                <a:ext uri="{FF2B5EF4-FFF2-40B4-BE49-F238E27FC236}">
                  <a16:creationId xmlns:a16="http://schemas.microsoft.com/office/drawing/2014/main" id="{6A2A2476-8D85-D625-747B-0EA36523CBB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387" y="3986784"/>
              <a:ext cx="3774948" cy="1191767"/>
            </a:xfrm>
            <a:prstGeom prst="rect">
              <a:avLst/>
            </a:prstGeom>
          </p:spPr>
        </p:pic>
        <p:sp>
          <p:nvSpPr>
            <p:cNvPr id="5" name="object 15">
              <a:extLst>
                <a:ext uri="{FF2B5EF4-FFF2-40B4-BE49-F238E27FC236}">
                  <a16:creationId xmlns:a16="http://schemas.microsoft.com/office/drawing/2014/main" id="{32E0B8F3-01E0-F363-65E9-FA25BA07C2A6}"/>
                </a:ext>
              </a:extLst>
            </p:cNvPr>
            <p:cNvSpPr/>
            <p:nvPr/>
          </p:nvSpPr>
          <p:spPr>
            <a:xfrm>
              <a:off x="432625" y="3981958"/>
              <a:ext cx="3784600" cy="1201420"/>
            </a:xfrm>
            <a:custGeom>
              <a:avLst/>
              <a:gdLst/>
              <a:ahLst/>
              <a:cxnLst/>
              <a:rect l="l" t="t" r="r" b="b"/>
              <a:pathLst>
                <a:path w="3784600" h="1201420">
                  <a:moveTo>
                    <a:pt x="44132" y="0"/>
                  </a:moveTo>
                  <a:lnTo>
                    <a:pt x="3740340" y="0"/>
                  </a:lnTo>
                  <a:lnTo>
                    <a:pt x="3757231" y="3428"/>
                  </a:lnTo>
                  <a:lnTo>
                    <a:pt x="3771455" y="13080"/>
                  </a:lnTo>
                  <a:lnTo>
                    <a:pt x="3781107" y="27304"/>
                  </a:lnTo>
                  <a:lnTo>
                    <a:pt x="3784409" y="44195"/>
                  </a:lnTo>
                  <a:lnTo>
                    <a:pt x="3784409" y="1157224"/>
                  </a:lnTo>
                  <a:lnTo>
                    <a:pt x="3781107" y="1174114"/>
                  </a:lnTo>
                  <a:lnTo>
                    <a:pt x="3771455" y="1188339"/>
                  </a:lnTo>
                  <a:lnTo>
                    <a:pt x="3757231" y="1197990"/>
                  </a:lnTo>
                  <a:lnTo>
                    <a:pt x="3740340" y="1201292"/>
                  </a:lnTo>
                  <a:lnTo>
                    <a:pt x="44132" y="1201292"/>
                  </a:lnTo>
                  <a:lnTo>
                    <a:pt x="27216" y="1197990"/>
                  </a:lnTo>
                  <a:lnTo>
                    <a:pt x="13004" y="1188339"/>
                  </a:lnTo>
                  <a:lnTo>
                    <a:pt x="3416" y="1174114"/>
                  </a:lnTo>
                  <a:lnTo>
                    <a:pt x="0" y="1157224"/>
                  </a:lnTo>
                  <a:lnTo>
                    <a:pt x="0" y="44195"/>
                  </a:lnTo>
                  <a:lnTo>
                    <a:pt x="3416" y="27304"/>
                  </a:lnTo>
                  <a:lnTo>
                    <a:pt x="13004" y="13080"/>
                  </a:lnTo>
                  <a:lnTo>
                    <a:pt x="27216" y="3428"/>
                  </a:lnTo>
                  <a:lnTo>
                    <a:pt x="44132" y="0"/>
                  </a:lnTo>
                  <a:close/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 sz="1588">
                <a:latin typeface="+mn-ea"/>
              </a:endParaRPr>
            </a:p>
          </p:txBody>
        </p:sp>
      </p:grpSp>
      <p:grpSp>
        <p:nvGrpSpPr>
          <p:cNvPr id="6" name="object 16">
            <a:extLst>
              <a:ext uri="{FF2B5EF4-FFF2-40B4-BE49-F238E27FC236}">
                <a16:creationId xmlns:a16="http://schemas.microsoft.com/office/drawing/2014/main" id="{51D2BF3F-A170-8428-373D-613CE1804281}"/>
              </a:ext>
            </a:extLst>
          </p:cNvPr>
          <p:cNvGrpSpPr/>
          <p:nvPr/>
        </p:nvGrpSpPr>
        <p:grpSpPr>
          <a:xfrm>
            <a:off x="377526" y="4089755"/>
            <a:ext cx="3347757" cy="2304490"/>
            <a:chOff x="427862" y="5588063"/>
            <a:chExt cx="3794125" cy="2611755"/>
          </a:xfrm>
        </p:grpSpPr>
        <p:pic>
          <p:nvPicPr>
            <p:cNvPr id="7" name="object 17">
              <a:extLst>
                <a:ext uri="{FF2B5EF4-FFF2-40B4-BE49-F238E27FC236}">
                  <a16:creationId xmlns:a16="http://schemas.microsoft.com/office/drawing/2014/main" id="{2D9CEA5C-96FF-94FF-DD10-55B30404A76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387" y="5597652"/>
              <a:ext cx="3774948" cy="2592324"/>
            </a:xfrm>
            <a:prstGeom prst="rect">
              <a:avLst/>
            </a:prstGeom>
          </p:spPr>
        </p:pic>
        <p:sp>
          <p:nvSpPr>
            <p:cNvPr id="8" name="object 18">
              <a:extLst>
                <a:ext uri="{FF2B5EF4-FFF2-40B4-BE49-F238E27FC236}">
                  <a16:creationId xmlns:a16="http://schemas.microsoft.com/office/drawing/2014/main" id="{80100B75-878E-89E1-71A5-14ECB410AF79}"/>
                </a:ext>
              </a:extLst>
            </p:cNvPr>
            <p:cNvSpPr/>
            <p:nvPr/>
          </p:nvSpPr>
          <p:spPr>
            <a:xfrm>
              <a:off x="432625" y="5592826"/>
              <a:ext cx="3784600" cy="2602230"/>
            </a:xfrm>
            <a:custGeom>
              <a:avLst/>
              <a:gdLst/>
              <a:ahLst/>
              <a:cxnLst/>
              <a:rect l="l" t="t" r="r" b="b"/>
              <a:pathLst>
                <a:path w="3784600" h="2602229">
                  <a:moveTo>
                    <a:pt x="91186" y="0"/>
                  </a:moveTo>
                  <a:lnTo>
                    <a:pt x="3693350" y="0"/>
                  </a:lnTo>
                  <a:lnTo>
                    <a:pt x="3711511" y="1904"/>
                  </a:lnTo>
                  <a:lnTo>
                    <a:pt x="3757739" y="26797"/>
                  </a:lnTo>
                  <a:lnTo>
                    <a:pt x="3782631" y="73025"/>
                  </a:lnTo>
                  <a:lnTo>
                    <a:pt x="3784409" y="91186"/>
                  </a:lnTo>
                  <a:lnTo>
                    <a:pt x="3784409" y="2510790"/>
                  </a:lnTo>
                  <a:lnTo>
                    <a:pt x="3768915" y="2561590"/>
                  </a:lnTo>
                  <a:lnTo>
                    <a:pt x="3728656" y="2594737"/>
                  </a:lnTo>
                  <a:lnTo>
                    <a:pt x="3693350" y="2601849"/>
                  </a:lnTo>
                  <a:lnTo>
                    <a:pt x="91186" y="2601849"/>
                  </a:lnTo>
                  <a:lnTo>
                    <a:pt x="40297" y="2586355"/>
                  </a:lnTo>
                  <a:lnTo>
                    <a:pt x="7162" y="2546096"/>
                  </a:lnTo>
                  <a:lnTo>
                    <a:pt x="0" y="2510790"/>
                  </a:lnTo>
                  <a:lnTo>
                    <a:pt x="0" y="91186"/>
                  </a:lnTo>
                  <a:lnTo>
                    <a:pt x="15595" y="40386"/>
                  </a:lnTo>
                  <a:lnTo>
                    <a:pt x="55829" y="7238"/>
                  </a:lnTo>
                  <a:lnTo>
                    <a:pt x="91186" y="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 sz="1588">
                <a:latin typeface="+mn-ea"/>
              </a:endParaRPr>
            </a:p>
          </p:txBody>
        </p:sp>
      </p:grpSp>
      <p:grpSp>
        <p:nvGrpSpPr>
          <p:cNvPr id="9" name="object 20">
            <a:extLst>
              <a:ext uri="{FF2B5EF4-FFF2-40B4-BE49-F238E27FC236}">
                <a16:creationId xmlns:a16="http://schemas.microsoft.com/office/drawing/2014/main" id="{D0589542-1531-1205-2936-CAE0EB8A1875}"/>
              </a:ext>
            </a:extLst>
          </p:cNvPr>
          <p:cNvGrpSpPr/>
          <p:nvPr/>
        </p:nvGrpSpPr>
        <p:grpSpPr>
          <a:xfrm>
            <a:off x="3887264" y="1503997"/>
            <a:ext cx="206749" cy="2779059"/>
            <a:chOff x="4405566" y="2657538"/>
            <a:chExt cx="234315" cy="3149600"/>
          </a:xfrm>
        </p:grpSpPr>
        <p:sp>
          <p:nvSpPr>
            <p:cNvPr id="10" name="object 21">
              <a:extLst>
                <a:ext uri="{FF2B5EF4-FFF2-40B4-BE49-F238E27FC236}">
                  <a16:creationId xmlns:a16="http://schemas.microsoft.com/office/drawing/2014/main" id="{081F1A29-FF2E-E503-CFCB-E607F316B796}"/>
                </a:ext>
              </a:extLst>
            </p:cNvPr>
            <p:cNvSpPr/>
            <p:nvPr/>
          </p:nvSpPr>
          <p:spPr>
            <a:xfrm>
              <a:off x="4521707" y="2883408"/>
              <a:ext cx="0" cy="2915920"/>
            </a:xfrm>
            <a:custGeom>
              <a:avLst/>
              <a:gdLst/>
              <a:ahLst/>
              <a:cxnLst/>
              <a:rect l="l" t="t" r="r" b="b"/>
              <a:pathLst>
                <a:path h="2915920">
                  <a:moveTo>
                    <a:pt x="0" y="0"/>
                  </a:moveTo>
                  <a:lnTo>
                    <a:pt x="0" y="2915412"/>
                  </a:lnTo>
                </a:path>
              </a:pathLst>
            </a:custGeom>
            <a:ln w="1587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 sz="1588">
                <a:latin typeface="+mn-ea"/>
              </a:endParaRPr>
            </a:p>
          </p:txBody>
        </p:sp>
        <p:pic>
          <p:nvPicPr>
            <p:cNvPr id="11" name="object 22">
              <a:extLst>
                <a:ext uri="{FF2B5EF4-FFF2-40B4-BE49-F238E27FC236}">
                  <a16:creationId xmlns:a16="http://schemas.microsoft.com/office/drawing/2014/main" id="{6DB8BE48-FB66-293C-9B5F-A65A7341BE8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5566" y="2657538"/>
              <a:ext cx="233807" cy="233806"/>
            </a:xfrm>
            <a:prstGeom prst="rect">
              <a:avLst/>
            </a:prstGeom>
          </p:spPr>
        </p:pic>
      </p:grpSp>
      <p:sp>
        <p:nvSpPr>
          <p:cNvPr id="12" name="object 23">
            <a:extLst>
              <a:ext uri="{FF2B5EF4-FFF2-40B4-BE49-F238E27FC236}">
                <a16:creationId xmlns:a16="http://schemas.microsoft.com/office/drawing/2014/main" id="{8168CA0B-3725-9670-8AF1-DFE1F49A3A53}"/>
              </a:ext>
            </a:extLst>
          </p:cNvPr>
          <p:cNvSpPr txBox="1"/>
          <p:nvPr/>
        </p:nvSpPr>
        <p:spPr>
          <a:xfrm>
            <a:off x="3952203" y="1511898"/>
            <a:ext cx="76760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b="1" spc="-44">
                <a:solidFill>
                  <a:srgbClr val="463668"/>
                </a:solidFill>
                <a:latin typeface="+mn-ea"/>
                <a:cs typeface="Segoe UI Semibold"/>
              </a:rPr>
              <a:t>1</a:t>
            </a:r>
            <a:endParaRPr sz="1059">
              <a:latin typeface="+mn-ea"/>
              <a:cs typeface="Segoe UI Semibold"/>
            </a:endParaRPr>
          </a:p>
        </p:txBody>
      </p:sp>
      <p:sp>
        <p:nvSpPr>
          <p:cNvPr id="13" name="object 24">
            <a:extLst>
              <a:ext uri="{FF2B5EF4-FFF2-40B4-BE49-F238E27FC236}">
                <a16:creationId xmlns:a16="http://schemas.microsoft.com/office/drawing/2014/main" id="{7FAE0B6F-F2DF-7C8E-BCE8-56D3BF920685}"/>
              </a:ext>
            </a:extLst>
          </p:cNvPr>
          <p:cNvSpPr txBox="1"/>
          <p:nvPr/>
        </p:nvSpPr>
        <p:spPr>
          <a:xfrm>
            <a:off x="4201197" y="1512458"/>
            <a:ext cx="3704528" cy="19598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200" b="1">
                <a:latin typeface="+mn-ea"/>
                <a:cs typeface="Malgun Gothic"/>
              </a:rPr>
              <a:t>새</a:t>
            </a:r>
            <a:r>
              <a:rPr sz="1200" b="1" spc="-97">
                <a:latin typeface="+mn-ea"/>
                <a:cs typeface="Malgun Gothic"/>
              </a:rPr>
              <a:t> </a:t>
            </a:r>
            <a:r>
              <a:rPr sz="1200" b="1">
                <a:latin typeface="+mn-ea"/>
                <a:cs typeface="Segoe UI"/>
              </a:rPr>
              <a:t>Outlook</a:t>
            </a:r>
            <a:r>
              <a:rPr sz="1200" b="1" spc="-22">
                <a:latin typeface="+mn-ea"/>
                <a:cs typeface="Segoe UI"/>
              </a:rPr>
              <a:t> </a:t>
            </a:r>
            <a:r>
              <a:rPr sz="1200">
                <a:latin typeface="+mn-ea"/>
                <a:cs typeface="Malgun Gothic"/>
              </a:rPr>
              <a:t>으로</a:t>
            </a:r>
            <a:r>
              <a:rPr sz="1200" spc="-93">
                <a:latin typeface="+mn-ea"/>
                <a:cs typeface="Malgun Gothic"/>
              </a:rPr>
              <a:t> </a:t>
            </a:r>
            <a:r>
              <a:rPr sz="1200">
                <a:latin typeface="+mn-ea"/>
                <a:cs typeface="Malgun Gothic"/>
              </a:rPr>
              <a:t>전환</a:t>
            </a:r>
            <a:r>
              <a:rPr sz="1200" spc="-93">
                <a:latin typeface="+mn-ea"/>
                <a:cs typeface="Malgun Gothic"/>
              </a:rPr>
              <a:t> </a:t>
            </a:r>
            <a:r>
              <a:rPr sz="1200" spc="-18">
                <a:latin typeface="+mn-ea"/>
                <a:cs typeface="Malgun Gothic"/>
              </a:rPr>
              <a:t>합니다</a:t>
            </a:r>
            <a:r>
              <a:rPr sz="1200" spc="-18">
                <a:latin typeface="+mn-ea"/>
                <a:cs typeface="Segoe UI"/>
              </a:rPr>
              <a:t>.</a:t>
            </a:r>
            <a:endParaRPr sz="1200">
              <a:latin typeface="+mn-ea"/>
              <a:cs typeface="Segoe UI"/>
            </a:endParaRPr>
          </a:p>
        </p:txBody>
      </p:sp>
      <p:grpSp>
        <p:nvGrpSpPr>
          <p:cNvPr id="14" name="object 25">
            <a:extLst>
              <a:ext uri="{FF2B5EF4-FFF2-40B4-BE49-F238E27FC236}">
                <a16:creationId xmlns:a16="http://schemas.microsoft.com/office/drawing/2014/main" id="{0F6BCAE9-B6C5-F5D7-7A95-4B96382632EE}"/>
              </a:ext>
            </a:extLst>
          </p:cNvPr>
          <p:cNvGrpSpPr/>
          <p:nvPr/>
        </p:nvGrpSpPr>
        <p:grpSpPr>
          <a:xfrm>
            <a:off x="3887264" y="2676581"/>
            <a:ext cx="206749" cy="1606363"/>
            <a:chOff x="4405566" y="3986466"/>
            <a:chExt cx="234315" cy="1820545"/>
          </a:xfrm>
        </p:grpSpPr>
        <p:pic>
          <p:nvPicPr>
            <p:cNvPr id="15" name="object 26">
              <a:extLst>
                <a:ext uri="{FF2B5EF4-FFF2-40B4-BE49-F238E27FC236}">
                  <a16:creationId xmlns:a16="http://schemas.microsoft.com/office/drawing/2014/main" id="{2DA51A9E-DF92-AD5A-7F86-F385EED2F2E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05566" y="3986466"/>
              <a:ext cx="233807" cy="235331"/>
            </a:xfrm>
            <a:prstGeom prst="rect">
              <a:avLst/>
            </a:prstGeom>
          </p:spPr>
        </p:pic>
        <p:pic>
          <p:nvPicPr>
            <p:cNvPr id="16" name="object 27">
              <a:extLst>
                <a:ext uri="{FF2B5EF4-FFF2-40B4-BE49-F238E27FC236}">
                  <a16:creationId xmlns:a16="http://schemas.microsoft.com/office/drawing/2014/main" id="{3C2E7080-526B-5661-D935-A76754077D2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5566" y="5572950"/>
              <a:ext cx="233807" cy="233807"/>
            </a:xfrm>
            <a:prstGeom prst="rect">
              <a:avLst/>
            </a:prstGeom>
          </p:spPr>
        </p:pic>
      </p:grpSp>
      <p:sp>
        <p:nvSpPr>
          <p:cNvPr id="17" name="object 28">
            <a:extLst>
              <a:ext uri="{FF2B5EF4-FFF2-40B4-BE49-F238E27FC236}">
                <a16:creationId xmlns:a16="http://schemas.microsoft.com/office/drawing/2014/main" id="{4509E8FE-D8D1-5779-A177-B7FEB812F1F7}"/>
              </a:ext>
            </a:extLst>
          </p:cNvPr>
          <p:cNvSpPr txBox="1"/>
          <p:nvPr/>
        </p:nvSpPr>
        <p:spPr>
          <a:xfrm>
            <a:off x="3942454" y="4084881"/>
            <a:ext cx="97490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b="1" spc="-44">
                <a:solidFill>
                  <a:srgbClr val="463668"/>
                </a:solidFill>
                <a:latin typeface="+mn-ea"/>
                <a:cs typeface="Segoe UI Semibold"/>
              </a:rPr>
              <a:t>3</a:t>
            </a:r>
            <a:endParaRPr sz="1059">
              <a:latin typeface="+mn-ea"/>
              <a:cs typeface="Segoe UI Semibold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C7B5459A-CA0C-E3A7-B5D9-197B2366CE10}"/>
              </a:ext>
            </a:extLst>
          </p:cNvPr>
          <p:cNvSpPr txBox="1"/>
          <p:nvPr/>
        </p:nvSpPr>
        <p:spPr>
          <a:xfrm>
            <a:off x="3942453" y="2669689"/>
            <a:ext cx="3858883" cy="19822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69516" marR="4483" indent="-258870">
              <a:lnSpc>
                <a:spcPct val="109500"/>
              </a:lnSpc>
              <a:spcBef>
                <a:spcPts val="88"/>
              </a:spcBef>
              <a:tabLst>
                <a:tab pos="269516" algn="l"/>
              </a:tabLst>
            </a:pPr>
            <a:r>
              <a:rPr sz="1200" b="1" spc="-44">
                <a:latin typeface="+mn-ea"/>
                <a:cs typeface="Segoe UI Semibold"/>
              </a:rPr>
              <a:t>2</a:t>
            </a:r>
            <a:r>
              <a:rPr sz="1200" b="1">
                <a:latin typeface="+mn-ea"/>
                <a:cs typeface="Segoe UI Semibold"/>
              </a:rPr>
              <a:t>	</a:t>
            </a:r>
            <a:r>
              <a:rPr sz="1200">
                <a:latin typeface="+mn-ea"/>
                <a:cs typeface="Malgun Gothic"/>
              </a:rPr>
              <a:t>우측</a:t>
            </a:r>
            <a:r>
              <a:rPr sz="1200" spc="-97">
                <a:latin typeface="+mn-ea"/>
                <a:cs typeface="Malgun Gothic"/>
              </a:rPr>
              <a:t> </a:t>
            </a:r>
            <a:r>
              <a:rPr sz="1200">
                <a:latin typeface="+mn-ea"/>
                <a:cs typeface="Malgun Gothic"/>
              </a:rPr>
              <a:t>상단</a:t>
            </a:r>
            <a:r>
              <a:rPr sz="1200" spc="-88">
                <a:latin typeface="+mn-ea"/>
                <a:cs typeface="Malgun Gothic"/>
              </a:rPr>
              <a:t> </a:t>
            </a:r>
            <a:r>
              <a:rPr sz="1200" spc="-18">
                <a:latin typeface="+mn-ea"/>
                <a:cs typeface="Malgun Gothic"/>
              </a:rPr>
              <a:t>설정에서</a:t>
            </a:r>
            <a:r>
              <a:rPr sz="1200" spc="441">
                <a:latin typeface="+mn-ea"/>
                <a:cs typeface="Malgun Gothic"/>
              </a:rPr>
              <a:t> </a:t>
            </a:r>
            <a:r>
              <a:rPr sz="1200">
                <a:latin typeface="+mn-ea"/>
                <a:cs typeface="Malgun Gothic"/>
              </a:rPr>
              <a:t>언어를</a:t>
            </a:r>
            <a:r>
              <a:rPr sz="1200" spc="-88">
                <a:latin typeface="+mn-ea"/>
                <a:cs typeface="Malgun Gothic"/>
              </a:rPr>
              <a:t> </a:t>
            </a:r>
            <a:r>
              <a:rPr sz="1200" b="1">
                <a:latin typeface="+mn-ea"/>
                <a:cs typeface="Malgun Gothic"/>
              </a:rPr>
              <a:t>영어</a:t>
            </a:r>
            <a:r>
              <a:rPr sz="1200">
                <a:latin typeface="+mn-ea"/>
                <a:cs typeface="Malgun Gothic"/>
              </a:rPr>
              <a:t>로</a:t>
            </a:r>
            <a:r>
              <a:rPr sz="1200" spc="-88">
                <a:latin typeface="+mn-ea"/>
                <a:cs typeface="Malgun Gothic"/>
              </a:rPr>
              <a:t> </a:t>
            </a:r>
            <a:r>
              <a:rPr sz="1200" spc="-9">
                <a:latin typeface="+mn-ea"/>
                <a:cs typeface="Malgun Gothic"/>
              </a:rPr>
              <a:t>선택합니다</a:t>
            </a:r>
            <a:r>
              <a:rPr sz="1200" spc="-9">
                <a:latin typeface="+mn-ea"/>
                <a:cs typeface="Segoe UI"/>
              </a:rPr>
              <a:t>.</a:t>
            </a:r>
            <a:endParaRPr sz="1200">
              <a:latin typeface="+mn-ea"/>
              <a:cs typeface="Segoe UI"/>
            </a:endParaRPr>
          </a:p>
        </p:txBody>
      </p:sp>
      <p:sp>
        <p:nvSpPr>
          <p:cNvPr id="19" name="object 30">
            <a:extLst>
              <a:ext uri="{FF2B5EF4-FFF2-40B4-BE49-F238E27FC236}">
                <a16:creationId xmlns:a16="http://schemas.microsoft.com/office/drawing/2014/main" id="{44D3194D-4A66-5CC6-A1C1-DB658D369706}"/>
              </a:ext>
            </a:extLst>
          </p:cNvPr>
          <p:cNvSpPr txBox="1"/>
          <p:nvPr/>
        </p:nvSpPr>
        <p:spPr>
          <a:xfrm>
            <a:off x="4201198" y="4070648"/>
            <a:ext cx="5072836" cy="56531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200">
                <a:latin typeface="+mn-ea"/>
                <a:cs typeface="Malgun Gothic"/>
              </a:rPr>
              <a:t>메일의</a:t>
            </a:r>
            <a:r>
              <a:rPr sz="1200" spc="-88">
                <a:latin typeface="+mn-ea"/>
                <a:cs typeface="Malgun Gothic"/>
              </a:rPr>
              <a:t> </a:t>
            </a:r>
            <a:r>
              <a:rPr sz="1200" spc="-9">
                <a:latin typeface="+mn-ea"/>
                <a:cs typeface="Malgun Gothic"/>
              </a:rPr>
              <a:t>레이아웃에서</a:t>
            </a:r>
            <a:endParaRPr sz="1200">
              <a:latin typeface="+mn-ea"/>
              <a:cs typeface="Malgun Gothic"/>
            </a:endParaRPr>
          </a:p>
          <a:p>
            <a:pPr marL="11206" marR="4483"/>
            <a:r>
              <a:rPr sz="1200" b="1">
                <a:latin typeface="+mn-ea"/>
                <a:cs typeface="Malgun Gothic"/>
              </a:rPr>
              <a:t>메시지</a:t>
            </a:r>
            <a:r>
              <a:rPr sz="1200" b="1" spc="-93">
                <a:latin typeface="+mn-ea"/>
                <a:cs typeface="Malgun Gothic"/>
              </a:rPr>
              <a:t> </a:t>
            </a:r>
            <a:r>
              <a:rPr sz="1200" b="1">
                <a:latin typeface="+mn-ea"/>
                <a:cs typeface="Malgun Gothic"/>
              </a:rPr>
              <a:t>구성</a:t>
            </a:r>
            <a:r>
              <a:rPr sz="1200" b="1" spc="-93">
                <a:latin typeface="+mn-ea"/>
                <a:cs typeface="Malgun Gothic"/>
              </a:rPr>
              <a:t> </a:t>
            </a:r>
            <a:r>
              <a:rPr sz="1200" b="1">
                <a:latin typeface="+mn-ea"/>
                <a:cs typeface="Malgun Gothic"/>
              </a:rPr>
              <a:t>방식</a:t>
            </a:r>
            <a:r>
              <a:rPr sz="1200" b="1" spc="-88">
                <a:latin typeface="+mn-ea"/>
                <a:cs typeface="Malgun Gothic"/>
              </a:rPr>
              <a:t> </a:t>
            </a:r>
            <a:r>
              <a:rPr sz="1200">
                <a:latin typeface="+mn-ea"/>
                <a:cs typeface="Segoe UI"/>
              </a:rPr>
              <a:t>&gt;</a:t>
            </a:r>
            <a:r>
              <a:rPr sz="1200">
                <a:latin typeface="+mn-ea"/>
                <a:cs typeface="Malgun Gothic"/>
              </a:rPr>
              <a:t>전자</a:t>
            </a:r>
            <a:r>
              <a:rPr sz="1200" spc="-84">
                <a:latin typeface="+mn-ea"/>
                <a:cs typeface="Malgun Gothic"/>
              </a:rPr>
              <a:t> </a:t>
            </a:r>
            <a:r>
              <a:rPr sz="1200">
                <a:latin typeface="+mn-ea"/>
                <a:cs typeface="Malgun Gothic"/>
              </a:rPr>
              <a:t>메일을</a:t>
            </a:r>
            <a:r>
              <a:rPr sz="1200" spc="-88">
                <a:latin typeface="+mn-ea"/>
                <a:cs typeface="Malgun Gothic"/>
              </a:rPr>
              <a:t> </a:t>
            </a:r>
            <a:r>
              <a:rPr sz="1200" b="1" spc="-18">
                <a:latin typeface="+mn-ea"/>
                <a:cs typeface="Malgun Gothic"/>
              </a:rPr>
              <a:t>대화별</a:t>
            </a:r>
            <a:r>
              <a:rPr sz="1200" spc="-18">
                <a:latin typeface="+mn-ea"/>
                <a:cs typeface="Malgun Gothic"/>
              </a:rPr>
              <a:t>로 </a:t>
            </a:r>
            <a:r>
              <a:rPr sz="1200">
                <a:latin typeface="+mn-ea"/>
                <a:cs typeface="Malgun Gothic"/>
              </a:rPr>
              <a:t>그룹화</a:t>
            </a:r>
            <a:r>
              <a:rPr sz="1200" spc="-88">
                <a:latin typeface="+mn-ea"/>
                <a:cs typeface="Malgun Gothic"/>
              </a:rPr>
              <a:t> </a:t>
            </a:r>
            <a:r>
              <a:rPr sz="1200">
                <a:latin typeface="+mn-ea"/>
                <a:cs typeface="Malgun Gothic"/>
              </a:rPr>
              <a:t>하여</a:t>
            </a:r>
            <a:r>
              <a:rPr sz="1200" spc="-88">
                <a:latin typeface="+mn-ea"/>
                <a:cs typeface="Malgun Gothic"/>
              </a:rPr>
              <a:t> </a:t>
            </a:r>
            <a:r>
              <a:rPr sz="1200" spc="-22">
                <a:latin typeface="+mn-ea"/>
                <a:cs typeface="Malgun Gothic"/>
              </a:rPr>
              <a:t>표시</a:t>
            </a:r>
            <a:endParaRPr sz="1200">
              <a:latin typeface="+mn-ea"/>
              <a:cs typeface="Malgun Gothic"/>
            </a:endParaRPr>
          </a:p>
          <a:p>
            <a:pPr marL="11206" marR="200595"/>
            <a:r>
              <a:rPr sz="1200" b="1">
                <a:latin typeface="+mn-ea"/>
                <a:cs typeface="Malgun Gothic"/>
              </a:rPr>
              <a:t>읽기</a:t>
            </a:r>
            <a:r>
              <a:rPr sz="1200" b="1" spc="-93">
                <a:latin typeface="+mn-ea"/>
                <a:cs typeface="Malgun Gothic"/>
              </a:rPr>
              <a:t> </a:t>
            </a:r>
            <a:r>
              <a:rPr sz="1200" b="1">
                <a:latin typeface="+mn-ea"/>
                <a:cs typeface="Malgun Gothic"/>
              </a:rPr>
              <a:t>창</a:t>
            </a:r>
            <a:r>
              <a:rPr sz="1200" b="1" spc="-88">
                <a:latin typeface="+mn-ea"/>
                <a:cs typeface="Malgun Gothic"/>
              </a:rPr>
              <a:t> </a:t>
            </a:r>
            <a:r>
              <a:rPr sz="1200" b="1">
                <a:latin typeface="+mn-ea"/>
                <a:cs typeface="Malgun Gothic"/>
              </a:rPr>
              <a:t>정렬</a:t>
            </a:r>
            <a:r>
              <a:rPr sz="1200" b="1" spc="-88">
                <a:latin typeface="+mn-ea"/>
                <a:cs typeface="Malgun Gothic"/>
              </a:rPr>
              <a:t> </a:t>
            </a:r>
            <a:r>
              <a:rPr sz="1200">
                <a:latin typeface="+mn-ea"/>
                <a:cs typeface="Segoe UI"/>
              </a:rPr>
              <a:t>&gt; </a:t>
            </a:r>
            <a:r>
              <a:rPr sz="1200">
                <a:latin typeface="+mn-ea"/>
                <a:cs typeface="Malgun Gothic"/>
              </a:rPr>
              <a:t>새로운</a:t>
            </a:r>
            <a:r>
              <a:rPr sz="1200" spc="-88">
                <a:latin typeface="+mn-ea"/>
                <a:cs typeface="Malgun Gothic"/>
              </a:rPr>
              <a:t> </a:t>
            </a:r>
            <a:r>
              <a:rPr sz="1200">
                <a:latin typeface="+mn-ea"/>
                <a:cs typeface="Malgun Gothic"/>
              </a:rPr>
              <a:t>항목</a:t>
            </a:r>
            <a:r>
              <a:rPr sz="1200" spc="-88">
                <a:latin typeface="+mn-ea"/>
                <a:cs typeface="Malgun Gothic"/>
              </a:rPr>
              <a:t> </a:t>
            </a:r>
            <a:r>
              <a:rPr sz="1200">
                <a:latin typeface="+mn-ea"/>
                <a:cs typeface="Malgun Gothic"/>
              </a:rPr>
              <a:t>맨</a:t>
            </a:r>
            <a:r>
              <a:rPr sz="1200" spc="-88">
                <a:latin typeface="+mn-ea"/>
                <a:cs typeface="Malgun Gothic"/>
              </a:rPr>
              <a:t> </a:t>
            </a:r>
            <a:r>
              <a:rPr sz="1200" spc="-22">
                <a:latin typeface="+mn-ea"/>
                <a:cs typeface="Malgun Gothic"/>
              </a:rPr>
              <a:t>위로로 </a:t>
            </a:r>
            <a:r>
              <a:rPr sz="1200" spc="-9">
                <a:latin typeface="+mn-ea"/>
                <a:cs typeface="Malgun Gothic"/>
              </a:rPr>
              <a:t>선택합니다</a:t>
            </a:r>
            <a:r>
              <a:rPr sz="1200" spc="-9">
                <a:latin typeface="+mn-ea"/>
                <a:cs typeface="Segoe UI"/>
              </a:rPr>
              <a:t>.</a:t>
            </a:r>
            <a:endParaRPr sz="1200">
              <a:latin typeface="+mn-ea"/>
              <a:cs typeface="Segoe UI"/>
            </a:endParaRPr>
          </a:p>
        </p:txBody>
      </p:sp>
      <p:grpSp>
        <p:nvGrpSpPr>
          <p:cNvPr id="21" name="object 33">
            <a:extLst>
              <a:ext uri="{FF2B5EF4-FFF2-40B4-BE49-F238E27FC236}">
                <a16:creationId xmlns:a16="http://schemas.microsoft.com/office/drawing/2014/main" id="{7D959358-C15B-10E8-3D48-562766C4C557}"/>
              </a:ext>
            </a:extLst>
          </p:cNvPr>
          <p:cNvGrpSpPr/>
          <p:nvPr/>
        </p:nvGrpSpPr>
        <p:grpSpPr>
          <a:xfrm>
            <a:off x="377526" y="1510609"/>
            <a:ext cx="3347757" cy="810185"/>
            <a:chOff x="427862" y="2665031"/>
            <a:chExt cx="3794125" cy="918210"/>
          </a:xfrm>
        </p:grpSpPr>
        <p:pic>
          <p:nvPicPr>
            <p:cNvPr id="22" name="object 34">
              <a:extLst>
                <a:ext uri="{FF2B5EF4-FFF2-40B4-BE49-F238E27FC236}">
                  <a16:creationId xmlns:a16="http://schemas.microsoft.com/office/drawing/2014/main" id="{709F4525-341A-6EEB-5658-DCCA4D8CEE3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7387" y="2674620"/>
              <a:ext cx="3774948" cy="899159"/>
            </a:xfrm>
            <a:prstGeom prst="rect">
              <a:avLst/>
            </a:prstGeom>
          </p:spPr>
        </p:pic>
        <p:sp>
          <p:nvSpPr>
            <p:cNvPr id="23" name="object 35">
              <a:extLst>
                <a:ext uri="{FF2B5EF4-FFF2-40B4-BE49-F238E27FC236}">
                  <a16:creationId xmlns:a16="http://schemas.microsoft.com/office/drawing/2014/main" id="{074DF3F1-41F5-0A0B-7E88-2BFFF66A98E1}"/>
                </a:ext>
              </a:extLst>
            </p:cNvPr>
            <p:cNvSpPr/>
            <p:nvPr/>
          </p:nvSpPr>
          <p:spPr>
            <a:xfrm>
              <a:off x="432625" y="2669794"/>
              <a:ext cx="3784600" cy="908685"/>
            </a:xfrm>
            <a:custGeom>
              <a:avLst/>
              <a:gdLst/>
              <a:ahLst/>
              <a:cxnLst/>
              <a:rect l="l" t="t" r="r" b="b"/>
              <a:pathLst>
                <a:path w="3784600" h="908685">
                  <a:moveTo>
                    <a:pt x="34340" y="0"/>
                  </a:moveTo>
                  <a:lnTo>
                    <a:pt x="3750119" y="0"/>
                  </a:lnTo>
                  <a:lnTo>
                    <a:pt x="3763200" y="2666"/>
                  </a:lnTo>
                  <a:lnTo>
                    <a:pt x="3774376" y="10159"/>
                  </a:lnTo>
                  <a:lnTo>
                    <a:pt x="3781869" y="21335"/>
                  </a:lnTo>
                  <a:lnTo>
                    <a:pt x="3784409" y="34416"/>
                  </a:lnTo>
                  <a:lnTo>
                    <a:pt x="3784409" y="874395"/>
                  </a:lnTo>
                  <a:lnTo>
                    <a:pt x="3781869" y="887476"/>
                  </a:lnTo>
                  <a:lnTo>
                    <a:pt x="3774376" y="898651"/>
                  </a:lnTo>
                  <a:lnTo>
                    <a:pt x="3763200" y="906144"/>
                  </a:lnTo>
                  <a:lnTo>
                    <a:pt x="3750119" y="908684"/>
                  </a:lnTo>
                  <a:lnTo>
                    <a:pt x="34340" y="908684"/>
                  </a:lnTo>
                  <a:lnTo>
                    <a:pt x="21247" y="906144"/>
                  </a:lnTo>
                  <a:lnTo>
                    <a:pt x="10134" y="898651"/>
                  </a:lnTo>
                  <a:lnTo>
                    <a:pt x="2641" y="887476"/>
                  </a:lnTo>
                  <a:lnTo>
                    <a:pt x="0" y="874395"/>
                  </a:lnTo>
                  <a:lnTo>
                    <a:pt x="0" y="34416"/>
                  </a:lnTo>
                  <a:lnTo>
                    <a:pt x="2641" y="21335"/>
                  </a:lnTo>
                  <a:lnTo>
                    <a:pt x="10134" y="10159"/>
                  </a:lnTo>
                  <a:lnTo>
                    <a:pt x="21247" y="2666"/>
                  </a:lnTo>
                  <a:lnTo>
                    <a:pt x="34340" y="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 sz="1588">
                <a:latin typeface="+mn-ea"/>
              </a:endParaRPr>
            </a:p>
          </p:txBody>
        </p:sp>
        <p:sp>
          <p:nvSpPr>
            <p:cNvPr id="24" name="object 36">
              <a:extLst>
                <a:ext uri="{FF2B5EF4-FFF2-40B4-BE49-F238E27FC236}">
                  <a16:creationId xmlns:a16="http://schemas.microsoft.com/office/drawing/2014/main" id="{FE94EAFF-815F-99AF-7713-C9F0C7D51936}"/>
                </a:ext>
              </a:extLst>
            </p:cNvPr>
            <p:cNvSpPr/>
            <p:nvPr/>
          </p:nvSpPr>
          <p:spPr>
            <a:xfrm>
              <a:off x="2484881" y="2980182"/>
              <a:ext cx="1704339" cy="204470"/>
            </a:xfrm>
            <a:custGeom>
              <a:avLst/>
              <a:gdLst/>
              <a:ahLst/>
              <a:cxnLst/>
              <a:rect l="l" t="t" r="r" b="b"/>
              <a:pathLst>
                <a:path w="1704339" h="204469">
                  <a:moveTo>
                    <a:pt x="0" y="204216"/>
                  </a:moveTo>
                  <a:lnTo>
                    <a:pt x="1703832" y="204216"/>
                  </a:lnTo>
                  <a:lnTo>
                    <a:pt x="1703832" y="0"/>
                  </a:lnTo>
                  <a:lnTo>
                    <a:pt x="0" y="0"/>
                  </a:lnTo>
                  <a:lnTo>
                    <a:pt x="0" y="204216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588">
                <a:latin typeface="+mn-ea"/>
              </a:endParaRPr>
            </a:p>
          </p:txBody>
        </p:sp>
        <p:sp>
          <p:nvSpPr>
            <p:cNvPr id="25" name="object 37">
              <a:extLst>
                <a:ext uri="{FF2B5EF4-FFF2-40B4-BE49-F238E27FC236}">
                  <a16:creationId xmlns:a16="http://schemas.microsoft.com/office/drawing/2014/main" id="{11C45006-49F1-2E48-7E2F-8FD04C92E232}"/>
                </a:ext>
              </a:extLst>
            </p:cNvPr>
            <p:cNvSpPr/>
            <p:nvPr/>
          </p:nvSpPr>
          <p:spPr>
            <a:xfrm>
              <a:off x="1930907" y="2703576"/>
              <a:ext cx="314325" cy="233679"/>
            </a:xfrm>
            <a:custGeom>
              <a:avLst/>
              <a:gdLst/>
              <a:ahLst/>
              <a:cxnLst/>
              <a:rect l="l" t="t" r="r" b="b"/>
              <a:pathLst>
                <a:path w="314325" h="233680">
                  <a:moveTo>
                    <a:pt x="313944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313944" y="233172"/>
                  </a:lnTo>
                  <a:lnTo>
                    <a:pt x="313944" y="0"/>
                  </a:lnTo>
                  <a:close/>
                </a:path>
              </a:pathLst>
            </a:custGeom>
            <a:solidFill>
              <a:srgbClr val="0F6DBD"/>
            </a:solidFill>
          </p:spPr>
          <p:txBody>
            <a:bodyPr wrap="square" lIns="0" tIns="0" rIns="0" bIns="0" rtlCol="0"/>
            <a:lstStyle/>
            <a:p>
              <a:endParaRPr sz="1588">
                <a:latin typeface="+mn-ea"/>
              </a:endParaRPr>
            </a:p>
          </p:txBody>
        </p:sp>
      </p:grpSp>
      <p:sp>
        <p:nvSpPr>
          <p:cNvPr id="26" name="object 38">
            <a:extLst>
              <a:ext uri="{FF2B5EF4-FFF2-40B4-BE49-F238E27FC236}">
                <a16:creationId xmlns:a16="http://schemas.microsoft.com/office/drawing/2014/main" id="{92F048F0-90C9-AB91-76EA-6DDD88E87CBA}"/>
              </a:ext>
            </a:extLst>
          </p:cNvPr>
          <p:cNvSpPr txBox="1"/>
          <p:nvPr/>
        </p:nvSpPr>
        <p:spPr>
          <a:xfrm>
            <a:off x="456214" y="824260"/>
            <a:ext cx="2740399" cy="52312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00" b="1" spc="-9">
                <a:latin typeface="+mn-ea"/>
                <a:cs typeface="Segoe UI"/>
              </a:rPr>
              <a:t>Outlook</a:t>
            </a:r>
            <a:endParaRPr sz="1600">
              <a:latin typeface="+mn-ea"/>
              <a:cs typeface="Segoe UI"/>
            </a:endParaRPr>
          </a:p>
          <a:p>
            <a:pPr marL="11206">
              <a:spcBef>
                <a:spcPts val="763"/>
              </a:spcBef>
            </a:pPr>
            <a:r>
              <a:rPr sz="1050">
                <a:latin typeface="+mn-ea"/>
                <a:cs typeface="Malgun Gothic"/>
              </a:rPr>
              <a:t>새</a:t>
            </a:r>
            <a:r>
              <a:rPr sz="1050" spc="-159">
                <a:latin typeface="+mn-ea"/>
                <a:cs typeface="Malgun Gothic"/>
              </a:rPr>
              <a:t> </a:t>
            </a:r>
            <a:r>
              <a:rPr sz="1050" spc="-44">
                <a:latin typeface="+mn-ea"/>
                <a:cs typeface="Segoe UI"/>
              </a:rPr>
              <a:t>Outlook</a:t>
            </a:r>
            <a:r>
              <a:rPr sz="1050" spc="-44">
                <a:latin typeface="+mn-ea"/>
                <a:cs typeface="Malgun Gothic"/>
              </a:rPr>
              <a:t>의</a:t>
            </a:r>
            <a:r>
              <a:rPr sz="1050" spc="-190">
                <a:latin typeface="+mn-ea"/>
                <a:cs typeface="Malgun Gothic"/>
              </a:rPr>
              <a:t> </a:t>
            </a:r>
            <a:r>
              <a:rPr sz="1050" spc="-22">
                <a:latin typeface="+mn-ea"/>
                <a:cs typeface="Malgun Gothic"/>
              </a:rPr>
              <a:t>영문</a:t>
            </a:r>
            <a:r>
              <a:rPr sz="1050" spc="-172">
                <a:latin typeface="+mn-ea"/>
                <a:cs typeface="Malgun Gothic"/>
              </a:rPr>
              <a:t> </a:t>
            </a:r>
            <a:r>
              <a:rPr sz="1050" spc="-40">
                <a:latin typeface="+mn-ea"/>
                <a:cs typeface="Malgun Gothic"/>
              </a:rPr>
              <a:t>버전에서</a:t>
            </a:r>
            <a:r>
              <a:rPr sz="1050" spc="-172">
                <a:latin typeface="+mn-ea"/>
                <a:cs typeface="Malgun Gothic"/>
              </a:rPr>
              <a:t> </a:t>
            </a:r>
            <a:r>
              <a:rPr sz="1050" spc="-35">
                <a:latin typeface="+mn-ea"/>
                <a:cs typeface="Malgun Gothic"/>
              </a:rPr>
              <a:t>사용할</a:t>
            </a:r>
            <a:r>
              <a:rPr sz="1050" spc="-154">
                <a:latin typeface="+mn-ea"/>
                <a:cs typeface="Malgun Gothic"/>
              </a:rPr>
              <a:t> </a:t>
            </a:r>
            <a:r>
              <a:rPr sz="1050">
                <a:latin typeface="+mn-ea"/>
                <a:cs typeface="Malgun Gothic"/>
              </a:rPr>
              <a:t>수</a:t>
            </a:r>
            <a:r>
              <a:rPr sz="1050" spc="-159">
                <a:latin typeface="+mn-ea"/>
                <a:cs typeface="Malgun Gothic"/>
              </a:rPr>
              <a:t> </a:t>
            </a:r>
            <a:r>
              <a:rPr sz="1050" spc="-22">
                <a:latin typeface="+mn-ea"/>
                <a:cs typeface="Malgun Gothic"/>
              </a:rPr>
              <a:t>있습니다</a:t>
            </a:r>
            <a:r>
              <a:rPr sz="1050" spc="-22">
                <a:latin typeface="+mn-ea"/>
                <a:cs typeface="Segoe UI"/>
              </a:rPr>
              <a:t>.</a:t>
            </a:r>
            <a:endParaRPr sz="1050">
              <a:latin typeface="+mn-ea"/>
              <a:cs typeface="Segoe UI"/>
            </a:endParaRPr>
          </a:p>
        </p:txBody>
      </p:sp>
      <p:pic>
        <p:nvPicPr>
          <p:cNvPr id="27" name="object 7" descr="Outlook Icon">
            <a:extLst>
              <a:ext uri="{FF2B5EF4-FFF2-40B4-BE49-F238E27FC236}">
                <a16:creationId xmlns:a16="http://schemas.microsoft.com/office/drawing/2014/main" id="{02F41E4C-F201-10E4-9AEC-DB75C75584A9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6242" y="810297"/>
            <a:ext cx="307500" cy="28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032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53724-2657-F03D-3A78-005B48B3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4">
            <a:extLst>
              <a:ext uri="{FF2B5EF4-FFF2-40B4-BE49-F238E27FC236}">
                <a16:creationId xmlns:a16="http://schemas.microsoft.com/office/drawing/2014/main" id="{8396F3B4-19E6-2DBB-845E-E01F10BA8394}"/>
              </a:ext>
            </a:extLst>
          </p:cNvPr>
          <p:cNvSpPr txBox="1"/>
          <p:nvPr/>
        </p:nvSpPr>
        <p:spPr>
          <a:xfrm>
            <a:off x="1187805" y="1543507"/>
            <a:ext cx="7730034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111827"/>
                </a:solidFill>
                <a:latin typeface="+mj-ea"/>
                <a:ea typeface="+mj-ea"/>
                <a:cs typeface="Noto Sans KR" pitchFamily="34" charset="-120"/>
              </a:rPr>
              <a:t>M365 Copilot 앱/웹 기능 비교</a:t>
            </a:r>
            <a:endParaRPr lang="en-US" sz="3600" b="1">
              <a:latin typeface="+mj-ea"/>
              <a:ea typeface="+mj-ea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0AABD977-8BE2-DD06-7DEE-8496419A74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t="-45" b="-45"/>
          <a:stretch/>
        </p:blipFill>
        <p:spPr>
          <a:xfrm>
            <a:off x="930859" y="3829507"/>
            <a:ext cx="256946" cy="342900"/>
          </a:xfrm>
          <a:prstGeom prst="rect">
            <a:avLst/>
          </a:prstGeom>
        </p:spPr>
      </p:pic>
      <p:sp>
        <p:nvSpPr>
          <p:cNvPr id="9" name="Text 16">
            <a:extLst>
              <a:ext uri="{FF2B5EF4-FFF2-40B4-BE49-F238E27FC236}">
                <a16:creationId xmlns:a16="http://schemas.microsoft.com/office/drawing/2014/main" id="{63036BB4-E2DD-0D55-60CB-0DCC7D01501E}"/>
              </a:ext>
            </a:extLst>
          </p:cNvPr>
          <p:cNvSpPr txBox="1"/>
          <p:nvPr/>
        </p:nvSpPr>
        <p:spPr>
          <a:xfrm>
            <a:off x="914400" y="4238244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>
                    <a:alpha val="9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Word</a:t>
            </a:r>
            <a:endParaRPr lang="en-US" sz="90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1A7DA74C-3A26-0AD4-6146-18F06FDBAA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t="-45" b="-45"/>
          <a:stretch/>
        </p:blipFill>
        <p:spPr>
          <a:xfrm>
            <a:off x="1698041" y="3829507"/>
            <a:ext cx="256946" cy="342900"/>
          </a:xfrm>
          <a:prstGeom prst="rect">
            <a:avLst/>
          </a:prstGeom>
        </p:spPr>
      </p:pic>
      <p:sp>
        <p:nvSpPr>
          <p:cNvPr id="11" name="Text 17">
            <a:extLst>
              <a:ext uri="{FF2B5EF4-FFF2-40B4-BE49-F238E27FC236}">
                <a16:creationId xmlns:a16="http://schemas.microsoft.com/office/drawing/2014/main" id="{19E270DE-A8E1-1032-09A5-66D6FC0497EB}"/>
              </a:ext>
            </a:extLst>
          </p:cNvPr>
          <p:cNvSpPr txBox="1"/>
          <p:nvPr/>
        </p:nvSpPr>
        <p:spPr>
          <a:xfrm>
            <a:off x="1508760" y="4238244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>
                    <a:alpha val="9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PowerPoint</a:t>
            </a:r>
            <a:endParaRPr lang="en-US" sz="90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41236B1B-2BF7-69F3-6D3C-02052DB7361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0"/>
          </a:blip>
          <a:srcRect t="-45" b="-45"/>
          <a:stretch/>
        </p:blipFill>
        <p:spPr>
          <a:xfrm>
            <a:off x="2457907" y="3829507"/>
            <a:ext cx="256946" cy="342900"/>
          </a:xfrm>
          <a:prstGeom prst="rect">
            <a:avLst/>
          </a:prstGeom>
        </p:spPr>
      </p:pic>
      <p:sp>
        <p:nvSpPr>
          <p:cNvPr id="13" name="Text 18">
            <a:extLst>
              <a:ext uri="{FF2B5EF4-FFF2-40B4-BE49-F238E27FC236}">
                <a16:creationId xmlns:a16="http://schemas.microsoft.com/office/drawing/2014/main" id="{FF48BD2F-CFD0-2022-C277-E90655022A6B}"/>
              </a:ext>
            </a:extLst>
          </p:cNvPr>
          <p:cNvSpPr txBox="1"/>
          <p:nvPr/>
        </p:nvSpPr>
        <p:spPr>
          <a:xfrm>
            <a:off x="2448763" y="4238244"/>
            <a:ext cx="362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>
                    <a:alpha val="9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Excel</a:t>
            </a:r>
            <a:endParaRPr lang="en-US" sz="900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5F3121DC-26F7-0D67-9A6F-730DBD30AFA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90000"/>
          </a:blip>
          <a:srcRect/>
          <a:stretch/>
        </p:blipFill>
        <p:spPr>
          <a:xfrm>
            <a:off x="3078785" y="3829507"/>
            <a:ext cx="342900" cy="342900"/>
          </a:xfrm>
          <a:prstGeom prst="rect">
            <a:avLst/>
          </a:prstGeom>
        </p:spPr>
      </p:pic>
      <p:sp>
        <p:nvSpPr>
          <p:cNvPr id="17" name="Text 19">
            <a:extLst>
              <a:ext uri="{FF2B5EF4-FFF2-40B4-BE49-F238E27FC236}">
                <a16:creationId xmlns:a16="http://schemas.microsoft.com/office/drawing/2014/main" id="{EA53836C-0D6E-AE68-C28E-B9A0B8EF95FC}"/>
              </a:ext>
            </a:extLst>
          </p:cNvPr>
          <p:cNvSpPr txBox="1"/>
          <p:nvPr/>
        </p:nvSpPr>
        <p:spPr>
          <a:xfrm>
            <a:off x="3028493" y="4238244"/>
            <a:ext cx="534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>
                    <a:alpha val="9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Outlook</a:t>
            </a:r>
            <a:endParaRPr lang="en-US" sz="900"/>
          </a:p>
        </p:txBody>
      </p:sp>
      <p:pic>
        <p:nvPicPr>
          <p:cNvPr id="18" name="Image 4" descr="preencoded.png">
            <a:extLst>
              <a:ext uri="{FF2B5EF4-FFF2-40B4-BE49-F238E27FC236}">
                <a16:creationId xmlns:a16="http://schemas.microsoft.com/office/drawing/2014/main" id="{09B4F8CE-5161-BE8D-430F-DA81C87A1F7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0000"/>
          </a:blip>
          <a:srcRect l="-27" r="-27"/>
          <a:stretch/>
        </p:blipFill>
        <p:spPr>
          <a:xfrm>
            <a:off x="3776472" y="3829507"/>
            <a:ext cx="428854" cy="342900"/>
          </a:xfrm>
          <a:prstGeom prst="rect">
            <a:avLst/>
          </a:prstGeom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03272C7A-0C58-3A1B-5E4A-AA874D67C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5" b="2525"/>
          <a:stretch/>
        </p:blipFill>
        <p:spPr bwMode="auto">
          <a:xfrm>
            <a:off x="6970776" y="3831912"/>
            <a:ext cx="1750544" cy="166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476887D5-0460-5FEC-59C3-E3E05FB53413}"/>
              </a:ext>
            </a:extLst>
          </p:cNvPr>
          <p:cNvSpPr txBox="1"/>
          <p:nvPr/>
        </p:nvSpPr>
        <p:spPr>
          <a:xfrm>
            <a:off x="3814877" y="4238244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>
                    <a:alpha val="9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Teams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610003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C8E13-AD52-45E4-AB65-85F89EBA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446E21B-10D3-CA4E-5AC2-42BDB1B6FB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302420"/>
            <a:ext cx="7782378" cy="263637"/>
          </a:xfrm>
        </p:spPr>
        <p:txBody>
          <a:bodyPr/>
          <a:lstStyle/>
          <a:p>
            <a:r>
              <a:rPr lang="en-US" altLang="ko-KR" sz="1800">
                <a:solidFill>
                  <a:srgbClr val="111827"/>
                </a:solidFill>
                <a:cs typeface="Noto Sans KR" pitchFamily="34" charset="-120"/>
              </a:rPr>
              <a:t>    Word Copilot </a:t>
            </a:r>
            <a:r>
              <a:rPr lang="en-US" altLang="ko-KR" sz="1800" err="1">
                <a:solidFill>
                  <a:srgbClr val="111827"/>
                </a:solidFill>
                <a:cs typeface="Noto Sans KR" pitchFamily="34" charset="-120"/>
              </a:rPr>
              <a:t>기능</a:t>
            </a:r>
            <a:r>
              <a:rPr lang="en-US" altLang="ko-KR" sz="1800">
                <a:solidFill>
                  <a:srgbClr val="111827"/>
                </a:solidFill>
                <a:cs typeface="Noto Sans KR" pitchFamily="34" charset="-120"/>
              </a:rPr>
              <a:t> </a:t>
            </a:r>
            <a:r>
              <a:rPr lang="en-US" altLang="ko-KR" sz="1800" err="1">
                <a:solidFill>
                  <a:srgbClr val="111827"/>
                </a:solidFill>
                <a:cs typeface="Noto Sans KR" pitchFamily="34" charset="-120"/>
              </a:rPr>
              <a:t>비교</a:t>
            </a:r>
            <a:r>
              <a:rPr lang="en-US" altLang="ko-KR" sz="1800">
                <a:solidFill>
                  <a:srgbClr val="111827"/>
                </a:solidFill>
                <a:cs typeface="Noto Sans KR" pitchFamily="34" charset="-120"/>
              </a:rPr>
              <a:t> - </a:t>
            </a:r>
            <a:r>
              <a:rPr lang="en-US" altLang="ko-KR" sz="1800" err="1">
                <a:solidFill>
                  <a:srgbClr val="6B7280"/>
                </a:solidFill>
                <a:cs typeface="Noto Sans KR" pitchFamily="34" charset="-120"/>
              </a:rPr>
              <a:t>데스크톱</a:t>
            </a:r>
            <a:r>
              <a:rPr lang="en-US" altLang="ko-KR" sz="1800">
                <a:solidFill>
                  <a:srgbClr val="6B7280"/>
                </a:solidFill>
                <a:cs typeface="Noto Sans KR" pitchFamily="34" charset="-120"/>
              </a:rPr>
              <a:t> 앱(App) vs 웹(Web)</a:t>
            </a:r>
            <a:endParaRPr lang="en-US" altLang="ko-KR" sz="180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956A22FF-6A95-B270-C801-ACB84BFE523D}"/>
              </a:ext>
            </a:extLst>
          </p:cNvPr>
          <p:cNvSpPr/>
          <p:nvPr/>
        </p:nvSpPr>
        <p:spPr>
          <a:xfrm>
            <a:off x="371476" y="1309685"/>
            <a:ext cx="9162802" cy="3379153"/>
          </a:xfrm>
          <a:prstGeom prst="roundRect">
            <a:avLst>
              <a:gd name="adj" fmla="val 3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 sz="1463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6A49636F-19FF-6042-A7F6-D8B216A3EC60}"/>
              </a:ext>
            </a:extLst>
          </p:cNvPr>
          <p:cNvSpPr/>
          <p:nvPr/>
        </p:nvSpPr>
        <p:spPr>
          <a:xfrm>
            <a:off x="378905" y="1317115"/>
            <a:ext cx="3049067" cy="286036"/>
          </a:xfrm>
          <a:prstGeom prst="rect">
            <a:avLst/>
          </a:prstGeom>
          <a:solidFill>
            <a:srgbClr val="EFF6FC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D36242B2-A00F-72AE-3D17-DA6444523737}"/>
              </a:ext>
            </a:extLst>
          </p:cNvPr>
          <p:cNvSpPr/>
          <p:nvPr/>
        </p:nvSpPr>
        <p:spPr>
          <a:xfrm>
            <a:off x="378905" y="1587549"/>
            <a:ext cx="3049067" cy="15602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0313C593-B466-6D67-77DD-DDCEA68E4985}"/>
              </a:ext>
            </a:extLst>
          </p:cNvPr>
          <p:cNvSpPr txBox="1"/>
          <p:nvPr/>
        </p:nvSpPr>
        <p:spPr>
          <a:xfrm>
            <a:off x="471773" y="1363920"/>
            <a:ext cx="560927" cy="17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94" b="1">
                <a:solidFill>
                  <a:srgbClr val="2B579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기능 항목</a:t>
            </a:r>
            <a:endParaRPr lang="en-US" sz="894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1E9C88AE-4BF1-4B79-09BC-D6C77DA4AAFF}"/>
              </a:ext>
            </a:extLst>
          </p:cNvPr>
          <p:cNvSpPr/>
          <p:nvPr/>
        </p:nvSpPr>
        <p:spPr>
          <a:xfrm>
            <a:off x="3428714" y="1317115"/>
            <a:ext cx="1524534" cy="286036"/>
          </a:xfrm>
          <a:prstGeom prst="rect">
            <a:avLst/>
          </a:prstGeom>
          <a:solidFill>
            <a:srgbClr val="EFF6FC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B2D38C2E-503F-1AE6-5AE9-D6807461222B}"/>
              </a:ext>
            </a:extLst>
          </p:cNvPr>
          <p:cNvSpPr/>
          <p:nvPr/>
        </p:nvSpPr>
        <p:spPr>
          <a:xfrm>
            <a:off x="3428714" y="1587549"/>
            <a:ext cx="1524534" cy="15602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42DF748E-CF06-54F0-26AD-5FC23CECC775}"/>
              </a:ext>
            </a:extLst>
          </p:cNvPr>
          <p:cNvSpPr txBox="1"/>
          <p:nvPr/>
        </p:nvSpPr>
        <p:spPr>
          <a:xfrm>
            <a:off x="3521583" y="1363920"/>
            <a:ext cx="869994" cy="17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94" b="1">
                <a:solidFill>
                  <a:srgbClr val="2B579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데스크톱 (App)</a:t>
            </a:r>
            <a:endParaRPr lang="en-US" sz="894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2C6D9A47-BBB1-EBBF-3FE2-8A0C4ADC85EC}"/>
              </a:ext>
            </a:extLst>
          </p:cNvPr>
          <p:cNvSpPr/>
          <p:nvPr/>
        </p:nvSpPr>
        <p:spPr>
          <a:xfrm>
            <a:off x="4953248" y="1317115"/>
            <a:ext cx="1524534" cy="286036"/>
          </a:xfrm>
          <a:prstGeom prst="rect">
            <a:avLst/>
          </a:prstGeom>
          <a:solidFill>
            <a:srgbClr val="EFF6FC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EE2F7A66-C824-897E-2684-D1D15A134FDD}"/>
              </a:ext>
            </a:extLst>
          </p:cNvPr>
          <p:cNvSpPr/>
          <p:nvPr/>
        </p:nvSpPr>
        <p:spPr>
          <a:xfrm>
            <a:off x="4953248" y="1587549"/>
            <a:ext cx="1524534" cy="15602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45C84CD4-0411-11D0-BA5A-008395F0F142}"/>
              </a:ext>
            </a:extLst>
          </p:cNvPr>
          <p:cNvSpPr txBox="1"/>
          <p:nvPr/>
        </p:nvSpPr>
        <p:spPr>
          <a:xfrm>
            <a:off x="5046117" y="1363920"/>
            <a:ext cx="575786" cy="17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94" b="1">
                <a:solidFill>
                  <a:srgbClr val="2B579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웹 (Web)</a:t>
            </a:r>
            <a:endParaRPr lang="en-US" sz="894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17DE55A4-9E96-AF8B-CCDF-425D6F087F35}"/>
              </a:ext>
            </a:extLst>
          </p:cNvPr>
          <p:cNvSpPr/>
          <p:nvPr/>
        </p:nvSpPr>
        <p:spPr>
          <a:xfrm>
            <a:off x="6477781" y="1317115"/>
            <a:ext cx="3049067" cy="286036"/>
          </a:xfrm>
          <a:prstGeom prst="rect">
            <a:avLst/>
          </a:prstGeom>
          <a:solidFill>
            <a:srgbClr val="EFF6FC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F5561891-C987-8F7A-154B-946BA0474F01}"/>
              </a:ext>
            </a:extLst>
          </p:cNvPr>
          <p:cNvSpPr/>
          <p:nvPr/>
        </p:nvSpPr>
        <p:spPr>
          <a:xfrm>
            <a:off x="6477781" y="1587549"/>
            <a:ext cx="3049067" cy="15602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A438CE47-379B-4643-4949-B6A4EB149BE1}"/>
              </a:ext>
            </a:extLst>
          </p:cNvPr>
          <p:cNvSpPr txBox="1"/>
          <p:nvPr/>
        </p:nvSpPr>
        <p:spPr>
          <a:xfrm>
            <a:off x="6570650" y="1363920"/>
            <a:ext cx="885597" cy="17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94" b="1">
                <a:solidFill>
                  <a:srgbClr val="2B579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실무 메모 / 비고</a:t>
            </a:r>
            <a:endParaRPr lang="en-US" sz="894"/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11879D89-72B1-6A3D-8078-3BA0A576D133}"/>
              </a:ext>
            </a:extLst>
          </p:cNvPr>
          <p:cNvSpPr/>
          <p:nvPr/>
        </p:nvSpPr>
        <p:spPr>
          <a:xfrm>
            <a:off x="378905" y="2600190"/>
            <a:ext cx="9147943" cy="325412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2BF5847A-79E2-B7CA-203C-D794E6A17D7D}"/>
              </a:ext>
            </a:extLst>
          </p:cNvPr>
          <p:cNvSpPr/>
          <p:nvPr/>
        </p:nvSpPr>
        <p:spPr>
          <a:xfrm>
            <a:off x="378905" y="1927820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009BFB6B-EA14-09A4-3753-FBE29A138C10}"/>
              </a:ext>
            </a:extLst>
          </p:cNvPr>
          <p:cNvSpPr/>
          <p:nvPr/>
        </p:nvSpPr>
        <p:spPr>
          <a:xfrm>
            <a:off x="378905" y="2918172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BC48FD6B-368A-7836-BDF1-D8C5622CA9E1}"/>
              </a:ext>
            </a:extLst>
          </p:cNvPr>
          <p:cNvSpPr txBox="1"/>
          <p:nvPr/>
        </p:nvSpPr>
        <p:spPr>
          <a:xfrm>
            <a:off x="471772" y="1685618"/>
            <a:ext cx="736165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초안 생성</a:t>
            </a:r>
            <a:endParaRPr lang="en-US" sz="1000"/>
          </a:p>
        </p:txBody>
      </p:sp>
      <p:sp>
        <p:nvSpPr>
          <p:cNvPr id="44" name="Shape 26">
            <a:extLst>
              <a:ext uri="{FF2B5EF4-FFF2-40B4-BE49-F238E27FC236}">
                <a16:creationId xmlns:a16="http://schemas.microsoft.com/office/drawing/2014/main" id="{A6FCAA44-8586-E625-8336-0B70026E7555}"/>
              </a:ext>
            </a:extLst>
          </p:cNvPr>
          <p:cNvSpPr/>
          <p:nvPr/>
        </p:nvSpPr>
        <p:spPr>
          <a:xfrm>
            <a:off x="3428714" y="1927820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C1A94DD2-25EC-3672-E0F4-5CE51B7D9D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574" y="1701221"/>
            <a:ext cx="124073" cy="124073"/>
          </a:xfrm>
          <a:prstGeom prst="rect">
            <a:avLst/>
          </a:prstGeom>
        </p:spPr>
      </p:pic>
      <p:sp>
        <p:nvSpPr>
          <p:cNvPr id="46" name="Shape 27">
            <a:extLst>
              <a:ext uri="{FF2B5EF4-FFF2-40B4-BE49-F238E27FC236}">
                <a16:creationId xmlns:a16="http://schemas.microsoft.com/office/drawing/2014/main" id="{C27CF84E-1B17-D75A-DA00-659ACF74EA4F}"/>
              </a:ext>
            </a:extLst>
          </p:cNvPr>
          <p:cNvSpPr/>
          <p:nvPr/>
        </p:nvSpPr>
        <p:spPr>
          <a:xfrm>
            <a:off x="4953248" y="1927820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47" name="Image 2" descr="preencoded.png">
            <a:extLst>
              <a:ext uri="{FF2B5EF4-FFF2-40B4-BE49-F238E27FC236}">
                <a16:creationId xmlns:a16="http://schemas.microsoft.com/office/drawing/2014/main" id="{5F67BD38-2C10-390A-1472-19C1C579FB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53107" y="1701221"/>
            <a:ext cx="124073" cy="124073"/>
          </a:xfrm>
          <a:prstGeom prst="rect">
            <a:avLst/>
          </a:prstGeom>
        </p:spPr>
      </p:pic>
      <p:sp>
        <p:nvSpPr>
          <p:cNvPr id="48" name="Shape 28">
            <a:extLst>
              <a:ext uri="{FF2B5EF4-FFF2-40B4-BE49-F238E27FC236}">
                <a16:creationId xmlns:a16="http://schemas.microsoft.com/office/drawing/2014/main" id="{4901B032-0B51-101A-3998-633A51804D1E}"/>
              </a:ext>
            </a:extLst>
          </p:cNvPr>
          <p:cNvSpPr/>
          <p:nvPr/>
        </p:nvSpPr>
        <p:spPr>
          <a:xfrm>
            <a:off x="378905" y="1935250"/>
            <a:ext cx="9147943" cy="332841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49" name="Shape 29">
            <a:extLst>
              <a:ext uri="{FF2B5EF4-FFF2-40B4-BE49-F238E27FC236}">
                <a16:creationId xmlns:a16="http://schemas.microsoft.com/office/drawing/2014/main" id="{02A359FB-3AE7-8A1C-1802-4A2B0355FE41}"/>
              </a:ext>
            </a:extLst>
          </p:cNvPr>
          <p:cNvSpPr/>
          <p:nvPr/>
        </p:nvSpPr>
        <p:spPr>
          <a:xfrm>
            <a:off x="6477781" y="1927820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50" name="Shape 30">
            <a:extLst>
              <a:ext uri="{FF2B5EF4-FFF2-40B4-BE49-F238E27FC236}">
                <a16:creationId xmlns:a16="http://schemas.microsoft.com/office/drawing/2014/main" id="{2048FB90-8AB1-EA74-CF4E-45FC713F84FB}"/>
              </a:ext>
            </a:extLst>
          </p:cNvPr>
          <p:cNvSpPr/>
          <p:nvPr/>
        </p:nvSpPr>
        <p:spPr>
          <a:xfrm>
            <a:off x="378905" y="2260661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51" name="Shape 31">
            <a:extLst>
              <a:ext uri="{FF2B5EF4-FFF2-40B4-BE49-F238E27FC236}">
                <a16:creationId xmlns:a16="http://schemas.microsoft.com/office/drawing/2014/main" id="{9578954B-8816-1071-385B-3D042BD982B8}"/>
              </a:ext>
            </a:extLst>
          </p:cNvPr>
          <p:cNvSpPr/>
          <p:nvPr/>
        </p:nvSpPr>
        <p:spPr>
          <a:xfrm>
            <a:off x="378905" y="2593503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52" name="Shape 32">
            <a:extLst>
              <a:ext uri="{FF2B5EF4-FFF2-40B4-BE49-F238E27FC236}">
                <a16:creationId xmlns:a16="http://schemas.microsoft.com/office/drawing/2014/main" id="{35C027CF-7423-F774-8074-D8A1E11D5FCC}"/>
              </a:ext>
            </a:extLst>
          </p:cNvPr>
          <p:cNvSpPr/>
          <p:nvPr/>
        </p:nvSpPr>
        <p:spPr>
          <a:xfrm>
            <a:off x="6477781" y="2593503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53" name="Text 33">
            <a:extLst>
              <a:ext uri="{FF2B5EF4-FFF2-40B4-BE49-F238E27FC236}">
                <a16:creationId xmlns:a16="http://schemas.microsoft.com/office/drawing/2014/main" id="{8BC3FD98-440A-AB76-40CE-B7569736F065}"/>
              </a:ext>
            </a:extLst>
          </p:cNvPr>
          <p:cNvSpPr txBox="1"/>
          <p:nvPr/>
        </p:nvSpPr>
        <p:spPr>
          <a:xfrm>
            <a:off x="471773" y="2018460"/>
            <a:ext cx="1561460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텍스트 재작성/톤 변경</a:t>
            </a:r>
            <a:endParaRPr lang="en-US" sz="1000"/>
          </a:p>
        </p:txBody>
      </p:sp>
      <p:sp>
        <p:nvSpPr>
          <p:cNvPr id="54" name="Shape 34">
            <a:extLst>
              <a:ext uri="{FF2B5EF4-FFF2-40B4-BE49-F238E27FC236}">
                <a16:creationId xmlns:a16="http://schemas.microsoft.com/office/drawing/2014/main" id="{E118A1FF-8931-30CC-DDC2-F411E24A3421}"/>
              </a:ext>
            </a:extLst>
          </p:cNvPr>
          <p:cNvSpPr/>
          <p:nvPr/>
        </p:nvSpPr>
        <p:spPr>
          <a:xfrm>
            <a:off x="3428714" y="2260661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55" name="Text 35">
            <a:extLst>
              <a:ext uri="{FF2B5EF4-FFF2-40B4-BE49-F238E27FC236}">
                <a16:creationId xmlns:a16="http://schemas.microsoft.com/office/drawing/2014/main" id="{634F4A77-F0AC-848F-25C2-FEC517779074}"/>
              </a:ext>
            </a:extLst>
          </p:cNvPr>
          <p:cNvSpPr txBox="1"/>
          <p:nvPr/>
        </p:nvSpPr>
        <p:spPr>
          <a:xfrm>
            <a:off x="6570650" y="1632869"/>
            <a:ext cx="2840298" cy="255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주제 입력만으로 문서 초안 자동 작성. 앱/웹 모두 '작성' 창에서 원활하게 지원.</a:t>
            </a:r>
            <a:endParaRPr lang="en-US" sz="800"/>
          </a:p>
        </p:txBody>
      </p:sp>
      <p:pic>
        <p:nvPicPr>
          <p:cNvPr id="56" name="Image 3" descr="preencoded.png">
            <a:extLst>
              <a:ext uri="{FF2B5EF4-FFF2-40B4-BE49-F238E27FC236}">
                <a16:creationId xmlns:a16="http://schemas.microsoft.com/office/drawing/2014/main" id="{F66EE259-3C40-8CC7-4DD8-8AB13D1B61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574" y="2034062"/>
            <a:ext cx="124073" cy="124073"/>
          </a:xfrm>
          <a:prstGeom prst="rect">
            <a:avLst/>
          </a:prstGeom>
        </p:spPr>
      </p:pic>
      <p:sp>
        <p:nvSpPr>
          <p:cNvPr id="57" name="Text 36">
            <a:extLst>
              <a:ext uri="{FF2B5EF4-FFF2-40B4-BE49-F238E27FC236}">
                <a16:creationId xmlns:a16="http://schemas.microsoft.com/office/drawing/2014/main" id="{8401BFC3-E03A-1DA3-A258-B49A4DBEFA1F}"/>
              </a:ext>
            </a:extLst>
          </p:cNvPr>
          <p:cNvSpPr txBox="1"/>
          <p:nvPr/>
        </p:nvSpPr>
        <p:spPr>
          <a:xfrm>
            <a:off x="471772" y="2351302"/>
            <a:ext cx="1412907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문서 요약/핵심 추출</a:t>
            </a:r>
            <a:endParaRPr lang="en-US" sz="1000"/>
          </a:p>
        </p:txBody>
      </p:sp>
      <p:sp>
        <p:nvSpPr>
          <p:cNvPr id="58" name="Shape 37">
            <a:extLst>
              <a:ext uri="{FF2B5EF4-FFF2-40B4-BE49-F238E27FC236}">
                <a16:creationId xmlns:a16="http://schemas.microsoft.com/office/drawing/2014/main" id="{E342FBE7-B046-4509-3D4C-BDD5F947E913}"/>
              </a:ext>
            </a:extLst>
          </p:cNvPr>
          <p:cNvSpPr/>
          <p:nvPr/>
        </p:nvSpPr>
        <p:spPr>
          <a:xfrm>
            <a:off x="4953248" y="2260661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89495965-1903-EB6C-A271-DBDA4FDF46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53107" y="2034062"/>
            <a:ext cx="124073" cy="124073"/>
          </a:xfrm>
          <a:prstGeom prst="rect">
            <a:avLst/>
          </a:prstGeom>
        </p:spPr>
      </p:pic>
      <p:sp>
        <p:nvSpPr>
          <p:cNvPr id="60" name="Shape 38">
            <a:extLst>
              <a:ext uri="{FF2B5EF4-FFF2-40B4-BE49-F238E27FC236}">
                <a16:creationId xmlns:a16="http://schemas.microsoft.com/office/drawing/2014/main" id="{63D59729-3D16-44B3-A3C3-E5CE2604A902}"/>
              </a:ext>
            </a:extLst>
          </p:cNvPr>
          <p:cNvSpPr/>
          <p:nvPr/>
        </p:nvSpPr>
        <p:spPr>
          <a:xfrm>
            <a:off x="6477781" y="2260661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61" name="Shape 39">
            <a:extLst>
              <a:ext uri="{FF2B5EF4-FFF2-40B4-BE49-F238E27FC236}">
                <a16:creationId xmlns:a16="http://schemas.microsoft.com/office/drawing/2014/main" id="{525B7AA5-3731-E668-3EF2-636CC9870B3C}"/>
              </a:ext>
            </a:extLst>
          </p:cNvPr>
          <p:cNvSpPr/>
          <p:nvPr/>
        </p:nvSpPr>
        <p:spPr>
          <a:xfrm>
            <a:off x="6477781" y="2918172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62" name="Shape 40">
            <a:extLst>
              <a:ext uri="{FF2B5EF4-FFF2-40B4-BE49-F238E27FC236}">
                <a16:creationId xmlns:a16="http://schemas.microsoft.com/office/drawing/2014/main" id="{6E100D7E-D510-581B-3638-1320141CAE05}"/>
              </a:ext>
            </a:extLst>
          </p:cNvPr>
          <p:cNvSpPr/>
          <p:nvPr/>
        </p:nvSpPr>
        <p:spPr>
          <a:xfrm>
            <a:off x="3428714" y="2593503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63" name="Text 41">
            <a:extLst>
              <a:ext uri="{FF2B5EF4-FFF2-40B4-BE49-F238E27FC236}">
                <a16:creationId xmlns:a16="http://schemas.microsoft.com/office/drawing/2014/main" id="{F28403CA-200A-B4C6-DE31-567345093E4C}"/>
              </a:ext>
            </a:extLst>
          </p:cNvPr>
          <p:cNvSpPr txBox="1"/>
          <p:nvPr/>
        </p:nvSpPr>
        <p:spPr>
          <a:xfrm>
            <a:off x="6570651" y="1965710"/>
            <a:ext cx="2925737" cy="255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선택한 텍스트를 전문적, 열정적 등 다양한 톤으로 변환하거나 길이 조절 가능.</a:t>
            </a:r>
            <a:endParaRPr lang="en-US" sz="800"/>
          </a:p>
        </p:txBody>
      </p:sp>
      <p:pic>
        <p:nvPicPr>
          <p:cNvPr id="64" name="Image 5" descr="preencoded.png">
            <a:extLst>
              <a:ext uri="{FF2B5EF4-FFF2-40B4-BE49-F238E27FC236}">
                <a16:creationId xmlns:a16="http://schemas.microsoft.com/office/drawing/2014/main" id="{97D59C76-3CC8-76DB-30B9-B91AD94D34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574" y="2366904"/>
            <a:ext cx="124073" cy="124073"/>
          </a:xfrm>
          <a:prstGeom prst="rect">
            <a:avLst/>
          </a:prstGeom>
        </p:spPr>
      </p:pic>
      <p:sp>
        <p:nvSpPr>
          <p:cNvPr id="65" name="Shape 42">
            <a:extLst>
              <a:ext uri="{FF2B5EF4-FFF2-40B4-BE49-F238E27FC236}">
                <a16:creationId xmlns:a16="http://schemas.microsoft.com/office/drawing/2014/main" id="{D4D36A94-57B8-A8FB-ADDD-2A197BB29996}"/>
              </a:ext>
            </a:extLst>
          </p:cNvPr>
          <p:cNvSpPr/>
          <p:nvPr/>
        </p:nvSpPr>
        <p:spPr>
          <a:xfrm>
            <a:off x="4953248" y="2593503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66" name="Image 6" descr="preencoded.png">
            <a:extLst>
              <a:ext uri="{FF2B5EF4-FFF2-40B4-BE49-F238E27FC236}">
                <a16:creationId xmlns:a16="http://schemas.microsoft.com/office/drawing/2014/main" id="{8808711F-9F35-140D-9922-30C85EC3B7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53107" y="2366904"/>
            <a:ext cx="124073" cy="124073"/>
          </a:xfrm>
          <a:prstGeom prst="rect">
            <a:avLst/>
          </a:prstGeom>
        </p:spPr>
      </p:pic>
      <p:sp>
        <p:nvSpPr>
          <p:cNvPr id="67" name="Text 43">
            <a:extLst>
              <a:ext uri="{FF2B5EF4-FFF2-40B4-BE49-F238E27FC236}">
                <a16:creationId xmlns:a16="http://schemas.microsoft.com/office/drawing/2014/main" id="{7345896C-818E-6D41-6831-725013EFD886}"/>
              </a:ext>
            </a:extLst>
          </p:cNvPr>
          <p:cNvSpPr txBox="1"/>
          <p:nvPr/>
        </p:nvSpPr>
        <p:spPr>
          <a:xfrm>
            <a:off x="471774" y="2680428"/>
            <a:ext cx="1229141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구조화/개요 제안</a:t>
            </a:r>
            <a:endParaRPr lang="en-US" sz="1000"/>
          </a:p>
        </p:txBody>
      </p:sp>
      <p:sp>
        <p:nvSpPr>
          <p:cNvPr id="68" name="Shape 44">
            <a:extLst>
              <a:ext uri="{FF2B5EF4-FFF2-40B4-BE49-F238E27FC236}">
                <a16:creationId xmlns:a16="http://schemas.microsoft.com/office/drawing/2014/main" id="{EA14807D-5F30-5BAE-8FDD-F237AFB4358A}"/>
              </a:ext>
            </a:extLst>
          </p:cNvPr>
          <p:cNvSpPr/>
          <p:nvPr/>
        </p:nvSpPr>
        <p:spPr>
          <a:xfrm>
            <a:off x="3428714" y="2918172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69" name="Shape 45">
            <a:extLst>
              <a:ext uri="{FF2B5EF4-FFF2-40B4-BE49-F238E27FC236}">
                <a16:creationId xmlns:a16="http://schemas.microsoft.com/office/drawing/2014/main" id="{691351DF-C140-9A7A-CD1B-B14EF4AECCF7}"/>
              </a:ext>
            </a:extLst>
          </p:cNvPr>
          <p:cNvSpPr/>
          <p:nvPr/>
        </p:nvSpPr>
        <p:spPr>
          <a:xfrm>
            <a:off x="4953248" y="2918172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0" name="Text 46">
            <a:extLst>
              <a:ext uri="{FF2B5EF4-FFF2-40B4-BE49-F238E27FC236}">
                <a16:creationId xmlns:a16="http://schemas.microsoft.com/office/drawing/2014/main" id="{E548389D-B658-9F2C-9FF3-5D011B7397C1}"/>
              </a:ext>
            </a:extLst>
          </p:cNvPr>
          <p:cNvSpPr txBox="1"/>
          <p:nvPr/>
        </p:nvSpPr>
        <p:spPr>
          <a:xfrm>
            <a:off x="6570650" y="2298552"/>
            <a:ext cx="2887103" cy="255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긴 문서의 내용을 채팅창에서 즉시 요약. 웹 버전이 대용량 문서 처리 시 더 가벼울 수 있음.</a:t>
            </a:r>
            <a:endParaRPr lang="en-US" sz="800"/>
          </a:p>
        </p:txBody>
      </p:sp>
      <p:pic>
        <p:nvPicPr>
          <p:cNvPr id="71" name="Image 7" descr="preencoded.png">
            <a:extLst>
              <a:ext uri="{FF2B5EF4-FFF2-40B4-BE49-F238E27FC236}">
                <a16:creationId xmlns:a16="http://schemas.microsoft.com/office/drawing/2014/main" id="{A135B04F-C681-36CF-B4BE-0D5F9CCEC7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574" y="2696030"/>
            <a:ext cx="124073" cy="124073"/>
          </a:xfrm>
          <a:prstGeom prst="rect">
            <a:avLst/>
          </a:prstGeom>
        </p:spPr>
      </p:pic>
      <p:pic>
        <p:nvPicPr>
          <p:cNvPr id="72" name="Image 8" descr="preencoded.png">
            <a:extLst>
              <a:ext uri="{FF2B5EF4-FFF2-40B4-BE49-F238E27FC236}">
                <a16:creationId xmlns:a16="http://schemas.microsoft.com/office/drawing/2014/main" id="{BC64A5C1-88E8-E742-D0A9-A0D368449D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53107" y="2696030"/>
            <a:ext cx="124073" cy="124073"/>
          </a:xfrm>
          <a:prstGeom prst="rect">
            <a:avLst/>
          </a:prstGeom>
        </p:spPr>
      </p:pic>
      <p:sp>
        <p:nvSpPr>
          <p:cNvPr id="73" name="Shape 47">
            <a:extLst>
              <a:ext uri="{FF2B5EF4-FFF2-40B4-BE49-F238E27FC236}">
                <a16:creationId xmlns:a16="http://schemas.microsoft.com/office/drawing/2014/main" id="{74AA3162-5DC0-3CD5-7FFD-C90584D30DF9}"/>
              </a:ext>
            </a:extLst>
          </p:cNvPr>
          <p:cNvSpPr/>
          <p:nvPr/>
        </p:nvSpPr>
        <p:spPr>
          <a:xfrm>
            <a:off x="378905" y="3250272"/>
            <a:ext cx="9147943" cy="332841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4" name="Shape 48">
            <a:extLst>
              <a:ext uri="{FF2B5EF4-FFF2-40B4-BE49-F238E27FC236}">
                <a16:creationId xmlns:a16="http://schemas.microsoft.com/office/drawing/2014/main" id="{493D9364-6FDB-94E4-2A63-4A57F62F70DE}"/>
              </a:ext>
            </a:extLst>
          </p:cNvPr>
          <p:cNvSpPr/>
          <p:nvPr/>
        </p:nvSpPr>
        <p:spPr>
          <a:xfrm>
            <a:off x="378905" y="3915954"/>
            <a:ext cx="9147943" cy="325412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5" name="Shape 49">
            <a:extLst>
              <a:ext uri="{FF2B5EF4-FFF2-40B4-BE49-F238E27FC236}">
                <a16:creationId xmlns:a16="http://schemas.microsoft.com/office/drawing/2014/main" id="{724B8BA8-29FF-08E3-FC85-94893D12B293}"/>
              </a:ext>
            </a:extLst>
          </p:cNvPr>
          <p:cNvSpPr/>
          <p:nvPr/>
        </p:nvSpPr>
        <p:spPr>
          <a:xfrm>
            <a:off x="378905" y="3243584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6" name="Shape 50">
            <a:extLst>
              <a:ext uri="{FF2B5EF4-FFF2-40B4-BE49-F238E27FC236}">
                <a16:creationId xmlns:a16="http://schemas.microsoft.com/office/drawing/2014/main" id="{57120A80-29A3-DB48-7A35-1F4E1D7C77A0}"/>
              </a:ext>
            </a:extLst>
          </p:cNvPr>
          <p:cNvSpPr/>
          <p:nvPr/>
        </p:nvSpPr>
        <p:spPr>
          <a:xfrm>
            <a:off x="6477781" y="3243584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7" name="Shape 51">
            <a:extLst>
              <a:ext uri="{FF2B5EF4-FFF2-40B4-BE49-F238E27FC236}">
                <a16:creationId xmlns:a16="http://schemas.microsoft.com/office/drawing/2014/main" id="{EB271EFA-C4E9-CEC1-5CAD-84694342E95F}"/>
              </a:ext>
            </a:extLst>
          </p:cNvPr>
          <p:cNvSpPr/>
          <p:nvPr/>
        </p:nvSpPr>
        <p:spPr>
          <a:xfrm>
            <a:off x="378905" y="3575683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8" name="Shape 52">
            <a:extLst>
              <a:ext uri="{FF2B5EF4-FFF2-40B4-BE49-F238E27FC236}">
                <a16:creationId xmlns:a16="http://schemas.microsoft.com/office/drawing/2014/main" id="{691BD766-8063-3C61-1AB2-224627EEAD2A}"/>
              </a:ext>
            </a:extLst>
          </p:cNvPr>
          <p:cNvSpPr/>
          <p:nvPr/>
        </p:nvSpPr>
        <p:spPr>
          <a:xfrm>
            <a:off x="6477781" y="3908524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9" name="Shape 53">
            <a:extLst>
              <a:ext uri="{FF2B5EF4-FFF2-40B4-BE49-F238E27FC236}">
                <a16:creationId xmlns:a16="http://schemas.microsoft.com/office/drawing/2014/main" id="{F155A760-D56F-EB68-F5AB-14C204570DED}"/>
              </a:ext>
            </a:extLst>
          </p:cNvPr>
          <p:cNvSpPr/>
          <p:nvPr/>
        </p:nvSpPr>
        <p:spPr>
          <a:xfrm>
            <a:off x="6477781" y="4233936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80" name="Text 54">
            <a:extLst>
              <a:ext uri="{FF2B5EF4-FFF2-40B4-BE49-F238E27FC236}">
                <a16:creationId xmlns:a16="http://schemas.microsoft.com/office/drawing/2014/main" id="{EF0A30B8-0BBC-4A93-D2A5-AA9981B7ABC1}"/>
              </a:ext>
            </a:extLst>
          </p:cNvPr>
          <p:cNvSpPr txBox="1"/>
          <p:nvPr/>
        </p:nvSpPr>
        <p:spPr>
          <a:xfrm>
            <a:off x="471773" y="3005098"/>
            <a:ext cx="1091592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표/리스트 변환</a:t>
            </a:r>
            <a:endParaRPr lang="en-US" sz="1000"/>
          </a:p>
        </p:txBody>
      </p:sp>
      <p:sp>
        <p:nvSpPr>
          <p:cNvPr id="81" name="Text 55">
            <a:extLst>
              <a:ext uri="{FF2B5EF4-FFF2-40B4-BE49-F238E27FC236}">
                <a16:creationId xmlns:a16="http://schemas.microsoft.com/office/drawing/2014/main" id="{BBAB216C-E165-2382-3AC5-FD6FBD6F514D}"/>
              </a:ext>
            </a:extLst>
          </p:cNvPr>
          <p:cNvSpPr txBox="1"/>
          <p:nvPr/>
        </p:nvSpPr>
        <p:spPr>
          <a:xfrm>
            <a:off x="471774" y="3334224"/>
            <a:ext cx="1400802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파일 참조 기반 생성</a:t>
            </a:r>
            <a:endParaRPr lang="en-US" sz="1000"/>
          </a:p>
        </p:txBody>
      </p:sp>
      <p:sp>
        <p:nvSpPr>
          <p:cNvPr id="82" name="Text 56">
            <a:extLst>
              <a:ext uri="{FF2B5EF4-FFF2-40B4-BE49-F238E27FC236}">
                <a16:creationId xmlns:a16="http://schemas.microsoft.com/office/drawing/2014/main" id="{7A413142-0673-6C00-2CC3-35FA58669A69}"/>
              </a:ext>
            </a:extLst>
          </p:cNvPr>
          <p:cNvSpPr txBox="1"/>
          <p:nvPr/>
        </p:nvSpPr>
        <p:spPr>
          <a:xfrm>
            <a:off x="471774" y="3996192"/>
            <a:ext cx="1664897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코칭/리뷰 (Coach me)</a:t>
            </a:r>
            <a:endParaRPr lang="en-US" sz="1000"/>
          </a:p>
        </p:txBody>
      </p:sp>
      <p:sp>
        <p:nvSpPr>
          <p:cNvPr id="83" name="Text 57">
            <a:extLst>
              <a:ext uri="{FF2B5EF4-FFF2-40B4-BE49-F238E27FC236}">
                <a16:creationId xmlns:a16="http://schemas.microsoft.com/office/drawing/2014/main" id="{56FB140B-EF7C-C6DD-87C4-5E7A59DD2D1C}"/>
              </a:ext>
            </a:extLst>
          </p:cNvPr>
          <p:cNvSpPr txBox="1"/>
          <p:nvPr/>
        </p:nvSpPr>
        <p:spPr>
          <a:xfrm>
            <a:off x="471773" y="4324576"/>
            <a:ext cx="1023368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오프라인 사용</a:t>
            </a:r>
            <a:endParaRPr lang="en-US" sz="1000"/>
          </a:p>
        </p:txBody>
      </p:sp>
      <p:sp>
        <p:nvSpPr>
          <p:cNvPr id="84" name="Shape 58">
            <a:extLst>
              <a:ext uri="{FF2B5EF4-FFF2-40B4-BE49-F238E27FC236}">
                <a16:creationId xmlns:a16="http://schemas.microsoft.com/office/drawing/2014/main" id="{F87508CE-5BAD-E507-B7B7-C028A1FCED1B}"/>
              </a:ext>
            </a:extLst>
          </p:cNvPr>
          <p:cNvSpPr/>
          <p:nvPr/>
        </p:nvSpPr>
        <p:spPr>
          <a:xfrm>
            <a:off x="3428714" y="3243584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85" name="Shape 59">
            <a:extLst>
              <a:ext uri="{FF2B5EF4-FFF2-40B4-BE49-F238E27FC236}">
                <a16:creationId xmlns:a16="http://schemas.microsoft.com/office/drawing/2014/main" id="{598CF977-8C87-2E6C-3CA2-9E239ACF1896}"/>
              </a:ext>
            </a:extLst>
          </p:cNvPr>
          <p:cNvSpPr/>
          <p:nvPr/>
        </p:nvSpPr>
        <p:spPr>
          <a:xfrm>
            <a:off x="4953248" y="3243584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86" name="Shape 60">
            <a:extLst>
              <a:ext uri="{FF2B5EF4-FFF2-40B4-BE49-F238E27FC236}">
                <a16:creationId xmlns:a16="http://schemas.microsoft.com/office/drawing/2014/main" id="{9A9FB2B0-7041-113F-73EB-D1E9991F56AA}"/>
              </a:ext>
            </a:extLst>
          </p:cNvPr>
          <p:cNvSpPr/>
          <p:nvPr/>
        </p:nvSpPr>
        <p:spPr>
          <a:xfrm>
            <a:off x="4953248" y="3575683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87" name="Text 61">
            <a:extLst>
              <a:ext uri="{FF2B5EF4-FFF2-40B4-BE49-F238E27FC236}">
                <a16:creationId xmlns:a16="http://schemas.microsoft.com/office/drawing/2014/main" id="{6B34F2EF-1E11-4922-4A25-E192E412F59D}"/>
              </a:ext>
            </a:extLst>
          </p:cNvPr>
          <p:cNvSpPr txBox="1"/>
          <p:nvPr/>
        </p:nvSpPr>
        <p:spPr>
          <a:xfrm>
            <a:off x="6570651" y="2689344"/>
            <a:ext cx="1818741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문서 작성을 위한 목차 및 개요 아이디어 제안.</a:t>
            </a:r>
            <a:endParaRPr lang="en-US" sz="800"/>
          </a:p>
        </p:txBody>
      </p:sp>
      <p:pic>
        <p:nvPicPr>
          <p:cNvPr id="88" name="Image 9" descr="preencoded.png">
            <a:extLst>
              <a:ext uri="{FF2B5EF4-FFF2-40B4-BE49-F238E27FC236}">
                <a16:creationId xmlns:a16="http://schemas.microsoft.com/office/drawing/2014/main" id="{244AD774-FD19-A60C-0427-EEFBF11A06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574" y="3020700"/>
            <a:ext cx="124073" cy="124073"/>
          </a:xfrm>
          <a:prstGeom prst="rect">
            <a:avLst/>
          </a:prstGeom>
        </p:spPr>
      </p:pic>
      <p:pic>
        <p:nvPicPr>
          <p:cNvPr id="89" name="Image 10" descr="preencoded.png">
            <a:extLst>
              <a:ext uri="{FF2B5EF4-FFF2-40B4-BE49-F238E27FC236}">
                <a16:creationId xmlns:a16="http://schemas.microsoft.com/office/drawing/2014/main" id="{C9FD898F-0AB6-F74B-FB73-7D021EE2AF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53107" y="3020700"/>
            <a:ext cx="124073" cy="124073"/>
          </a:xfrm>
          <a:prstGeom prst="rect">
            <a:avLst/>
          </a:prstGeom>
        </p:spPr>
      </p:pic>
      <p:sp>
        <p:nvSpPr>
          <p:cNvPr id="90" name="Shape 62">
            <a:extLst>
              <a:ext uri="{FF2B5EF4-FFF2-40B4-BE49-F238E27FC236}">
                <a16:creationId xmlns:a16="http://schemas.microsoft.com/office/drawing/2014/main" id="{03EFF326-8C39-83C1-2699-6A79CE69C717}"/>
              </a:ext>
            </a:extLst>
          </p:cNvPr>
          <p:cNvSpPr/>
          <p:nvPr/>
        </p:nvSpPr>
        <p:spPr>
          <a:xfrm>
            <a:off x="6477781" y="3575683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1" name="Shape 63">
            <a:extLst>
              <a:ext uri="{FF2B5EF4-FFF2-40B4-BE49-F238E27FC236}">
                <a16:creationId xmlns:a16="http://schemas.microsoft.com/office/drawing/2014/main" id="{A3888985-D9DA-3228-C45B-9C5FE817EBBA}"/>
              </a:ext>
            </a:extLst>
          </p:cNvPr>
          <p:cNvSpPr/>
          <p:nvPr/>
        </p:nvSpPr>
        <p:spPr>
          <a:xfrm>
            <a:off x="3428714" y="3575683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2" name="Shape 64">
            <a:extLst>
              <a:ext uri="{FF2B5EF4-FFF2-40B4-BE49-F238E27FC236}">
                <a16:creationId xmlns:a16="http://schemas.microsoft.com/office/drawing/2014/main" id="{29C03A59-047D-8D09-26CC-92E4AB8AD4B0}"/>
              </a:ext>
            </a:extLst>
          </p:cNvPr>
          <p:cNvSpPr/>
          <p:nvPr/>
        </p:nvSpPr>
        <p:spPr>
          <a:xfrm>
            <a:off x="4953248" y="4233936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3" name="Text 65">
            <a:extLst>
              <a:ext uri="{FF2B5EF4-FFF2-40B4-BE49-F238E27FC236}">
                <a16:creationId xmlns:a16="http://schemas.microsoft.com/office/drawing/2014/main" id="{7D7985BA-09EB-7226-D26C-57FD362494E1}"/>
              </a:ext>
            </a:extLst>
          </p:cNvPr>
          <p:cNvSpPr txBox="1"/>
          <p:nvPr/>
        </p:nvSpPr>
        <p:spPr>
          <a:xfrm>
            <a:off x="6570650" y="3014756"/>
            <a:ext cx="2105521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텍스트 데이터를 기반으로 표 생성 요청 시 자동 변환.</a:t>
            </a:r>
            <a:endParaRPr lang="en-US" sz="800"/>
          </a:p>
        </p:txBody>
      </p:sp>
      <p:pic>
        <p:nvPicPr>
          <p:cNvPr id="94" name="Image 11" descr="preencoded.png">
            <a:extLst>
              <a:ext uri="{FF2B5EF4-FFF2-40B4-BE49-F238E27FC236}">
                <a16:creationId xmlns:a16="http://schemas.microsoft.com/office/drawing/2014/main" id="{E7161326-BA34-90F7-29E6-DD77D9A6F9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574" y="3349826"/>
            <a:ext cx="124073" cy="124073"/>
          </a:xfrm>
          <a:prstGeom prst="rect">
            <a:avLst/>
          </a:prstGeom>
        </p:spPr>
      </p:pic>
      <p:pic>
        <p:nvPicPr>
          <p:cNvPr id="95" name="Image 12" descr="preencoded.png">
            <a:extLst>
              <a:ext uri="{FF2B5EF4-FFF2-40B4-BE49-F238E27FC236}">
                <a16:creationId xmlns:a16="http://schemas.microsoft.com/office/drawing/2014/main" id="{3D787043-47D3-C9E9-B2B7-38404A2DAA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53107" y="3349826"/>
            <a:ext cx="124073" cy="124073"/>
          </a:xfrm>
          <a:prstGeom prst="rect">
            <a:avLst/>
          </a:prstGeom>
        </p:spPr>
      </p:pic>
      <p:sp>
        <p:nvSpPr>
          <p:cNvPr id="96" name="Shape 66">
            <a:extLst>
              <a:ext uri="{FF2B5EF4-FFF2-40B4-BE49-F238E27FC236}">
                <a16:creationId xmlns:a16="http://schemas.microsoft.com/office/drawing/2014/main" id="{2A22800A-CBED-AF1D-5F40-AE16423C038A}"/>
              </a:ext>
            </a:extLst>
          </p:cNvPr>
          <p:cNvSpPr/>
          <p:nvPr/>
        </p:nvSpPr>
        <p:spPr>
          <a:xfrm>
            <a:off x="378905" y="3908524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7" name="Shape 67">
            <a:extLst>
              <a:ext uri="{FF2B5EF4-FFF2-40B4-BE49-F238E27FC236}">
                <a16:creationId xmlns:a16="http://schemas.microsoft.com/office/drawing/2014/main" id="{2F824588-D71C-D446-2CF9-0EBD5DD931B9}"/>
              </a:ext>
            </a:extLst>
          </p:cNvPr>
          <p:cNvSpPr/>
          <p:nvPr/>
        </p:nvSpPr>
        <p:spPr>
          <a:xfrm>
            <a:off x="378905" y="4233936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8" name="Text 68">
            <a:extLst>
              <a:ext uri="{FF2B5EF4-FFF2-40B4-BE49-F238E27FC236}">
                <a16:creationId xmlns:a16="http://schemas.microsoft.com/office/drawing/2014/main" id="{4796DBC2-75C8-6C36-8307-052B29C0B926}"/>
              </a:ext>
            </a:extLst>
          </p:cNvPr>
          <p:cNvSpPr txBox="1"/>
          <p:nvPr/>
        </p:nvSpPr>
        <p:spPr>
          <a:xfrm>
            <a:off x="471772" y="3667066"/>
            <a:ext cx="1412907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스타일/톤 일괄 적용</a:t>
            </a:r>
            <a:endParaRPr lang="en-US" sz="1000"/>
          </a:p>
        </p:txBody>
      </p:sp>
      <p:sp>
        <p:nvSpPr>
          <p:cNvPr id="99" name="Shape 69">
            <a:extLst>
              <a:ext uri="{FF2B5EF4-FFF2-40B4-BE49-F238E27FC236}">
                <a16:creationId xmlns:a16="http://schemas.microsoft.com/office/drawing/2014/main" id="{A978D3DF-86CE-F86F-8EF2-4049CA9C2B43}"/>
              </a:ext>
            </a:extLst>
          </p:cNvPr>
          <p:cNvSpPr/>
          <p:nvPr/>
        </p:nvSpPr>
        <p:spPr>
          <a:xfrm>
            <a:off x="3428714" y="3908524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00" name="Shape 70">
            <a:extLst>
              <a:ext uri="{FF2B5EF4-FFF2-40B4-BE49-F238E27FC236}">
                <a16:creationId xmlns:a16="http://schemas.microsoft.com/office/drawing/2014/main" id="{74FC0488-A999-1449-2294-083CD74B2197}"/>
              </a:ext>
            </a:extLst>
          </p:cNvPr>
          <p:cNvSpPr/>
          <p:nvPr/>
        </p:nvSpPr>
        <p:spPr>
          <a:xfrm>
            <a:off x="4953248" y="3908524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01" name="Text 71">
            <a:extLst>
              <a:ext uri="{FF2B5EF4-FFF2-40B4-BE49-F238E27FC236}">
                <a16:creationId xmlns:a16="http://schemas.microsoft.com/office/drawing/2014/main" id="{F87F6DF3-AF4E-2A92-8C35-0E552F46DDCC}"/>
              </a:ext>
            </a:extLst>
          </p:cNvPr>
          <p:cNvSpPr txBox="1"/>
          <p:nvPr/>
        </p:nvSpPr>
        <p:spPr>
          <a:xfrm>
            <a:off x="6570650" y="3281475"/>
            <a:ext cx="2871502" cy="255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"~파일 참조해서 작성해줘" 지원 (최대 3개 권장). OneDrive 상의 파일이어야 함.</a:t>
            </a:r>
            <a:endParaRPr lang="en-US" sz="800"/>
          </a:p>
        </p:txBody>
      </p:sp>
      <p:pic>
        <p:nvPicPr>
          <p:cNvPr id="102" name="Image 13" descr="preencoded.png">
            <a:extLst>
              <a:ext uri="{FF2B5EF4-FFF2-40B4-BE49-F238E27FC236}">
                <a16:creationId xmlns:a16="http://schemas.microsoft.com/office/drawing/2014/main" id="{FA9E30DA-19CE-0E80-9A0D-119F278E4E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574" y="3682668"/>
            <a:ext cx="124073" cy="124073"/>
          </a:xfrm>
          <a:prstGeom prst="rect">
            <a:avLst/>
          </a:prstGeom>
        </p:spPr>
      </p:pic>
      <p:pic>
        <p:nvPicPr>
          <p:cNvPr id="103" name="Image 14" descr="preencoded.png">
            <a:extLst>
              <a:ext uri="{FF2B5EF4-FFF2-40B4-BE49-F238E27FC236}">
                <a16:creationId xmlns:a16="http://schemas.microsoft.com/office/drawing/2014/main" id="{4A79D606-8095-77C0-C855-A5284EB06E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1279" y="3696041"/>
            <a:ext cx="108470" cy="108470"/>
          </a:xfrm>
          <a:prstGeom prst="rect">
            <a:avLst/>
          </a:prstGeom>
        </p:spPr>
      </p:pic>
      <p:sp>
        <p:nvSpPr>
          <p:cNvPr id="104" name="Shape 72">
            <a:extLst>
              <a:ext uri="{FF2B5EF4-FFF2-40B4-BE49-F238E27FC236}">
                <a16:creationId xmlns:a16="http://schemas.microsoft.com/office/drawing/2014/main" id="{514CD64D-9989-EC1F-5440-362BECD16C8C}"/>
              </a:ext>
            </a:extLst>
          </p:cNvPr>
          <p:cNvSpPr/>
          <p:nvPr/>
        </p:nvSpPr>
        <p:spPr>
          <a:xfrm>
            <a:off x="3428714" y="4233936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05" name="Text 73">
            <a:extLst>
              <a:ext uri="{FF2B5EF4-FFF2-40B4-BE49-F238E27FC236}">
                <a16:creationId xmlns:a16="http://schemas.microsoft.com/office/drawing/2014/main" id="{B2EC4D51-3EDE-A7E9-78FA-957CE6624EB8}"/>
              </a:ext>
            </a:extLst>
          </p:cNvPr>
          <p:cNvSpPr txBox="1"/>
          <p:nvPr/>
        </p:nvSpPr>
        <p:spPr>
          <a:xfrm>
            <a:off x="6570650" y="3614317"/>
            <a:ext cx="2864072" cy="255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복잡한 서식 스타일 적용은 데스크톱 앱이 더 유리함. 웹은 기본 스타일 위주.</a:t>
            </a:r>
            <a:endParaRPr lang="en-US" sz="800"/>
          </a:p>
        </p:txBody>
      </p:sp>
      <p:pic>
        <p:nvPicPr>
          <p:cNvPr id="106" name="Image 15" descr="preencoded.png">
            <a:extLst>
              <a:ext uri="{FF2B5EF4-FFF2-40B4-BE49-F238E27FC236}">
                <a16:creationId xmlns:a16="http://schemas.microsoft.com/office/drawing/2014/main" id="{A85BB9E3-F5A4-3081-0281-6F1D305B41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574" y="4011052"/>
            <a:ext cx="124073" cy="124073"/>
          </a:xfrm>
          <a:prstGeom prst="rect">
            <a:avLst/>
          </a:prstGeom>
        </p:spPr>
      </p:pic>
      <p:pic>
        <p:nvPicPr>
          <p:cNvPr id="107" name="Image 16" descr="preencoded.png">
            <a:extLst>
              <a:ext uri="{FF2B5EF4-FFF2-40B4-BE49-F238E27FC236}">
                <a16:creationId xmlns:a16="http://schemas.microsoft.com/office/drawing/2014/main" id="{E454A86A-D81A-E1A7-B67B-1E60B04F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53107" y="4011052"/>
            <a:ext cx="124073" cy="124073"/>
          </a:xfrm>
          <a:prstGeom prst="rect">
            <a:avLst/>
          </a:prstGeom>
        </p:spPr>
      </p:pic>
      <p:sp>
        <p:nvSpPr>
          <p:cNvPr id="108" name="Text 74">
            <a:extLst>
              <a:ext uri="{FF2B5EF4-FFF2-40B4-BE49-F238E27FC236}">
                <a16:creationId xmlns:a16="http://schemas.microsoft.com/office/drawing/2014/main" id="{7B779E51-4639-BDB4-283D-AA7D2573370C}"/>
              </a:ext>
            </a:extLst>
          </p:cNvPr>
          <p:cNvSpPr txBox="1"/>
          <p:nvPr/>
        </p:nvSpPr>
        <p:spPr>
          <a:xfrm>
            <a:off x="6570650" y="4005108"/>
            <a:ext cx="1711014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작성된 내용에 대한 피드백 및 개선점 제안.</a:t>
            </a:r>
            <a:endParaRPr lang="en-US" sz="800"/>
          </a:p>
        </p:txBody>
      </p:sp>
      <p:pic>
        <p:nvPicPr>
          <p:cNvPr id="109" name="Image 18" descr="preencoded.png">
            <a:extLst>
              <a:ext uri="{FF2B5EF4-FFF2-40B4-BE49-F238E27FC236}">
                <a16:creationId xmlns:a16="http://schemas.microsoft.com/office/drawing/2014/main" id="{0B0C6259-DC33-9151-7173-DCA5B85BBF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53107" y="4340179"/>
            <a:ext cx="124073" cy="124073"/>
          </a:xfrm>
          <a:prstGeom prst="rect">
            <a:avLst/>
          </a:prstGeom>
        </p:spPr>
      </p:pic>
      <p:sp>
        <p:nvSpPr>
          <p:cNvPr id="110" name="Text 75">
            <a:extLst>
              <a:ext uri="{FF2B5EF4-FFF2-40B4-BE49-F238E27FC236}">
                <a16:creationId xmlns:a16="http://schemas.microsoft.com/office/drawing/2014/main" id="{3BF8D81C-361A-5D39-973E-CDE47317E6F0}"/>
              </a:ext>
            </a:extLst>
          </p:cNvPr>
          <p:cNvSpPr txBox="1"/>
          <p:nvPr/>
        </p:nvSpPr>
        <p:spPr>
          <a:xfrm>
            <a:off x="6570650" y="4334235"/>
            <a:ext cx="2817267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800"/>
          </a:p>
        </p:txBody>
      </p:sp>
      <p:pic>
        <p:nvPicPr>
          <p:cNvPr id="111" name="Image 15" descr="preencoded.png">
            <a:extLst>
              <a:ext uri="{FF2B5EF4-FFF2-40B4-BE49-F238E27FC236}">
                <a16:creationId xmlns:a16="http://schemas.microsoft.com/office/drawing/2014/main" id="{2592FB40-CA27-0E92-DF6C-92A905B915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326" y="4342407"/>
            <a:ext cx="124073" cy="124073"/>
          </a:xfrm>
          <a:prstGeom prst="rect">
            <a:avLst/>
          </a:prstGeom>
        </p:spPr>
      </p:pic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F275373D-BDB9-DB03-BFDB-FDBD62952DBC}"/>
              </a:ext>
            </a:extLst>
          </p:cNvPr>
          <p:cNvGrpSpPr/>
          <p:nvPr/>
        </p:nvGrpSpPr>
        <p:grpSpPr>
          <a:xfrm>
            <a:off x="378905" y="325078"/>
            <a:ext cx="309810" cy="309810"/>
            <a:chOff x="371476" y="793757"/>
            <a:chExt cx="309810" cy="309810"/>
          </a:xfrm>
        </p:grpSpPr>
        <p:sp>
          <p:nvSpPr>
            <p:cNvPr id="113" name="Shape 4">
              <a:extLst>
                <a:ext uri="{FF2B5EF4-FFF2-40B4-BE49-F238E27FC236}">
                  <a16:creationId xmlns:a16="http://schemas.microsoft.com/office/drawing/2014/main" id="{F3A5643E-217E-4AC5-BE2C-EE442B7F7593}"/>
                </a:ext>
              </a:extLst>
            </p:cNvPr>
            <p:cNvSpPr/>
            <p:nvPr/>
          </p:nvSpPr>
          <p:spPr>
            <a:xfrm>
              <a:off x="371476" y="793757"/>
              <a:ext cx="309810" cy="309810"/>
            </a:xfrm>
            <a:prstGeom prst="roundRect">
              <a:avLst>
                <a:gd name="adj" fmla="val 47962"/>
              </a:avLst>
            </a:prstGeom>
            <a:solidFill>
              <a:srgbClr val="2B579A"/>
            </a:solidFill>
            <a:ln/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ko-KR" altLang="en-US" sz="1463"/>
            </a:p>
          </p:txBody>
        </p:sp>
        <p:pic>
          <p:nvPicPr>
            <p:cNvPr id="114" name="Image 0" descr="preencoded.png">
              <a:extLst>
                <a:ext uri="{FF2B5EF4-FFF2-40B4-BE49-F238E27FC236}">
                  <a16:creationId xmlns:a16="http://schemas.microsoft.com/office/drawing/2014/main" id="{2D8CEA81-9908-30BE-35B7-FD767EF66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68058" y="871024"/>
              <a:ext cx="115900" cy="1545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3533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BF61D-7C23-BA54-EFA8-363247D50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603229A-04DF-C79A-F921-DF95C50DC9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302420"/>
            <a:ext cx="7782378" cy="263637"/>
          </a:xfrm>
        </p:spPr>
        <p:txBody>
          <a:bodyPr/>
          <a:lstStyle/>
          <a:p>
            <a:r>
              <a:rPr lang="en-US" altLang="ko-KR" sz="1800">
                <a:solidFill>
                  <a:srgbClr val="111827"/>
                </a:solidFill>
              </a:rPr>
              <a:t>     PowerPoint Copilot </a:t>
            </a:r>
            <a:r>
              <a:rPr lang="en-US" altLang="ko-KR" sz="1800" err="1">
                <a:solidFill>
                  <a:srgbClr val="111827"/>
                </a:solidFill>
              </a:rPr>
              <a:t>기능</a:t>
            </a:r>
            <a:r>
              <a:rPr lang="en-US" altLang="ko-KR" sz="1800">
                <a:solidFill>
                  <a:srgbClr val="111827"/>
                </a:solidFill>
              </a:rPr>
              <a:t> </a:t>
            </a:r>
            <a:r>
              <a:rPr lang="en-US" altLang="ko-KR" sz="1800" err="1">
                <a:solidFill>
                  <a:srgbClr val="111827"/>
                </a:solidFill>
              </a:rPr>
              <a:t>비교</a:t>
            </a:r>
            <a:r>
              <a:rPr lang="en-US" altLang="ko-KR" sz="1800">
                <a:solidFill>
                  <a:srgbClr val="111827"/>
                </a:solidFill>
              </a:rPr>
              <a:t> </a:t>
            </a:r>
            <a:r>
              <a:rPr lang="en-US" altLang="ko-KR" sz="1800">
                <a:solidFill>
                  <a:srgbClr val="111827"/>
                </a:solidFill>
                <a:cs typeface="Noto Sans KR" pitchFamily="34" charset="-120"/>
              </a:rPr>
              <a:t>- </a:t>
            </a:r>
            <a:r>
              <a:rPr lang="en-US" altLang="ko-KR" sz="1800" err="1">
                <a:solidFill>
                  <a:srgbClr val="6B7280"/>
                </a:solidFill>
                <a:cs typeface="Noto Sans KR" pitchFamily="34" charset="-120"/>
              </a:rPr>
              <a:t>데스크톱</a:t>
            </a:r>
            <a:r>
              <a:rPr lang="en-US" altLang="ko-KR" sz="1800">
                <a:solidFill>
                  <a:srgbClr val="6B7280"/>
                </a:solidFill>
                <a:cs typeface="Noto Sans KR" pitchFamily="34" charset="-120"/>
              </a:rPr>
              <a:t> 앱(App) vs 웹(Web)</a:t>
            </a:r>
            <a:endParaRPr lang="en-US" altLang="ko-KR" sz="1800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472CCDC0-333C-073E-E4FB-963D688A7CC3}"/>
              </a:ext>
            </a:extLst>
          </p:cNvPr>
          <p:cNvSpPr/>
          <p:nvPr/>
        </p:nvSpPr>
        <p:spPr>
          <a:xfrm>
            <a:off x="371476" y="1124087"/>
            <a:ext cx="9162802" cy="2956198"/>
          </a:xfrm>
          <a:prstGeom prst="roundRect">
            <a:avLst>
              <a:gd name="adj" fmla="val 7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 sz="1000"/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6ADA9D96-828F-735B-417D-D280B6E24C9F}"/>
              </a:ext>
            </a:extLst>
          </p:cNvPr>
          <p:cNvSpPr/>
          <p:nvPr/>
        </p:nvSpPr>
        <p:spPr>
          <a:xfrm>
            <a:off x="378905" y="1132259"/>
            <a:ext cx="3049067" cy="325412"/>
          </a:xfrm>
          <a:prstGeom prst="rect">
            <a:avLst/>
          </a:prstGeom>
          <a:solidFill>
            <a:srgbClr val="FEF4F2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5" name="Shape 11">
            <a:extLst>
              <a:ext uri="{FF2B5EF4-FFF2-40B4-BE49-F238E27FC236}">
                <a16:creationId xmlns:a16="http://schemas.microsoft.com/office/drawing/2014/main" id="{6FD323DC-FCE5-4ABF-64C7-CFA0050C7D7A}"/>
              </a:ext>
            </a:extLst>
          </p:cNvPr>
          <p:cNvSpPr/>
          <p:nvPr/>
        </p:nvSpPr>
        <p:spPr>
          <a:xfrm>
            <a:off x="378905" y="1442069"/>
            <a:ext cx="3049067" cy="15602"/>
          </a:xfrm>
          <a:prstGeom prst="rect">
            <a:avLst/>
          </a:prstGeom>
          <a:solidFill>
            <a:srgbClr val="B7472A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DED214BA-DC46-3013-22FA-17BAF8AF7B91}"/>
              </a:ext>
            </a:extLst>
          </p:cNvPr>
          <p:cNvSpPr txBox="1"/>
          <p:nvPr/>
        </p:nvSpPr>
        <p:spPr>
          <a:xfrm>
            <a:off x="471773" y="1193923"/>
            <a:ext cx="58841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B74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기능 항목</a:t>
            </a:r>
            <a:endParaRPr lang="en-US" sz="1000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C27C09D4-52A1-7E66-2E06-29F2A5FECFA5}"/>
              </a:ext>
            </a:extLst>
          </p:cNvPr>
          <p:cNvSpPr/>
          <p:nvPr/>
        </p:nvSpPr>
        <p:spPr>
          <a:xfrm>
            <a:off x="3428714" y="1132259"/>
            <a:ext cx="1524534" cy="325412"/>
          </a:xfrm>
          <a:prstGeom prst="rect">
            <a:avLst/>
          </a:prstGeom>
          <a:solidFill>
            <a:srgbClr val="FEF4F2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661547EA-358A-E4CF-A4DA-C9D3F755D45D}"/>
              </a:ext>
            </a:extLst>
          </p:cNvPr>
          <p:cNvSpPr/>
          <p:nvPr/>
        </p:nvSpPr>
        <p:spPr>
          <a:xfrm>
            <a:off x="3428714" y="1442069"/>
            <a:ext cx="1524534" cy="15602"/>
          </a:xfrm>
          <a:prstGeom prst="rect">
            <a:avLst/>
          </a:prstGeom>
          <a:solidFill>
            <a:srgbClr val="B7472A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1F135FD6-DE50-4895-3E4C-80E7260E1F54}"/>
              </a:ext>
            </a:extLst>
          </p:cNvPr>
          <p:cNvSpPr txBox="1"/>
          <p:nvPr/>
        </p:nvSpPr>
        <p:spPr>
          <a:xfrm>
            <a:off x="3521583" y="1193923"/>
            <a:ext cx="92125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B74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데스크톱 (App)</a:t>
            </a:r>
            <a:endParaRPr lang="en-US" sz="1000"/>
          </a:p>
        </p:txBody>
      </p:sp>
      <p:sp>
        <p:nvSpPr>
          <p:cNvPr id="10" name="Shape 16">
            <a:extLst>
              <a:ext uri="{FF2B5EF4-FFF2-40B4-BE49-F238E27FC236}">
                <a16:creationId xmlns:a16="http://schemas.microsoft.com/office/drawing/2014/main" id="{003C2E17-F3E3-779A-6383-0FDF312AC89A}"/>
              </a:ext>
            </a:extLst>
          </p:cNvPr>
          <p:cNvSpPr/>
          <p:nvPr/>
        </p:nvSpPr>
        <p:spPr>
          <a:xfrm>
            <a:off x="4953248" y="1132259"/>
            <a:ext cx="1524534" cy="325412"/>
          </a:xfrm>
          <a:prstGeom prst="rect">
            <a:avLst/>
          </a:prstGeom>
          <a:solidFill>
            <a:srgbClr val="FEF4F2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1" name="Shape 17">
            <a:extLst>
              <a:ext uri="{FF2B5EF4-FFF2-40B4-BE49-F238E27FC236}">
                <a16:creationId xmlns:a16="http://schemas.microsoft.com/office/drawing/2014/main" id="{9433D98B-39C6-0730-B4BF-E5FD766DED2E}"/>
              </a:ext>
            </a:extLst>
          </p:cNvPr>
          <p:cNvSpPr/>
          <p:nvPr/>
        </p:nvSpPr>
        <p:spPr>
          <a:xfrm>
            <a:off x="4953248" y="1442069"/>
            <a:ext cx="1524534" cy="15602"/>
          </a:xfrm>
          <a:prstGeom prst="rect">
            <a:avLst/>
          </a:prstGeom>
          <a:solidFill>
            <a:srgbClr val="B7472A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F1219472-E992-EF07-EA6E-90412F6DC6E6}"/>
              </a:ext>
            </a:extLst>
          </p:cNvPr>
          <p:cNvSpPr txBox="1"/>
          <p:nvPr/>
        </p:nvSpPr>
        <p:spPr>
          <a:xfrm>
            <a:off x="5046117" y="1193923"/>
            <a:ext cx="60401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B74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웹 (Web)</a:t>
            </a:r>
            <a:endParaRPr lang="en-US" sz="1000"/>
          </a:p>
        </p:txBody>
      </p:sp>
      <p:sp>
        <p:nvSpPr>
          <p:cNvPr id="13" name="Shape 19">
            <a:extLst>
              <a:ext uri="{FF2B5EF4-FFF2-40B4-BE49-F238E27FC236}">
                <a16:creationId xmlns:a16="http://schemas.microsoft.com/office/drawing/2014/main" id="{9068B777-ACBC-6081-3982-AB633CBCBC63}"/>
              </a:ext>
            </a:extLst>
          </p:cNvPr>
          <p:cNvSpPr/>
          <p:nvPr/>
        </p:nvSpPr>
        <p:spPr>
          <a:xfrm>
            <a:off x="6477781" y="1132259"/>
            <a:ext cx="3049067" cy="325412"/>
          </a:xfrm>
          <a:prstGeom prst="rect">
            <a:avLst/>
          </a:prstGeom>
          <a:solidFill>
            <a:srgbClr val="FEF4F2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4" name="Shape 20">
            <a:extLst>
              <a:ext uri="{FF2B5EF4-FFF2-40B4-BE49-F238E27FC236}">
                <a16:creationId xmlns:a16="http://schemas.microsoft.com/office/drawing/2014/main" id="{9FA8E7A5-30F0-9893-D023-658572FCE8C1}"/>
              </a:ext>
            </a:extLst>
          </p:cNvPr>
          <p:cNvSpPr/>
          <p:nvPr/>
        </p:nvSpPr>
        <p:spPr>
          <a:xfrm>
            <a:off x="6477781" y="1442069"/>
            <a:ext cx="3049067" cy="15602"/>
          </a:xfrm>
          <a:prstGeom prst="rect">
            <a:avLst/>
          </a:prstGeom>
          <a:solidFill>
            <a:srgbClr val="B7472A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5" name="Text 21">
            <a:extLst>
              <a:ext uri="{FF2B5EF4-FFF2-40B4-BE49-F238E27FC236}">
                <a16:creationId xmlns:a16="http://schemas.microsoft.com/office/drawing/2014/main" id="{6DEE4C17-5464-EA00-F055-DD3A7C1F49CA}"/>
              </a:ext>
            </a:extLst>
          </p:cNvPr>
          <p:cNvSpPr txBox="1"/>
          <p:nvPr/>
        </p:nvSpPr>
        <p:spPr>
          <a:xfrm>
            <a:off x="6570650" y="1193923"/>
            <a:ext cx="114079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B74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실무 메모 / 비고</a:t>
            </a:r>
            <a:endParaRPr lang="en-US" sz="1000"/>
          </a:p>
        </p:txBody>
      </p:sp>
      <p:sp>
        <p:nvSpPr>
          <p:cNvPr id="16" name="Shape 22">
            <a:extLst>
              <a:ext uri="{FF2B5EF4-FFF2-40B4-BE49-F238E27FC236}">
                <a16:creationId xmlns:a16="http://schemas.microsoft.com/office/drawing/2014/main" id="{C5E25D94-6D72-AC60-D1A0-6FD91930F35A}"/>
              </a:ext>
            </a:extLst>
          </p:cNvPr>
          <p:cNvSpPr/>
          <p:nvPr/>
        </p:nvSpPr>
        <p:spPr>
          <a:xfrm>
            <a:off x="378905" y="1890810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7" name="Text 23">
            <a:extLst>
              <a:ext uri="{FF2B5EF4-FFF2-40B4-BE49-F238E27FC236}">
                <a16:creationId xmlns:a16="http://schemas.microsoft.com/office/drawing/2014/main" id="{A01C388A-275F-FF2D-E144-56BAA32F6DD9}"/>
              </a:ext>
            </a:extLst>
          </p:cNvPr>
          <p:cNvSpPr txBox="1"/>
          <p:nvPr/>
        </p:nvSpPr>
        <p:spPr>
          <a:xfrm>
            <a:off x="471773" y="1589916"/>
            <a:ext cx="1496091" cy="16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프롬프트/파일로 생성</a:t>
            </a:r>
            <a:endParaRPr lang="en-US" sz="1000"/>
          </a:p>
        </p:txBody>
      </p:sp>
      <p:sp>
        <p:nvSpPr>
          <p:cNvPr id="18" name="Shape 24">
            <a:extLst>
              <a:ext uri="{FF2B5EF4-FFF2-40B4-BE49-F238E27FC236}">
                <a16:creationId xmlns:a16="http://schemas.microsoft.com/office/drawing/2014/main" id="{C9431F52-55F2-9E98-207F-67C7C975BB37}"/>
              </a:ext>
            </a:extLst>
          </p:cNvPr>
          <p:cNvSpPr/>
          <p:nvPr/>
        </p:nvSpPr>
        <p:spPr>
          <a:xfrm>
            <a:off x="3428714" y="1890810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5329363B-064C-FE20-2864-BDAA85B21F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1144" y="1598832"/>
            <a:ext cx="139674" cy="139674"/>
          </a:xfrm>
          <a:prstGeom prst="rect">
            <a:avLst/>
          </a:prstGeom>
        </p:spPr>
      </p:pic>
      <p:sp>
        <p:nvSpPr>
          <p:cNvPr id="21" name="Shape 25">
            <a:extLst>
              <a:ext uri="{FF2B5EF4-FFF2-40B4-BE49-F238E27FC236}">
                <a16:creationId xmlns:a16="http://schemas.microsoft.com/office/drawing/2014/main" id="{4CB390E1-B79A-B320-F449-8ACA1749FA45}"/>
              </a:ext>
            </a:extLst>
          </p:cNvPr>
          <p:cNvSpPr/>
          <p:nvPr/>
        </p:nvSpPr>
        <p:spPr>
          <a:xfrm>
            <a:off x="4953248" y="1890810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CB382031-64A4-7675-7249-32B5BA703B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45678" y="1598832"/>
            <a:ext cx="139674" cy="139674"/>
          </a:xfrm>
          <a:prstGeom prst="rect">
            <a:avLst/>
          </a:prstGeom>
        </p:spPr>
      </p:pic>
      <p:sp>
        <p:nvSpPr>
          <p:cNvPr id="23" name="Shape 26">
            <a:extLst>
              <a:ext uri="{FF2B5EF4-FFF2-40B4-BE49-F238E27FC236}">
                <a16:creationId xmlns:a16="http://schemas.microsoft.com/office/drawing/2014/main" id="{E7B956B0-0EB8-E83C-339C-AD3A32443A88}"/>
              </a:ext>
            </a:extLst>
          </p:cNvPr>
          <p:cNvSpPr/>
          <p:nvPr/>
        </p:nvSpPr>
        <p:spPr>
          <a:xfrm>
            <a:off x="378905" y="1898241"/>
            <a:ext cx="9147943" cy="425710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24" name="Shape 27">
            <a:extLst>
              <a:ext uri="{FF2B5EF4-FFF2-40B4-BE49-F238E27FC236}">
                <a16:creationId xmlns:a16="http://schemas.microsoft.com/office/drawing/2014/main" id="{E52D58AA-EB0A-1B3D-5E0C-394B3438B5EB}"/>
              </a:ext>
            </a:extLst>
          </p:cNvPr>
          <p:cNvSpPr/>
          <p:nvPr/>
        </p:nvSpPr>
        <p:spPr>
          <a:xfrm>
            <a:off x="6477781" y="1890810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25" name="Shape 28">
            <a:extLst>
              <a:ext uri="{FF2B5EF4-FFF2-40B4-BE49-F238E27FC236}">
                <a16:creationId xmlns:a16="http://schemas.microsoft.com/office/drawing/2014/main" id="{638DE1CF-E1B6-2C34-7185-D65440E33F7E}"/>
              </a:ext>
            </a:extLst>
          </p:cNvPr>
          <p:cNvSpPr/>
          <p:nvPr/>
        </p:nvSpPr>
        <p:spPr>
          <a:xfrm>
            <a:off x="378905" y="2316521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26" name="Shape 29">
            <a:extLst>
              <a:ext uri="{FF2B5EF4-FFF2-40B4-BE49-F238E27FC236}">
                <a16:creationId xmlns:a16="http://schemas.microsoft.com/office/drawing/2014/main" id="{8001158E-5E85-9BEF-576F-E270950117A1}"/>
              </a:ext>
            </a:extLst>
          </p:cNvPr>
          <p:cNvSpPr/>
          <p:nvPr/>
        </p:nvSpPr>
        <p:spPr>
          <a:xfrm>
            <a:off x="378905" y="2757833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27" name="Text 30">
            <a:extLst>
              <a:ext uri="{FF2B5EF4-FFF2-40B4-BE49-F238E27FC236}">
                <a16:creationId xmlns:a16="http://schemas.microsoft.com/office/drawing/2014/main" id="{EF018F99-41D3-D17E-23FC-8119F5116B58}"/>
              </a:ext>
            </a:extLst>
          </p:cNvPr>
          <p:cNvSpPr txBox="1"/>
          <p:nvPr/>
        </p:nvSpPr>
        <p:spPr>
          <a:xfrm>
            <a:off x="471772" y="2023057"/>
            <a:ext cx="1688109" cy="16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슬라이드 요약/핵심 추출</a:t>
            </a:r>
            <a:endParaRPr lang="en-US" sz="1000"/>
          </a:p>
        </p:txBody>
      </p:sp>
      <p:sp>
        <p:nvSpPr>
          <p:cNvPr id="112" name="Shape 31">
            <a:extLst>
              <a:ext uri="{FF2B5EF4-FFF2-40B4-BE49-F238E27FC236}">
                <a16:creationId xmlns:a16="http://schemas.microsoft.com/office/drawing/2014/main" id="{C7395BAB-BE4B-3831-DFDE-0C5D364DFC9E}"/>
              </a:ext>
            </a:extLst>
          </p:cNvPr>
          <p:cNvSpPr/>
          <p:nvPr/>
        </p:nvSpPr>
        <p:spPr>
          <a:xfrm>
            <a:off x="3428714" y="2316521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16" name="Text 32">
            <a:extLst>
              <a:ext uri="{FF2B5EF4-FFF2-40B4-BE49-F238E27FC236}">
                <a16:creationId xmlns:a16="http://schemas.microsoft.com/office/drawing/2014/main" id="{51423972-647C-D28E-8605-992437F4FC04}"/>
              </a:ext>
            </a:extLst>
          </p:cNvPr>
          <p:cNvSpPr txBox="1"/>
          <p:nvPr/>
        </p:nvSpPr>
        <p:spPr>
          <a:xfrm>
            <a:off x="6570650" y="1518594"/>
            <a:ext cx="2890818" cy="30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주제 입력 또는 Word 문서 파일을 기반으로 전체 프레젠테이션 초안 생성.</a:t>
            </a:r>
            <a:endParaRPr lang="en-US" sz="1000"/>
          </a:p>
        </p:txBody>
      </p:sp>
      <p:pic>
        <p:nvPicPr>
          <p:cNvPr id="117" name="Image 3" descr="preencoded.png">
            <a:extLst>
              <a:ext uri="{FF2B5EF4-FFF2-40B4-BE49-F238E27FC236}">
                <a16:creationId xmlns:a16="http://schemas.microsoft.com/office/drawing/2014/main" id="{6997729F-3648-0E6D-E583-D7FBF402EF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1144" y="2032715"/>
            <a:ext cx="139674" cy="139674"/>
          </a:xfrm>
          <a:prstGeom prst="rect">
            <a:avLst/>
          </a:prstGeom>
        </p:spPr>
      </p:pic>
      <p:sp>
        <p:nvSpPr>
          <p:cNvPr id="118" name="Text 33">
            <a:extLst>
              <a:ext uri="{FF2B5EF4-FFF2-40B4-BE49-F238E27FC236}">
                <a16:creationId xmlns:a16="http://schemas.microsoft.com/office/drawing/2014/main" id="{A0A9230E-7DF7-8AA5-3AC6-A087C0AE7CCA}"/>
              </a:ext>
            </a:extLst>
          </p:cNvPr>
          <p:cNvSpPr txBox="1"/>
          <p:nvPr/>
        </p:nvSpPr>
        <p:spPr>
          <a:xfrm>
            <a:off x="471773" y="2456939"/>
            <a:ext cx="1496091" cy="16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디자인/레이아웃 개선</a:t>
            </a:r>
            <a:endParaRPr lang="en-US" sz="1000"/>
          </a:p>
        </p:txBody>
      </p:sp>
      <p:sp>
        <p:nvSpPr>
          <p:cNvPr id="119" name="Shape 34">
            <a:extLst>
              <a:ext uri="{FF2B5EF4-FFF2-40B4-BE49-F238E27FC236}">
                <a16:creationId xmlns:a16="http://schemas.microsoft.com/office/drawing/2014/main" id="{E0CBB586-7D21-7512-6FA9-1DC188976454}"/>
              </a:ext>
            </a:extLst>
          </p:cNvPr>
          <p:cNvSpPr/>
          <p:nvPr/>
        </p:nvSpPr>
        <p:spPr>
          <a:xfrm>
            <a:off x="4953248" y="2316521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pic>
        <p:nvPicPr>
          <p:cNvPr id="120" name="Image 4" descr="preencoded.png">
            <a:extLst>
              <a:ext uri="{FF2B5EF4-FFF2-40B4-BE49-F238E27FC236}">
                <a16:creationId xmlns:a16="http://schemas.microsoft.com/office/drawing/2014/main" id="{0BAAE264-6ADB-60C9-2133-063157D5CA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45678" y="2032715"/>
            <a:ext cx="139674" cy="139674"/>
          </a:xfrm>
          <a:prstGeom prst="rect">
            <a:avLst/>
          </a:prstGeom>
        </p:spPr>
      </p:pic>
      <p:sp>
        <p:nvSpPr>
          <p:cNvPr id="121" name="Shape 35">
            <a:extLst>
              <a:ext uri="{FF2B5EF4-FFF2-40B4-BE49-F238E27FC236}">
                <a16:creationId xmlns:a16="http://schemas.microsoft.com/office/drawing/2014/main" id="{5DABD7F7-C92C-AA4A-BE89-BA1F0200A0B8}"/>
              </a:ext>
            </a:extLst>
          </p:cNvPr>
          <p:cNvSpPr/>
          <p:nvPr/>
        </p:nvSpPr>
        <p:spPr>
          <a:xfrm>
            <a:off x="6477781" y="2316521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22" name="Shape 36">
            <a:extLst>
              <a:ext uri="{FF2B5EF4-FFF2-40B4-BE49-F238E27FC236}">
                <a16:creationId xmlns:a16="http://schemas.microsoft.com/office/drawing/2014/main" id="{08866AE5-4DD2-FAA7-0076-BACEA6A36497}"/>
              </a:ext>
            </a:extLst>
          </p:cNvPr>
          <p:cNvSpPr/>
          <p:nvPr/>
        </p:nvSpPr>
        <p:spPr>
          <a:xfrm>
            <a:off x="3428714" y="2757833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23" name="Text 37">
            <a:extLst>
              <a:ext uri="{FF2B5EF4-FFF2-40B4-BE49-F238E27FC236}">
                <a16:creationId xmlns:a16="http://schemas.microsoft.com/office/drawing/2014/main" id="{B409AAAA-DE32-9C87-0D7D-7A472EF8B539}"/>
              </a:ext>
            </a:extLst>
          </p:cNvPr>
          <p:cNvSpPr txBox="1"/>
          <p:nvPr/>
        </p:nvSpPr>
        <p:spPr>
          <a:xfrm>
            <a:off x="6570650" y="2029742"/>
            <a:ext cx="2589181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긴 프레젠테이션의 내용을 핵심 포인트로 요약하여 제공.</a:t>
            </a:r>
            <a:endParaRPr lang="en-US" sz="1000"/>
          </a:p>
        </p:txBody>
      </p:sp>
      <p:pic>
        <p:nvPicPr>
          <p:cNvPr id="124" name="Image 5" descr="preencoded.png">
            <a:extLst>
              <a:ext uri="{FF2B5EF4-FFF2-40B4-BE49-F238E27FC236}">
                <a16:creationId xmlns:a16="http://schemas.microsoft.com/office/drawing/2014/main" id="{C35EB790-3AE3-A30B-0EE2-54F4F138A4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1144" y="2465855"/>
            <a:ext cx="139674" cy="139674"/>
          </a:xfrm>
          <a:prstGeom prst="rect">
            <a:avLst/>
          </a:prstGeom>
        </p:spPr>
      </p:pic>
      <p:sp>
        <p:nvSpPr>
          <p:cNvPr id="125" name="Shape 38">
            <a:extLst>
              <a:ext uri="{FF2B5EF4-FFF2-40B4-BE49-F238E27FC236}">
                <a16:creationId xmlns:a16="http://schemas.microsoft.com/office/drawing/2014/main" id="{F32E3CAA-0986-3307-7699-0B38376E0C52}"/>
              </a:ext>
            </a:extLst>
          </p:cNvPr>
          <p:cNvSpPr/>
          <p:nvPr/>
        </p:nvSpPr>
        <p:spPr>
          <a:xfrm>
            <a:off x="4953248" y="2757833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pic>
        <p:nvPicPr>
          <p:cNvPr id="126" name="Image 6" descr="preencoded.png">
            <a:extLst>
              <a:ext uri="{FF2B5EF4-FFF2-40B4-BE49-F238E27FC236}">
                <a16:creationId xmlns:a16="http://schemas.microsoft.com/office/drawing/2014/main" id="{A4BF014D-2403-5859-4B28-D90DAF50E5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45678" y="2465855"/>
            <a:ext cx="139674" cy="139674"/>
          </a:xfrm>
          <a:prstGeom prst="rect">
            <a:avLst/>
          </a:prstGeom>
        </p:spPr>
      </p:pic>
      <p:sp>
        <p:nvSpPr>
          <p:cNvPr id="127" name="Shape 39">
            <a:extLst>
              <a:ext uri="{FF2B5EF4-FFF2-40B4-BE49-F238E27FC236}">
                <a16:creationId xmlns:a16="http://schemas.microsoft.com/office/drawing/2014/main" id="{BD8B215A-BA61-A4C3-FB01-062CB55CEA76}"/>
              </a:ext>
            </a:extLst>
          </p:cNvPr>
          <p:cNvSpPr/>
          <p:nvPr/>
        </p:nvSpPr>
        <p:spPr>
          <a:xfrm>
            <a:off x="378905" y="2765263"/>
            <a:ext cx="9147943" cy="441313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28" name="Shape 40">
            <a:extLst>
              <a:ext uri="{FF2B5EF4-FFF2-40B4-BE49-F238E27FC236}">
                <a16:creationId xmlns:a16="http://schemas.microsoft.com/office/drawing/2014/main" id="{9C55055B-7D16-D37E-5320-E91570018BF5}"/>
              </a:ext>
            </a:extLst>
          </p:cNvPr>
          <p:cNvSpPr/>
          <p:nvPr/>
        </p:nvSpPr>
        <p:spPr>
          <a:xfrm>
            <a:off x="378905" y="3647145"/>
            <a:ext cx="9147943" cy="425710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29" name="Shape 41">
            <a:extLst>
              <a:ext uri="{FF2B5EF4-FFF2-40B4-BE49-F238E27FC236}">
                <a16:creationId xmlns:a16="http://schemas.microsoft.com/office/drawing/2014/main" id="{BD815584-3CD2-0D64-A820-13252419A3FD}"/>
              </a:ext>
            </a:extLst>
          </p:cNvPr>
          <p:cNvSpPr/>
          <p:nvPr/>
        </p:nvSpPr>
        <p:spPr>
          <a:xfrm>
            <a:off x="6477781" y="2757833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30" name="Shape 42">
            <a:extLst>
              <a:ext uri="{FF2B5EF4-FFF2-40B4-BE49-F238E27FC236}">
                <a16:creationId xmlns:a16="http://schemas.microsoft.com/office/drawing/2014/main" id="{55FF2C34-A137-C4DE-E099-5E6DE69940F8}"/>
              </a:ext>
            </a:extLst>
          </p:cNvPr>
          <p:cNvSpPr/>
          <p:nvPr/>
        </p:nvSpPr>
        <p:spPr>
          <a:xfrm>
            <a:off x="378905" y="3199146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31" name="Shape 43">
            <a:extLst>
              <a:ext uri="{FF2B5EF4-FFF2-40B4-BE49-F238E27FC236}">
                <a16:creationId xmlns:a16="http://schemas.microsoft.com/office/drawing/2014/main" id="{7AA4091E-E79B-DB3D-87D1-AB798030CBA3}"/>
              </a:ext>
            </a:extLst>
          </p:cNvPr>
          <p:cNvSpPr/>
          <p:nvPr/>
        </p:nvSpPr>
        <p:spPr>
          <a:xfrm>
            <a:off x="6477781" y="3199146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32" name="Shape 44">
            <a:extLst>
              <a:ext uri="{FF2B5EF4-FFF2-40B4-BE49-F238E27FC236}">
                <a16:creationId xmlns:a16="http://schemas.microsoft.com/office/drawing/2014/main" id="{AEF482CD-1A8C-E06C-8F75-ACC9B60A4965}"/>
              </a:ext>
            </a:extLst>
          </p:cNvPr>
          <p:cNvSpPr/>
          <p:nvPr/>
        </p:nvSpPr>
        <p:spPr>
          <a:xfrm>
            <a:off x="378905" y="3639715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33" name="Shape 45">
            <a:extLst>
              <a:ext uri="{FF2B5EF4-FFF2-40B4-BE49-F238E27FC236}">
                <a16:creationId xmlns:a16="http://schemas.microsoft.com/office/drawing/2014/main" id="{43C7C411-504C-FD63-5933-082AD31127B3}"/>
              </a:ext>
            </a:extLst>
          </p:cNvPr>
          <p:cNvSpPr/>
          <p:nvPr/>
        </p:nvSpPr>
        <p:spPr>
          <a:xfrm>
            <a:off x="6477781" y="3639715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34" name="Text 46">
            <a:extLst>
              <a:ext uri="{FF2B5EF4-FFF2-40B4-BE49-F238E27FC236}">
                <a16:creationId xmlns:a16="http://schemas.microsoft.com/office/drawing/2014/main" id="{29A9CA83-14AF-0934-4A89-5B95E5BFE886}"/>
              </a:ext>
            </a:extLst>
          </p:cNvPr>
          <p:cNvSpPr txBox="1"/>
          <p:nvPr/>
        </p:nvSpPr>
        <p:spPr>
          <a:xfrm>
            <a:off x="471773" y="2898252"/>
            <a:ext cx="1356442" cy="16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스피커 코치/리허설</a:t>
            </a:r>
            <a:endParaRPr lang="en-US" sz="1000"/>
          </a:p>
        </p:txBody>
      </p:sp>
      <p:sp>
        <p:nvSpPr>
          <p:cNvPr id="135" name="Text 47">
            <a:extLst>
              <a:ext uri="{FF2B5EF4-FFF2-40B4-BE49-F238E27FC236}">
                <a16:creationId xmlns:a16="http://schemas.microsoft.com/office/drawing/2014/main" id="{36EFAA58-D63A-0DB5-6E66-70EE2B1E3C4E}"/>
              </a:ext>
            </a:extLst>
          </p:cNvPr>
          <p:cNvSpPr txBox="1"/>
          <p:nvPr/>
        </p:nvSpPr>
        <p:spPr>
          <a:xfrm>
            <a:off x="471773" y="3776419"/>
            <a:ext cx="1014507" cy="16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오프라인 사용</a:t>
            </a:r>
            <a:endParaRPr lang="en-US" sz="1000"/>
          </a:p>
        </p:txBody>
      </p:sp>
      <p:sp>
        <p:nvSpPr>
          <p:cNvPr id="136" name="Shape 48">
            <a:extLst>
              <a:ext uri="{FF2B5EF4-FFF2-40B4-BE49-F238E27FC236}">
                <a16:creationId xmlns:a16="http://schemas.microsoft.com/office/drawing/2014/main" id="{D9E9D532-52A6-469D-2F35-6C4DFDD093AB}"/>
              </a:ext>
            </a:extLst>
          </p:cNvPr>
          <p:cNvSpPr/>
          <p:nvPr/>
        </p:nvSpPr>
        <p:spPr>
          <a:xfrm>
            <a:off x="3428714" y="3199146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37" name="Shape 49">
            <a:extLst>
              <a:ext uri="{FF2B5EF4-FFF2-40B4-BE49-F238E27FC236}">
                <a16:creationId xmlns:a16="http://schemas.microsoft.com/office/drawing/2014/main" id="{30F958D6-C961-3E1A-A8C3-AF788EA8F433}"/>
              </a:ext>
            </a:extLst>
          </p:cNvPr>
          <p:cNvSpPr/>
          <p:nvPr/>
        </p:nvSpPr>
        <p:spPr>
          <a:xfrm>
            <a:off x="4953248" y="3199146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38" name="Text 50">
            <a:extLst>
              <a:ext uri="{FF2B5EF4-FFF2-40B4-BE49-F238E27FC236}">
                <a16:creationId xmlns:a16="http://schemas.microsoft.com/office/drawing/2014/main" id="{537385C0-36DF-F8BC-F9F2-F0016C3A5ABD}"/>
              </a:ext>
            </a:extLst>
          </p:cNvPr>
          <p:cNvSpPr txBox="1"/>
          <p:nvPr/>
        </p:nvSpPr>
        <p:spPr>
          <a:xfrm>
            <a:off x="6570650" y="2385616"/>
            <a:ext cx="2906421" cy="30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Copilot과 디자이너(Designer) 기능 연동. 앱이 더 정교한 레이아웃 조정 가능.</a:t>
            </a:r>
            <a:endParaRPr lang="en-US" sz="1000"/>
          </a:p>
        </p:txBody>
      </p:sp>
      <p:pic>
        <p:nvPicPr>
          <p:cNvPr id="139" name="Image 7" descr="preencoded.png">
            <a:extLst>
              <a:ext uri="{FF2B5EF4-FFF2-40B4-BE49-F238E27FC236}">
                <a16:creationId xmlns:a16="http://schemas.microsoft.com/office/drawing/2014/main" id="{0FEBC82A-D532-B1A3-EBA0-0621B5456E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1144" y="2907168"/>
            <a:ext cx="139674" cy="139674"/>
          </a:xfrm>
          <a:prstGeom prst="rect">
            <a:avLst/>
          </a:prstGeom>
        </p:spPr>
      </p:pic>
      <p:pic>
        <p:nvPicPr>
          <p:cNvPr id="140" name="Image 8" descr="preencoded.png">
            <a:extLst>
              <a:ext uri="{FF2B5EF4-FFF2-40B4-BE49-F238E27FC236}">
                <a16:creationId xmlns:a16="http://schemas.microsoft.com/office/drawing/2014/main" id="{426D8A65-5FEC-DA84-9E7B-DEACAAF1E2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45678" y="2907168"/>
            <a:ext cx="139674" cy="139674"/>
          </a:xfrm>
          <a:prstGeom prst="rect">
            <a:avLst/>
          </a:prstGeom>
        </p:spPr>
      </p:pic>
      <p:sp>
        <p:nvSpPr>
          <p:cNvPr id="141" name="Text 51">
            <a:extLst>
              <a:ext uri="{FF2B5EF4-FFF2-40B4-BE49-F238E27FC236}">
                <a16:creationId xmlns:a16="http://schemas.microsoft.com/office/drawing/2014/main" id="{610228BB-F555-BC1F-165E-4C5AFBAE3B10}"/>
              </a:ext>
            </a:extLst>
          </p:cNvPr>
          <p:cNvSpPr txBox="1"/>
          <p:nvPr/>
        </p:nvSpPr>
        <p:spPr>
          <a:xfrm>
            <a:off x="471774" y="3338821"/>
            <a:ext cx="1389300" cy="16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파일 참조 기반 생성</a:t>
            </a:r>
            <a:endParaRPr lang="en-US" sz="1000"/>
          </a:p>
        </p:txBody>
      </p:sp>
      <p:sp>
        <p:nvSpPr>
          <p:cNvPr id="142" name="Shape 52">
            <a:extLst>
              <a:ext uri="{FF2B5EF4-FFF2-40B4-BE49-F238E27FC236}">
                <a16:creationId xmlns:a16="http://schemas.microsoft.com/office/drawing/2014/main" id="{AA8D95BD-96E1-BB22-675A-6D765D49A9AC}"/>
              </a:ext>
            </a:extLst>
          </p:cNvPr>
          <p:cNvSpPr/>
          <p:nvPr/>
        </p:nvSpPr>
        <p:spPr>
          <a:xfrm>
            <a:off x="3428714" y="3639715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43" name="Text 53">
            <a:extLst>
              <a:ext uri="{FF2B5EF4-FFF2-40B4-BE49-F238E27FC236}">
                <a16:creationId xmlns:a16="http://schemas.microsoft.com/office/drawing/2014/main" id="{0A8FB566-E062-9B0A-AAD6-5F345921C0D4}"/>
              </a:ext>
            </a:extLst>
          </p:cNvPr>
          <p:cNvSpPr txBox="1"/>
          <p:nvPr/>
        </p:nvSpPr>
        <p:spPr>
          <a:xfrm>
            <a:off x="6570650" y="2826928"/>
            <a:ext cx="2844756" cy="30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발표 연습 시 속도, 억양, 필러 워드 사용 등을 실시간으로 피드백.</a:t>
            </a:r>
            <a:endParaRPr lang="en-US" sz="1000"/>
          </a:p>
        </p:txBody>
      </p:sp>
      <p:pic>
        <p:nvPicPr>
          <p:cNvPr id="144" name="Image 9" descr="preencoded.png">
            <a:extLst>
              <a:ext uri="{FF2B5EF4-FFF2-40B4-BE49-F238E27FC236}">
                <a16:creationId xmlns:a16="http://schemas.microsoft.com/office/drawing/2014/main" id="{592E17E2-DC00-E5D5-B86B-815CF192E6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1144" y="3348479"/>
            <a:ext cx="139674" cy="139674"/>
          </a:xfrm>
          <a:prstGeom prst="rect">
            <a:avLst/>
          </a:prstGeom>
        </p:spPr>
      </p:pic>
      <p:sp>
        <p:nvSpPr>
          <p:cNvPr id="145" name="Shape 54">
            <a:extLst>
              <a:ext uri="{FF2B5EF4-FFF2-40B4-BE49-F238E27FC236}">
                <a16:creationId xmlns:a16="http://schemas.microsoft.com/office/drawing/2014/main" id="{9FD159FA-057B-1803-EE81-9A075B131753}"/>
              </a:ext>
            </a:extLst>
          </p:cNvPr>
          <p:cNvSpPr/>
          <p:nvPr/>
        </p:nvSpPr>
        <p:spPr>
          <a:xfrm>
            <a:off x="4953248" y="3639715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pic>
        <p:nvPicPr>
          <p:cNvPr id="146" name="Image 10" descr="preencoded.png">
            <a:extLst>
              <a:ext uri="{FF2B5EF4-FFF2-40B4-BE49-F238E27FC236}">
                <a16:creationId xmlns:a16="http://schemas.microsoft.com/office/drawing/2014/main" id="{C48601BC-FFC1-0C56-CA1D-D672BC4381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45678" y="3348479"/>
            <a:ext cx="139674" cy="139674"/>
          </a:xfrm>
          <a:prstGeom prst="rect">
            <a:avLst/>
          </a:prstGeom>
        </p:spPr>
      </p:pic>
      <p:sp>
        <p:nvSpPr>
          <p:cNvPr id="147" name="Text 55">
            <a:extLst>
              <a:ext uri="{FF2B5EF4-FFF2-40B4-BE49-F238E27FC236}">
                <a16:creationId xmlns:a16="http://schemas.microsoft.com/office/drawing/2014/main" id="{1F240A05-09DD-040A-CF4A-C68A6AA61059}"/>
              </a:ext>
            </a:extLst>
          </p:cNvPr>
          <p:cNvSpPr txBox="1"/>
          <p:nvPr/>
        </p:nvSpPr>
        <p:spPr>
          <a:xfrm>
            <a:off x="6570651" y="3268241"/>
            <a:ext cx="2829153" cy="30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OneDrive/SharePoint 파일 참조 가능. Word 문서를 PPT로 변환 시 유용.</a:t>
            </a:r>
            <a:endParaRPr lang="en-US" sz="1000"/>
          </a:p>
        </p:txBody>
      </p:sp>
      <p:pic>
        <p:nvPicPr>
          <p:cNvPr id="148" name="Image 11">
            <a:extLst>
              <a:ext uri="{FF2B5EF4-FFF2-40B4-BE49-F238E27FC236}">
                <a16:creationId xmlns:a16="http://schemas.microsoft.com/office/drawing/2014/main" id="{E8D90651-CF77-9353-B8BA-ED29108CDE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21144" y="3785334"/>
            <a:ext cx="139674" cy="139674"/>
          </a:xfrm>
          <a:prstGeom prst="rect">
            <a:avLst/>
          </a:prstGeom>
        </p:spPr>
      </p:pic>
      <p:pic>
        <p:nvPicPr>
          <p:cNvPr id="149" name="Image 12" descr="preencoded.png">
            <a:extLst>
              <a:ext uri="{FF2B5EF4-FFF2-40B4-BE49-F238E27FC236}">
                <a16:creationId xmlns:a16="http://schemas.microsoft.com/office/drawing/2014/main" id="{BB3DA656-0E97-5BC7-652E-2BC0330AB7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45678" y="3785334"/>
            <a:ext cx="139674" cy="139674"/>
          </a:xfrm>
          <a:prstGeom prst="rect">
            <a:avLst/>
          </a:prstGeom>
        </p:spPr>
      </p:pic>
      <p:sp>
        <p:nvSpPr>
          <p:cNvPr id="150" name="Text 56">
            <a:extLst>
              <a:ext uri="{FF2B5EF4-FFF2-40B4-BE49-F238E27FC236}">
                <a16:creationId xmlns:a16="http://schemas.microsoft.com/office/drawing/2014/main" id="{E7A92914-C191-F2BC-1166-DF0752C2A7BC}"/>
              </a:ext>
            </a:extLst>
          </p:cNvPr>
          <p:cNvSpPr txBox="1"/>
          <p:nvPr/>
        </p:nvSpPr>
        <p:spPr>
          <a:xfrm>
            <a:off x="6570650" y="3782362"/>
            <a:ext cx="2023796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/>
          </a:p>
        </p:txBody>
      </p: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E58BC185-752A-9031-E79D-890BD26781D7}"/>
              </a:ext>
            </a:extLst>
          </p:cNvPr>
          <p:cNvGrpSpPr/>
          <p:nvPr/>
        </p:nvGrpSpPr>
        <p:grpSpPr>
          <a:xfrm>
            <a:off x="410697" y="259219"/>
            <a:ext cx="371475" cy="371475"/>
            <a:chOff x="371475" y="824960"/>
            <a:chExt cx="371475" cy="371475"/>
          </a:xfrm>
        </p:grpSpPr>
        <p:sp>
          <p:nvSpPr>
            <p:cNvPr id="152" name="Shape 4">
              <a:extLst>
                <a:ext uri="{FF2B5EF4-FFF2-40B4-BE49-F238E27FC236}">
                  <a16:creationId xmlns:a16="http://schemas.microsoft.com/office/drawing/2014/main" id="{28BBFB24-FE82-556A-5413-FCF29E40BF42}"/>
                </a:ext>
              </a:extLst>
            </p:cNvPr>
            <p:cNvSpPr/>
            <p:nvPr/>
          </p:nvSpPr>
          <p:spPr>
            <a:xfrm>
              <a:off x="371475" y="824960"/>
              <a:ext cx="371475" cy="371475"/>
            </a:xfrm>
            <a:prstGeom prst="roundRect">
              <a:avLst>
                <a:gd name="adj" fmla="val 33333"/>
              </a:avLst>
            </a:prstGeom>
            <a:solidFill>
              <a:srgbClr val="B7472A"/>
            </a:solidFill>
            <a:ln/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ko-KR" altLang="en-US" sz="1463"/>
            </a:p>
          </p:txBody>
        </p:sp>
        <p:pic>
          <p:nvPicPr>
            <p:cNvPr id="153" name="Image 0" descr="preencoded.png">
              <a:extLst>
                <a:ext uri="{FF2B5EF4-FFF2-40B4-BE49-F238E27FC236}">
                  <a16:creationId xmlns:a16="http://schemas.microsoft.com/office/drawing/2014/main" id="{7F598532-802F-07E2-82C7-94312CB2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-133" r="-133"/>
            <a:stretch/>
          </p:blipFill>
          <p:spPr>
            <a:xfrm>
              <a:off x="487376" y="917829"/>
              <a:ext cx="139674" cy="1857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5965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D97B1-B77E-8FD2-E472-CB49ACC01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8ED67E9-0B15-5BEC-CF21-919ABCEC14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302420"/>
            <a:ext cx="7782378" cy="263637"/>
          </a:xfrm>
        </p:spPr>
        <p:txBody>
          <a:bodyPr/>
          <a:lstStyle/>
          <a:p>
            <a:r>
              <a:rPr lang="en-US" altLang="ko-KR" sz="1800"/>
              <a:t>    </a:t>
            </a:r>
            <a:r>
              <a:rPr lang="en-US" altLang="ko-KR" sz="1800">
                <a:solidFill>
                  <a:srgbClr val="111827"/>
                </a:solidFill>
                <a:cs typeface="Noto Sans KR" pitchFamily="34" charset="-120"/>
              </a:rPr>
              <a:t>Excel Copilot </a:t>
            </a:r>
            <a:r>
              <a:rPr lang="en-US" altLang="ko-KR" sz="1800" err="1">
                <a:solidFill>
                  <a:srgbClr val="111827"/>
                </a:solidFill>
                <a:cs typeface="Noto Sans KR" pitchFamily="34" charset="-120"/>
              </a:rPr>
              <a:t>기능</a:t>
            </a:r>
            <a:r>
              <a:rPr lang="en-US" altLang="ko-KR" sz="1800">
                <a:solidFill>
                  <a:srgbClr val="111827"/>
                </a:solidFill>
                <a:cs typeface="Noto Sans KR" pitchFamily="34" charset="-120"/>
              </a:rPr>
              <a:t> </a:t>
            </a:r>
            <a:r>
              <a:rPr lang="en-US" altLang="ko-KR" sz="1800" err="1">
                <a:solidFill>
                  <a:srgbClr val="111827"/>
                </a:solidFill>
                <a:cs typeface="Noto Sans KR" pitchFamily="34" charset="-120"/>
              </a:rPr>
              <a:t>비교</a:t>
            </a:r>
            <a:r>
              <a:rPr lang="en-US" altLang="ko-KR" sz="1800"/>
              <a:t> </a:t>
            </a:r>
            <a:r>
              <a:rPr lang="en-US" altLang="ko-KR" sz="1800">
                <a:solidFill>
                  <a:srgbClr val="111827"/>
                </a:solidFill>
                <a:cs typeface="Noto Sans KR" pitchFamily="34" charset="-120"/>
              </a:rPr>
              <a:t>- </a:t>
            </a:r>
            <a:r>
              <a:rPr lang="en-US" altLang="ko-KR" sz="1800" err="1">
                <a:solidFill>
                  <a:srgbClr val="6B7280"/>
                </a:solidFill>
                <a:cs typeface="Noto Sans KR" pitchFamily="34" charset="-120"/>
              </a:rPr>
              <a:t>데스크톱</a:t>
            </a:r>
            <a:r>
              <a:rPr lang="en-US" altLang="ko-KR" sz="1800">
                <a:solidFill>
                  <a:srgbClr val="6B7280"/>
                </a:solidFill>
                <a:cs typeface="Noto Sans KR" pitchFamily="34" charset="-120"/>
              </a:rPr>
              <a:t> 앱(App) vs 웹(Web)</a:t>
            </a:r>
            <a:endParaRPr lang="en-US" altLang="ko-KR" sz="180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D04E1C0-628E-27DD-6647-4F444FEF94D5}"/>
              </a:ext>
            </a:extLst>
          </p:cNvPr>
          <p:cNvGrpSpPr/>
          <p:nvPr/>
        </p:nvGrpSpPr>
        <p:grpSpPr>
          <a:xfrm>
            <a:off x="394506" y="302419"/>
            <a:ext cx="309810" cy="309810"/>
            <a:chOff x="371476" y="793757"/>
            <a:chExt cx="309810" cy="309810"/>
          </a:xfrm>
        </p:grpSpPr>
        <p:sp>
          <p:nvSpPr>
            <p:cNvPr id="20" name="Shape 4">
              <a:extLst>
                <a:ext uri="{FF2B5EF4-FFF2-40B4-BE49-F238E27FC236}">
                  <a16:creationId xmlns:a16="http://schemas.microsoft.com/office/drawing/2014/main" id="{8DC9D8A2-B2D4-E125-B1EA-17A74C041022}"/>
                </a:ext>
              </a:extLst>
            </p:cNvPr>
            <p:cNvSpPr/>
            <p:nvPr/>
          </p:nvSpPr>
          <p:spPr>
            <a:xfrm>
              <a:off x="371476" y="793757"/>
              <a:ext cx="309810" cy="309810"/>
            </a:xfrm>
            <a:prstGeom prst="roundRect">
              <a:avLst>
                <a:gd name="adj" fmla="val 47962"/>
              </a:avLst>
            </a:prstGeom>
            <a:solidFill>
              <a:srgbClr val="217346"/>
            </a:solidFill>
            <a:ln/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ko-KR" altLang="en-US" sz="1463"/>
            </a:p>
          </p:txBody>
        </p:sp>
        <p:pic>
          <p:nvPicPr>
            <p:cNvPr id="28" name="Image 0" descr="preencoded.png">
              <a:extLst>
                <a:ext uri="{FF2B5EF4-FFF2-40B4-BE49-F238E27FC236}">
                  <a16:creationId xmlns:a16="http://schemas.microsoft.com/office/drawing/2014/main" id="{7D165D5F-DDA4-A3CF-A000-44FFE1852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468058" y="871024"/>
              <a:ext cx="115900" cy="154533"/>
            </a:xfrm>
            <a:prstGeom prst="rect">
              <a:avLst/>
            </a:prstGeom>
          </p:spPr>
        </p:pic>
      </p:grpSp>
      <p:sp>
        <p:nvSpPr>
          <p:cNvPr id="30" name="Shape 9">
            <a:extLst>
              <a:ext uri="{FF2B5EF4-FFF2-40B4-BE49-F238E27FC236}">
                <a16:creationId xmlns:a16="http://schemas.microsoft.com/office/drawing/2014/main" id="{1F84BC37-3A32-35F1-741C-BA48C3F87044}"/>
              </a:ext>
            </a:extLst>
          </p:cNvPr>
          <p:cNvSpPr/>
          <p:nvPr/>
        </p:nvSpPr>
        <p:spPr>
          <a:xfrm>
            <a:off x="371476" y="1052760"/>
            <a:ext cx="9162802" cy="3381909"/>
          </a:xfrm>
          <a:prstGeom prst="roundRect">
            <a:avLst>
              <a:gd name="adj" fmla="val 6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 sz="1463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101D7319-FD48-95C9-5ABD-C851F843C5AD}"/>
              </a:ext>
            </a:extLst>
          </p:cNvPr>
          <p:cNvSpPr/>
          <p:nvPr/>
        </p:nvSpPr>
        <p:spPr>
          <a:xfrm>
            <a:off x="378905" y="1060189"/>
            <a:ext cx="3049067" cy="355873"/>
          </a:xfrm>
          <a:prstGeom prst="rect">
            <a:avLst/>
          </a:prstGeom>
          <a:solidFill>
            <a:srgbClr val="E6F2EA"/>
          </a:solidFill>
          <a:ln/>
        </p:spPr>
        <p:txBody>
          <a:bodyPr/>
          <a:lstStyle/>
          <a:p>
            <a:endParaRPr lang="ko-KR" altLang="en-US" sz="110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9C9E4768-67DC-35F9-E67A-2C319207FC07}"/>
              </a:ext>
            </a:extLst>
          </p:cNvPr>
          <p:cNvSpPr/>
          <p:nvPr/>
        </p:nvSpPr>
        <p:spPr>
          <a:xfrm>
            <a:off x="378905" y="1400460"/>
            <a:ext cx="3049067" cy="15602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ko-KR" altLang="en-US" sz="105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DE3D30C7-6F93-12AC-8E89-E9F4F8154946}"/>
              </a:ext>
            </a:extLst>
          </p:cNvPr>
          <p:cNvSpPr txBox="1"/>
          <p:nvPr/>
        </p:nvSpPr>
        <p:spPr>
          <a:xfrm>
            <a:off x="502978" y="1137455"/>
            <a:ext cx="936859" cy="185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2173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기능 항목</a:t>
            </a:r>
            <a:endParaRPr lang="en-US" sz="110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E77C674E-56DA-83FB-FA8F-C8EB89DA0BF3}"/>
              </a:ext>
            </a:extLst>
          </p:cNvPr>
          <p:cNvSpPr/>
          <p:nvPr/>
        </p:nvSpPr>
        <p:spPr>
          <a:xfrm>
            <a:off x="3428714" y="1060189"/>
            <a:ext cx="1524534" cy="355873"/>
          </a:xfrm>
          <a:prstGeom prst="rect">
            <a:avLst/>
          </a:prstGeom>
          <a:solidFill>
            <a:srgbClr val="E6F2EA"/>
          </a:solidFill>
          <a:ln/>
        </p:spPr>
        <p:txBody>
          <a:bodyPr/>
          <a:lstStyle/>
          <a:p>
            <a:endParaRPr lang="ko-KR" altLang="en-US" sz="1100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E7F26F7C-6CF5-E0DE-2ECE-B06E212D11F4}"/>
              </a:ext>
            </a:extLst>
          </p:cNvPr>
          <p:cNvSpPr/>
          <p:nvPr/>
        </p:nvSpPr>
        <p:spPr>
          <a:xfrm>
            <a:off x="3428714" y="1400460"/>
            <a:ext cx="1524534" cy="15602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ko-KR" altLang="en-US" sz="105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1D715662-51D8-F94F-1157-798DE5C79AD2}"/>
              </a:ext>
            </a:extLst>
          </p:cNvPr>
          <p:cNvSpPr txBox="1"/>
          <p:nvPr/>
        </p:nvSpPr>
        <p:spPr>
          <a:xfrm>
            <a:off x="3305384" y="1137455"/>
            <a:ext cx="116791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2173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데스크톱 (App)</a:t>
            </a:r>
            <a:endParaRPr lang="en-US" sz="1100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1AE7683D-DC2E-91E1-EC59-34011A340F34}"/>
              </a:ext>
            </a:extLst>
          </p:cNvPr>
          <p:cNvSpPr/>
          <p:nvPr/>
        </p:nvSpPr>
        <p:spPr>
          <a:xfrm>
            <a:off x="4953248" y="1060189"/>
            <a:ext cx="1524534" cy="355873"/>
          </a:xfrm>
          <a:prstGeom prst="rect">
            <a:avLst/>
          </a:prstGeom>
          <a:solidFill>
            <a:srgbClr val="E6F2EA"/>
          </a:solidFill>
          <a:ln/>
        </p:spPr>
        <p:txBody>
          <a:bodyPr/>
          <a:lstStyle/>
          <a:p>
            <a:endParaRPr lang="ko-KR" altLang="en-US" sz="1100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95E7072C-5F4C-419B-ECBE-FFE066A833D0}"/>
              </a:ext>
            </a:extLst>
          </p:cNvPr>
          <p:cNvSpPr/>
          <p:nvPr/>
        </p:nvSpPr>
        <p:spPr>
          <a:xfrm>
            <a:off x="4953248" y="1400460"/>
            <a:ext cx="1524534" cy="15602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ko-KR" altLang="en-US" sz="105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5A732E27-A1C7-5B92-6270-21EA0E527490}"/>
              </a:ext>
            </a:extLst>
          </p:cNvPr>
          <p:cNvSpPr txBox="1"/>
          <p:nvPr/>
        </p:nvSpPr>
        <p:spPr>
          <a:xfrm>
            <a:off x="5076578" y="1137455"/>
            <a:ext cx="60401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2173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웹 (Web)</a:t>
            </a:r>
            <a:endParaRPr lang="en-US" sz="1100"/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15354B3F-4D05-9F2B-43FF-156F57430BF3}"/>
              </a:ext>
            </a:extLst>
          </p:cNvPr>
          <p:cNvSpPr/>
          <p:nvPr/>
        </p:nvSpPr>
        <p:spPr>
          <a:xfrm>
            <a:off x="6477781" y="1060189"/>
            <a:ext cx="3049067" cy="355873"/>
          </a:xfrm>
          <a:prstGeom prst="rect">
            <a:avLst/>
          </a:prstGeom>
          <a:solidFill>
            <a:srgbClr val="E6F2EA"/>
          </a:solidFill>
          <a:ln/>
        </p:spPr>
        <p:txBody>
          <a:bodyPr/>
          <a:lstStyle/>
          <a:p>
            <a:endParaRPr lang="ko-KR" altLang="en-US" sz="1100"/>
          </a:p>
        </p:txBody>
      </p:sp>
      <p:sp>
        <p:nvSpPr>
          <p:cNvPr id="41" name="Shape 20">
            <a:extLst>
              <a:ext uri="{FF2B5EF4-FFF2-40B4-BE49-F238E27FC236}">
                <a16:creationId xmlns:a16="http://schemas.microsoft.com/office/drawing/2014/main" id="{22342688-D6B7-D143-2A77-721567BB4F7D}"/>
              </a:ext>
            </a:extLst>
          </p:cNvPr>
          <p:cNvSpPr/>
          <p:nvPr/>
        </p:nvSpPr>
        <p:spPr>
          <a:xfrm>
            <a:off x="6477781" y="1400460"/>
            <a:ext cx="3049067" cy="15602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ko-KR" altLang="en-US" sz="1050"/>
          </a:p>
        </p:txBody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AACCDBFC-358D-0BC4-6127-615B46CCA129}"/>
              </a:ext>
            </a:extLst>
          </p:cNvPr>
          <p:cNvSpPr txBox="1"/>
          <p:nvPr/>
        </p:nvSpPr>
        <p:spPr>
          <a:xfrm>
            <a:off x="6601110" y="1137454"/>
            <a:ext cx="1236603" cy="205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2173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실무 메모 / 비고</a:t>
            </a:r>
            <a:endParaRPr lang="en-US" sz="1100"/>
          </a:p>
        </p:txBody>
      </p:sp>
      <p:sp>
        <p:nvSpPr>
          <p:cNvPr id="43" name="Shape 22">
            <a:extLst>
              <a:ext uri="{FF2B5EF4-FFF2-40B4-BE49-F238E27FC236}">
                <a16:creationId xmlns:a16="http://schemas.microsoft.com/office/drawing/2014/main" id="{3AB6E851-2F57-04A2-F6D0-063ADF83701E}"/>
              </a:ext>
            </a:extLst>
          </p:cNvPr>
          <p:cNvSpPr/>
          <p:nvPr/>
        </p:nvSpPr>
        <p:spPr>
          <a:xfrm>
            <a:off x="378905" y="1849944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1FEF2CC5-CA07-D09C-E411-303096962DBC}"/>
              </a:ext>
            </a:extLst>
          </p:cNvPr>
          <p:cNvSpPr txBox="1"/>
          <p:nvPr/>
        </p:nvSpPr>
        <p:spPr>
          <a:xfrm>
            <a:off x="502977" y="1549050"/>
            <a:ext cx="1630623" cy="16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데이터 분석/인사이트 추출</a:t>
            </a:r>
            <a:endParaRPr lang="en-US" sz="1000"/>
          </a:p>
        </p:txBody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D9BA537B-AEFC-ACCD-FF1B-86611170F7DA}"/>
              </a:ext>
            </a:extLst>
          </p:cNvPr>
          <p:cNvSpPr/>
          <p:nvPr/>
        </p:nvSpPr>
        <p:spPr>
          <a:xfrm>
            <a:off x="3428714" y="1849944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pic>
        <p:nvPicPr>
          <p:cNvPr id="46" name="Image 1" descr="preencoded.png">
            <a:extLst>
              <a:ext uri="{FF2B5EF4-FFF2-40B4-BE49-F238E27FC236}">
                <a16:creationId xmlns:a16="http://schemas.microsoft.com/office/drawing/2014/main" id="{3E7F688A-6F3D-A22E-6C72-78B324D7AA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21144" y="1558709"/>
            <a:ext cx="139674" cy="139674"/>
          </a:xfrm>
          <a:prstGeom prst="rect">
            <a:avLst/>
          </a:prstGeom>
        </p:spPr>
      </p:pic>
      <p:sp>
        <p:nvSpPr>
          <p:cNvPr id="47" name="Shape 25">
            <a:extLst>
              <a:ext uri="{FF2B5EF4-FFF2-40B4-BE49-F238E27FC236}">
                <a16:creationId xmlns:a16="http://schemas.microsoft.com/office/drawing/2014/main" id="{7FCC7267-76F4-5380-2532-900C3CEADDA8}"/>
              </a:ext>
            </a:extLst>
          </p:cNvPr>
          <p:cNvSpPr/>
          <p:nvPr/>
        </p:nvSpPr>
        <p:spPr>
          <a:xfrm>
            <a:off x="4953248" y="1849944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pic>
        <p:nvPicPr>
          <p:cNvPr id="48" name="Image 2" descr="preencoded.png">
            <a:extLst>
              <a:ext uri="{FF2B5EF4-FFF2-40B4-BE49-F238E27FC236}">
                <a16:creationId xmlns:a16="http://schemas.microsoft.com/office/drawing/2014/main" id="{9586A5CB-E091-678B-E3FB-50611EE96C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5678" y="1558709"/>
            <a:ext cx="139674" cy="139674"/>
          </a:xfrm>
          <a:prstGeom prst="rect">
            <a:avLst/>
          </a:prstGeom>
        </p:spPr>
      </p:pic>
      <p:sp>
        <p:nvSpPr>
          <p:cNvPr id="49" name="Shape 26">
            <a:extLst>
              <a:ext uri="{FF2B5EF4-FFF2-40B4-BE49-F238E27FC236}">
                <a16:creationId xmlns:a16="http://schemas.microsoft.com/office/drawing/2014/main" id="{D1F984F8-8AE1-13AA-B80E-79B27F8D19A8}"/>
              </a:ext>
            </a:extLst>
          </p:cNvPr>
          <p:cNvSpPr/>
          <p:nvPr/>
        </p:nvSpPr>
        <p:spPr>
          <a:xfrm>
            <a:off x="378905" y="1857374"/>
            <a:ext cx="9147943" cy="534181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50" name="Shape 27">
            <a:extLst>
              <a:ext uri="{FF2B5EF4-FFF2-40B4-BE49-F238E27FC236}">
                <a16:creationId xmlns:a16="http://schemas.microsoft.com/office/drawing/2014/main" id="{74C97DC1-0C8B-B044-435D-32BDB61682BD}"/>
              </a:ext>
            </a:extLst>
          </p:cNvPr>
          <p:cNvSpPr/>
          <p:nvPr/>
        </p:nvSpPr>
        <p:spPr>
          <a:xfrm>
            <a:off x="344925" y="2803892"/>
            <a:ext cx="9147943" cy="441313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51" name="Shape 28">
            <a:extLst>
              <a:ext uri="{FF2B5EF4-FFF2-40B4-BE49-F238E27FC236}">
                <a16:creationId xmlns:a16="http://schemas.microsoft.com/office/drawing/2014/main" id="{AD36733A-EAD8-22EF-615D-EE25DA86A4B3}"/>
              </a:ext>
            </a:extLst>
          </p:cNvPr>
          <p:cNvSpPr/>
          <p:nvPr/>
        </p:nvSpPr>
        <p:spPr>
          <a:xfrm>
            <a:off x="6477781" y="1849944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5A466D0F-59B1-7AB3-70F0-88A6F9D12D71}"/>
              </a:ext>
            </a:extLst>
          </p:cNvPr>
          <p:cNvSpPr/>
          <p:nvPr/>
        </p:nvSpPr>
        <p:spPr>
          <a:xfrm>
            <a:off x="378905" y="2384126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A6C3CCB1-CFB1-66FD-A93C-1A76331765E3}"/>
              </a:ext>
            </a:extLst>
          </p:cNvPr>
          <p:cNvSpPr txBox="1"/>
          <p:nvPr/>
        </p:nvSpPr>
        <p:spPr>
          <a:xfrm>
            <a:off x="502978" y="2033454"/>
            <a:ext cx="1124946" cy="16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수식/열 생성 제안</a:t>
            </a:r>
            <a:endParaRPr lang="en-US" sz="1000"/>
          </a:p>
        </p:txBody>
      </p:sp>
      <p:sp>
        <p:nvSpPr>
          <p:cNvPr id="54" name="Shape 31">
            <a:extLst>
              <a:ext uri="{FF2B5EF4-FFF2-40B4-BE49-F238E27FC236}">
                <a16:creationId xmlns:a16="http://schemas.microsoft.com/office/drawing/2014/main" id="{EF27710C-A6BD-F1A8-DF9B-185F227A7443}"/>
              </a:ext>
            </a:extLst>
          </p:cNvPr>
          <p:cNvSpPr/>
          <p:nvPr/>
        </p:nvSpPr>
        <p:spPr>
          <a:xfrm>
            <a:off x="3428714" y="2384126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75E9286D-4CD4-724E-EE5E-6146FC6C47B1}"/>
              </a:ext>
            </a:extLst>
          </p:cNvPr>
          <p:cNvSpPr txBox="1"/>
          <p:nvPr/>
        </p:nvSpPr>
        <p:spPr>
          <a:xfrm>
            <a:off x="6601111" y="1501501"/>
            <a:ext cx="2855900" cy="255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데이터 표(Table) 구조 내에서 추세, 패턴, 이상치를 식별하고 인사이트를 제공.</a:t>
            </a:r>
            <a:endParaRPr lang="en-US" sz="1000"/>
          </a:p>
        </p:txBody>
      </p:sp>
      <p:pic>
        <p:nvPicPr>
          <p:cNvPr id="56" name="Image 3" descr="preencoded.png">
            <a:extLst>
              <a:ext uri="{FF2B5EF4-FFF2-40B4-BE49-F238E27FC236}">
                <a16:creationId xmlns:a16="http://schemas.microsoft.com/office/drawing/2014/main" id="{B0D51101-0CEB-BB65-EE7F-DA4CC14289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21144" y="2043112"/>
            <a:ext cx="139674" cy="139674"/>
          </a:xfrm>
          <a:prstGeom prst="rect">
            <a:avLst/>
          </a:prstGeom>
        </p:spPr>
      </p:pic>
      <p:sp>
        <p:nvSpPr>
          <p:cNvPr id="57" name="Shape 33">
            <a:extLst>
              <a:ext uri="{FF2B5EF4-FFF2-40B4-BE49-F238E27FC236}">
                <a16:creationId xmlns:a16="http://schemas.microsoft.com/office/drawing/2014/main" id="{47B239F8-2660-5B08-B42A-056549EF1E2A}"/>
              </a:ext>
            </a:extLst>
          </p:cNvPr>
          <p:cNvSpPr/>
          <p:nvPr/>
        </p:nvSpPr>
        <p:spPr>
          <a:xfrm>
            <a:off x="4953248" y="2384126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FDC371F6-DF27-96DD-4E8E-518E0FFA3F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5678" y="2043112"/>
            <a:ext cx="139674" cy="139674"/>
          </a:xfrm>
          <a:prstGeom prst="rect">
            <a:avLst/>
          </a:prstGeom>
        </p:spPr>
      </p:pic>
      <p:sp>
        <p:nvSpPr>
          <p:cNvPr id="59" name="Shape 34">
            <a:extLst>
              <a:ext uri="{FF2B5EF4-FFF2-40B4-BE49-F238E27FC236}">
                <a16:creationId xmlns:a16="http://schemas.microsoft.com/office/drawing/2014/main" id="{0638A6F4-E3D8-21CC-D4B6-93AC02601F61}"/>
              </a:ext>
            </a:extLst>
          </p:cNvPr>
          <p:cNvSpPr/>
          <p:nvPr/>
        </p:nvSpPr>
        <p:spPr>
          <a:xfrm>
            <a:off x="6477781" y="2384126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60" name="Shape 35">
            <a:extLst>
              <a:ext uri="{FF2B5EF4-FFF2-40B4-BE49-F238E27FC236}">
                <a16:creationId xmlns:a16="http://schemas.microsoft.com/office/drawing/2014/main" id="{5E843AAF-4417-FBF3-9359-E3FEF6F89991}"/>
              </a:ext>
            </a:extLst>
          </p:cNvPr>
          <p:cNvSpPr/>
          <p:nvPr/>
        </p:nvSpPr>
        <p:spPr>
          <a:xfrm>
            <a:off x="378905" y="2803892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61" name="Text 36">
            <a:extLst>
              <a:ext uri="{FF2B5EF4-FFF2-40B4-BE49-F238E27FC236}">
                <a16:creationId xmlns:a16="http://schemas.microsoft.com/office/drawing/2014/main" id="{7FF1E812-CEDE-795E-388D-E32003BBED5C}"/>
              </a:ext>
            </a:extLst>
          </p:cNvPr>
          <p:cNvSpPr txBox="1"/>
          <p:nvPr/>
        </p:nvSpPr>
        <p:spPr>
          <a:xfrm>
            <a:off x="6601111" y="1950243"/>
            <a:ext cx="2351437" cy="332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질문에 맞는 수식을 제안하거나 계산 열 </a:t>
            </a:r>
            <a:r>
              <a:rPr lang="en-US" sz="100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추가</a:t>
            </a:r>
            <a:r>
              <a:rPr lang="en-US" sz="100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.</a:t>
            </a:r>
            <a:endParaRPr lang="en-US" sz="1000"/>
          </a:p>
        </p:txBody>
      </p:sp>
      <p:sp>
        <p:nvSpPr>
          <p:cNvPr id="62" name="Text 37">
            <a:extLst>
              <a:ext uri="{FF2B5EF4-FFF2-40B4-BE49-F238E27FC236}">
                <a16:creationId xmlns:a16="http://schemas.microsoft.com/office/drawing/2014/main" id="{8A86B656-E9ED-3447-18B8-FE644EC81D09}"/>
              </a:ext>
            </a:extLst>
          </p:cNvPr>
          <p:cNvSpPr txBox="1"/>
          <p:nvPr/>
        </p:nvSpPr>
        <p:spPr>
          <a:xfrm>
            <a:off x="502978" y="2510428"/>
            <a:ext cx="1086470" cy="16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차트/시각화 추천</a:t>
            </a:r>
            <a:endParaRPr lang="en-US" sz="1000"/>
          </a:p>
        </p:txBody>
      </p:sp>
      <p:sp>
        <p:nvSpPr>
          <p:cNvPr id="63" name="Text 38">
            <a:extLst>
              <a:ext uri="{FF2B5EF4-FFF2-40B4-BE49-F238E27FC236}">
                <a16:creationId xmlns:a16="http://schemas.microsoft.com/office/drawing/2014/main" id="{4A572F76-A94E-2C2C-BFBF-00B76AFAC17A}"/>
              </a:ext>
            </a:extLst>
          </p:cNvPr>
          <p:cNvSpPr txBox="1"/>
          <p:nvPr/>
        </p:nvSpPr>
        <p:spPr>
          <a:xfrm>
            <a:off x="502977" y="2944310"/>
            <a:ext cx="1419925" cy="16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Copilot </a:t>
            </a:r>
            <a:r>
              <a:rPr lang="ko-KR" alt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함수</a:t>
            </a:r>
            <a:endParaRPr lang="en-US" sz="1000"/>
          </a:p>
        </p:txBody>
      </p:sp>
      <p:sp>
        <p:nvSpPr>
          <p:cNvPr id="64" name="Shape 39">
            <a:extLst>
              <a:ext uri="{FF2B5EF4-FFF2-40B4-BE49-F238E27FC236}">
                <a16:creationId xmlns:a16="http://schemas.microsoft.com/office/drawing/2014/main" id="{919FAE4E-CA8C-993C-31DD-CB6D1791AD30}"/>
              </a:ext>
            </a:extLst>
          </p:cNvPr>
          <p:cNvSpPr/>
          <p:nvPr/>
        </p:nvSpPr>
        <p:spPr>
          <a:xfrm>
            <a:off x="3428714" y="2803892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pic>
        <p:nvPicPr>
          <p:cNvPr id="65" name="Image 5" descr="preencoded.png">
            <a:extLst>
              <a:ext uri="{FF2B5EF4-FFF2-40B4-BE49-F238E27FC236}">
                <a16:creationId xmlns:a16="http://schemas.microsoft.com/office/drawing/2014/main" id="{607EF733-8B88-F929-58BC-D1422D1D1B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21144" y="2520086"/>
            <a:ext cx="139674" cy="139674"/>
          </a:xfrm>
          <a:prstGeom prst="rect">
            <a:avLst/>
          </a:prstGeom>
        </p:spPr>
      </p:pic>
      <p:sp>
        <p:nvSpPr>
          <p:cNvPr id="66" name="Shape 40">
            <a:extLst>
              <a:ext uri="{FF2B5EF4-FFF2-40B4-BE49-F238E27FC236}">
                <a16:creationId xmlns:a16="http://schemas.microsoft.com/office/drawing/2014/main" id="{A26B7994-DA34-337D-BAAE-F132A1F5C663}"/>
              </a:ext>
            </a:extLst>
          </p:cNvPr>
          <p:cNvSpPr/>
          <p:nvPr/>
        </p:nvSpPr>
        <p:spPr>
          <a:xfrm>
            <a:off x="4953248" y="2803892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pic>
        <p:nvPicPr>
          <p:cNvPr id="67" name="Image 6" descr="preencoded.png">
            <a:extLst>
              <a:ext uri="{FF2B5EF4-FFF2-40B4-BE49-F238E27FC236}">
                <a16:creationId xmlns:a16="http://schemas.microsoft.com/office/drawing/2014/main" id="{626BE675-8EE8-0738-0E19-9B5ECFD53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5678" y="2520086"/>
            <a:ext cx="139674" cy="139674"/>
          </a:xfrm>
          <a:prstGeom prst="rect">
            <a:avLst/>
          </a:prstGeom>
        </p:spPr>
      </p:pic>
      <p:sp>
        <p:nvSpPr>
          <p:cNvPr id="68" name="Shape 41">
            <a:extLst>
              <a:ext uri="{FF2B5EF4-FFF2-40B4-BE49-F238E27FC236}">
                <a16:creationId xmlns:a16="http://schemas.microsoft.com/office/drawing/2014/main" id="{7E674422-D86E-3C0D-11E6-E97B06E8A4E3}"/>
              </a:ext>
            </a:extLst>
          </p:cNvPr>
          <p:cNvSpPr/>
          <p:nvPr/>
        </p:nvSpPr>
        <p:spPr>
          <a:xfrm>
            <a:off x="6477781" y="2803892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69" name="Shape 42">
            <a:extLst>
              <a:ext uri="{FF2B5EF4-FFF2-40B4-BE49-F238E27FC236}">
                <a16:creationId xmlns:a16="http://schemas.microsoft.com/office/drawing/2014/main" id="{A3F3A460-FB3D-0BDB-BA8F-1080D9B571A3}"/>
              </a:ext>
            </a:extLst>
          </p:cNvPr>
          <p:cNvSpPr/>
          <p:nvPr/>
        </p:nvSpPr>
        <p:spPr>
          <a:xfrm>
            <a:off x="378905" y="3245204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70" name="Shape 43">
            <a:extLst>
              <a:ext uri="{FF2B5EF4-FFF2-40B4-BE49-F238E27FC236}">
                <a16:creationId xmlns:a16="http://schemas.microsoft.com/office/drawing/2014/main" id="{46ED4A09-D2E8-6092-5AB8-8EF0EC5DF16F}"/>
              </a:ext>
            </a:extLst>
          </p:cNvPr>
          <p:cNvSpPr/>
          <p:nvPr/>
        </p:nvSpPr>
        <p:spPr>
          <a:xfrm>
            <a:off x="6477781" y="3245204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71" name="Text 44">
            <a:extLst>
              <a:ext uri="{FF2B5EF4-FFF2-40B4-BE49-F238E27FC236}">
                <a16:creationId xmlns:a16="http://schemas.microsoft.com/office/drawing/2014/main" id="{16102AAF-0B8B-927C-562D-38B03EC58C5B}"/>
              </a:ext>
            </a:extLst>
          </p:cNvPr>
          <p:cNvSpPr txBox="1"/>
          <p:nvPr/>
        </p:nvSpPr>
        <p:spPr>
          <a:xfrm>
            <a:off x="502977" y="3381164"/>
            <a:ext cx="1134107" cy="16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오프라인 Copilot</a:t>
            </a:r>
            <a:endParaRPr lang="en-US" sz="1000"/>
          </a:p>
        </p:txBody>
      </p:sp>
      <p:sp>
        <p:nvSpPr>
          <p:cNvPr id="72" name="Shape 45">
            <a:extLst>
              <a:ext uri="{FF2B5EF4-FFF2-40B4-BE49-F238E27FC236}">
                <a16:creationId xmlns:a16="http://schemas.microsoft.com/office/drawing/2014/main" id="{9950166B-9625-A9EE-C177-46E04658287C}"/>
              </a:ext>
            </a:extLst>
          </p:cNvPr>
          <p:cNvSpPr/>
          <p:nvPr/>
        </p:nvSpPr>
        <p:spPr>
          <a:xfrm>
            <a:off x="3428714" y="3245204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73" name="Shape 46">
            <a:extLst>
              <a:ext uri="{FF2B5EF4-FFF2-40B4-BE49-F238E27FC236}">
                <a16:creationId xmlns:a16="http://schemas.microsoft.com/office/drawing/2014/main" id="{BBF6CBCF-6E72-E78E-F88D-5EFC02DE9BAD}"/>
              </a:ext>
            </a:extLst>
          </p:cNvPr>
          <p:cNvSpPr/>
          <p:nvPr/>
        </p:nvSpPr>
        <p:spPr>
          <a:xfrm>
            <a:off x="4953248" y="3245204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74" name="Text 47">
            <a:extLst>
              <a:ext uri="{FF2B5EF4-FFF2-40B4-BE49-F238E27FC236}">
                <a16:creationId xmlns:a16="http://schemas.microsoft.com/office/drawing/2014/main" id="{CF8844F8-F67A-ED01-E2FB-A09DD487E180}"/>
              </a:ext>
            </a:extLst>
          </p:cNvPr>
          <p:cNvSpPr txBox="1"/>
          <p:nvPr/>
        </p:nvSpPr>
        <p:spPr>
          <a:xfrm>
            <a:off x="6601111" y="2524543"/>
            <a:ext cx="2554262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데이터를 가장 잘 표현하는 차트를 추천하고 새 시트에 자동 생성.</a:t>
            </a:r>
            <a:endParaRPr lang="en-US" sz="1000"/>
          </a:p>
        </p:txBody>
      </p:sp>
      <p:sp>
        <p:nvSpPr>
          <p:cNvPr id="75" name="Text 48">
            <a:extLst>
              <a:ext uri="{FF2B5EF4-FFF2-40B4-BE49-F238E27FC236}">
                <a16:creationId xmlns:a16="http://schemas.microsoft.com/office/drawing/2014/main" id="{36EF9C23-B842-6E93-C14A-F6D04F8F0A17}"/>
              </a:ext>
            </a:extLst>
          </p:cNvPr>
          <p:cNvSpPr txBox="1"/>
          <p:nvPr/>
        </p:nvSpPr>
        <p:spPr>
          <a:xfrm>
            <a:off x="6601111" y="2896018"/>
            <a:ext cx="2771204" cy="255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/>
              <a:t>Frontier </a:t>
            </a:r>
            <a:r>
              <a:rPr lang="ko-KR" altLang="en-US" sz="1000"/>
              <a:t>기능 활성화 필수 </a:t>
            </a:r>
            <a:endParaRPr lang="en-US" sz="1000"/>
          </a:p>
        </p:txBody>
      </p:sp>
      <p:sp>
        <p:nvSpPr>
          <p:cNvPr id="76" name="Text 49">
            <a:extLst>
              <a:ext uri="{FF2B5EF4-FFF2-40B4-BE49-F238E27FC236}">
                <a16:creationId xmlns:a16="http://schemas.microsoft.com/office/drawing/2014/main" id="{2D379F96-A0A0-96E4-549F-4A469C8E6E97}"/>
              </a:ext>
            </a:extLst>
          </p:cNvPr>
          <p:cNvSpPr txBox="1"/>
          <p:nvPr/>
        </p:nvSpPr>
        <p:spPr>
          <a:xfrm>
            <a:off x="6601111" y="3395281"/>
            <a:ext cx="2105521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데이터 분석 및 수식 제안을 위해 클라우드 연결 필수.</a:t>
            </a:r>
            <a:endParaRPr lang="en-US" sz="1000"/>
          </a:p>
        </p:txBody>
      </p:sp>
      <p:sp>
        <p:nvSpPr>
          <p:cNvPr id="77" name="Text 50">
            <a:extLst>
              <a:ext uri="{FF2B5EF4-FFF2-40B4-BE49-F238E27FC236}">
                <a16:creationId xmlns:a16="http://schemas.microsoft.com/office/drawing/2014/main" id="{562811EF-6624-2FF3-EB27-C968E9E5CE56}"/>
              </a:ext>
            </a:extLst>
          </p:cNvPr>
          <p:cNvSpPr txBox="1"/>
          <p:nvPr/>
        </p:nvSpPr>
        <p:spPr>
          <a:xfrm>
            <a:off x="3983698" y="2944310"/>
            <a:ext cx="501491" cy="16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00"/>
          </a:p>
        </p:txBody>
      </p:sp>
      <p:pic>
        <p:nvPicPr>
          <p:cNvPr id="78" name="Image 7" descr="preencoded.png">
            <a:extLst>
              <a:ext uri="{FF2B5EF4-FFF2-40B4-BE49-F238E27FC236}">
                <a16:creationId xmlns:a16="http://schemas.microsoft.com/office/drawing/2014/main" id="{9DC2E2EE-08F9-95AC-4DA7-3BD8A613E4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21144" y="3404197"/>
            <a:ext cx="139674" cy="139674"/>
          </a:xfrm>
          <a:prstGeom prst="rect">
            <a:avLst/>
          </a:prstGeom>
        </p:spPr>
      </p:pic>
      <p:pic>
        <p:nvPicPr>
          <p:cNvPr id="79" name="Image 8" descr="preencoded.png">
            <a:extLst>
              <a:ext uri="{FF2B5EF4-FFF2-40B4-BE49-F238E27FC236}">
                <a16:creationId xmlns:a16="http://schemas.microsoft.com/office/drawing/2014/main" id="{8E307519-C81E-78EE-8800-89511472CE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45678" y="3390080"/>
            <a:ext cx="139674" cy="139674"/>
          </a:xfrm>
          <a:prstGeom prst="rect">
            <a:avLst/>
          </a:prstGeom>
        </p:spPr>
      </p:pic>
      <p:sp>
        <p:nvSpPr>
          <p:cNvPr id="80" name="Shape 52">
            <a:extLst>
              <a:ext uri="{FF2B5EF4-FFF2-40B4-BE49-F238E27FC236}">
                <a16:creationId xmlns:a16="http://schemas.microsoft.com/office/drawing/2014/main" id="{8B83D3F2-1AE9-39C0-37D7-2AB4AE113F76}"/>
              </a:ext>
            </a:extLst>
          </p:cNvPr>
          <p:cNvSpPr/>
          <p:nvPr/>
        </p:nvSpPr>
        <p:spPr>
          <a:xfrm>
            <a:off x="371476" y="4554283"/>
            <a:ext cx="9162802" cy="824290"/>
          </a:xfrm>
          <a:prstGeom prst="roundRect">
            <a:avLst>
              <a:gd name="adj" fmla="val 12616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 sz="1463"/>
          </a:p>
        </p:txBody>
      </p:sp>
      <p:pic>
        <p:nvPicPr>
          <p:cNvPr id="81" name="Image 9" descr="preencoded.png">
            <a:extLst>
              <a:ext uri="{FF2B5EF4-FFF2-40B4-BE49-F238E27FC236}">
                <a16:creationId xmlns:a16="http://schemas.microsoft.com/office/drawing/2014/main" id="{EA2FFCF1-74E2-A0B3-35FA-2A6FEC6614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502977" y="4716989"/>
            <a:ext cx="92869" cy="124073"/>
          </a:xfrm>
          <a:prstGeom prst="rect">
            <a:avLst/>
          </a:prstGeom>
        </p:spPr>
      </p:pic>
      <p:sp>
        <p:nvSpPr>
          <p:cNvPr id="82" name="Text 53">
            <a:extLst>
              <a:ext uri="{FF2B5EF4-FFF2-40B4-BE49-F238E27FC236}">
                <a16:creationId xmlns:a16="http://schemas.microsoft.com/office/drawing/2014/main" id="{7ADFE3D6-D1FA-782B-AD98-0A285319422D}"/>
              </a:ext>
            </a:extLst>
          </p:cNvPr>
          <p:cNvSpPr txBox="1"/>
          <p:nvPr/>
        </p:nvSpPr>
        <p:spPr>
          <a:xfrm>
            <a:off x="688714" y="4685786"/>
            <a:ext cx="1912971" cy="120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065F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Excel Copilot 활용 팁</a:t>
            </a:r>
            <a:endParaRPr lang="en-US" sz="1000"/>
          </a:p>
        </p:txBody>
      </p:sp>
      <p:sp>
        <p:nvSpPr>
          <p:cNvPr id="83" name="Text 54">
            <a:extLst>
              <a:ext uri="{FF2B5EF4-FFF2-40B4-BE49-F238E27FC236}">
                <a16:creationId xmlns:a16="http://schemas.microsoft.com/office/drawing/2014/main" id="{48F3EA55-C7C7-0EA8-B38D-ECA8B97FB5E3}"/>
              </a:ext>
            </a:extLst>
          </p:cNvPr>
          <p:cNvSpPr txBox="1"/>
          <p:nvPr/>
        </p:nvSpPr>
        <p:spPr>
          <a:xfrm>
            <a:off x="688715" y="4879695"/>
            <a:ext cx="8838133" cy="352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065F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Excel Copilot은 반드시 데이터가 '표(Table)' 형식으로 지정되어 있어야 작동합니다. 데이터 범위를 선택하고 Ctrl + T를 눌러 표로 변환한 후 Copilot 아이콘을 클릭하세요.</a:t>
            </a:r>
            <a:endParaRPr lang="en-US" sz="1000"/>
          </a:p>
        </p:txBody>
      </p:sp>
      <p:pic>
        <p:nvPicPr>
          <p:cNvPr id="84" name="Image 7" descr="preencoded.png">
            <a:extLst>
              <a:ext uri="{FF2B5EF4-FFF2-40B4-BE49-F238E27FC236}">
                <a16:creationId xmlns:a16="http://schemas.microsoft.com/office/drawing/2014/main" id="{4EE985A5-FF9D-EFD7-7CB8-A5375BEE2B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21144" y="2949511"/>
            <a:ext cx="139674" cy="139674"/>
          </a:xfrm>
          <a:prstGeom prst="rect">
            <a:avLst/>
          </a:prstGeom>
        </p:spPr>
      </p:pic>
      <p:pic>
        <p:nvPicPr>
          <p:cNvPr id="85" name="Image 6" descr="preencoded.png">
            <a:extLst>
              <a:ext uri="{FF2B5EF4-FFF2-40B4-BE49-F238E27FC236}">
                <a16:creationId xmlns:a16="http://schemas.microsoft.com/office/drawing/2014/main" id="{8FEFE59C-E769-CA07-D3BC-57F2553E2E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5677" y="2955826"/>
            <a:ext cx="139674" cy="13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36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0BEF7-5C1F-0F1F-821E-B13101B33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20B5604-A492-6938-9A7C-1B85C3F05B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302420"/>
            <a:ext cx="7782378" cy="263637"/>
          </a:xfrm>
        </p:spPr>
        <p:txBody>
          <a:bodyPr/>
          <a:lstStyle/>
          <a:p>
            <a:r>
              <a:rPr lang="en-US" altLang="ko-KR" sz="1800"/>
              <a:t>     </a:t>
            </a:r>
            <a:r>
              <a:rPr lang="en-US" altLang="ko-KR" sz="1800">
                <a:solidFill>
                  <a:srgbClr val="111827"/>
                </a:solidFill>
                <a:cs typeface="Noto Sans KR" pitchFamily="34" charset="-120"/>
              </a:rPr>
              <a:t>Outlook Copilot </a:t>
            </a:r>
            <a:r>
              <a:rPr lang="en-US" altLang="ko-KR" sz="1800" err="1">
                <a:solidFill>
                  <a:srgbClr val="111827"/>
                </a:solidFill>
                <a:cs typeface="Noto Sans KR" pitchFamily="34" charset="-120"/>
              </a:rPr>
              <a:t>기능</a:t>
            </a:r>
            <a:r>
              <a:rPr lang="en-US" altLang="ko-KR" sz="1800">
                <a:solidFill>
                  <a:srgbClr val="111827"/>
                </a:solidFill>
                <a:cs typeface="Noto Sans KR" pitchFamily="34" charset="-120"/>
              </a:rPr>
              <a:t> </a:t>
            </a:r>
            <a:r>
              <a:rPr lang="en-US" altLang="ko-KR" sz="1800" err="1">
                <a:solidFill>
                  <a:srgbClr val="111827"/>
                </a:solidFill>
                <a:cs typeface="Noto Sans KR" pitchFamily="34" charset="-120"/>
              </a:rPr>
              <a:t>비교</a:t>
            </a:r>
            <a:r>
              <a:rPr lang="en-US" altLang="ko-KR" sz="1800"/>
              <a:t> </a:t>
            </a:r>
            <a:r>
              <a:rPr lang="en-US" altLang="ko-KR" sz="1800">
                <a:solidFill>
                  <a:srgbClr val="111827"/>
                </a:solidFill>
                <a:cs typeface="Noto Sans KR" pitchFamily="34" charset="-120"/>
              </a:rPr>
              <a:t>- </a:t>
            </a:r>
            <a:r>
              <a:rPr lang="en-US" altLang="ko-KR" sz="1800" err="1">
                <a:solidFill>
                  <a:srgbClr val="6B7280"/>
                </a:solidFill>
                <a:cs typeface="Noto Sans KR" pitchFamily="34" charset="-120"/>
              </a:rPr>
              <a:t>데스크톱</a:t>
            </a:r>
            <a:r>
              <a:rPr lang="en-US" altLang="ko-KR" sz="1800">
                <a:solidFill>
                  <a:srgbClr val="6B7280"/>
                </a:solidFill>
                <a:cs typeface="Noto Sans KR" pitchFamily="34" charset="-120"/>
              </a:rPr>
              <a:t> 앱(App) vs 웹(Web)</a:t>
            </a:r>
            <a:endParaRPr lang="en-US" altLang="ko-KR" sz="180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12B5124-6322-EE4B-4DAD-A5DE98C3AAD6}"/>
              </a:ext>
            </a:extLst>
          </p:cNvPr>
          <p:cNvGrpSpPr/>
          <p:nvPr/>
        </p:nvGrpSpPr>
        <p:grpSpPr>
          <a:xfrm>
            <a:off x="425451" y="248500"/>
            <a:ext cx="371475" cy="371475"/>
            <a:chOff x="371475" y="824960"/>
            <a:chExt cx="371475" cy="371475"/>
          </a:xfrm>
        </p:grpSpPr>
        <p:sp>
          <p:nvSpPr>
            <p:cNvPr id="3" name="Shape 4">
              <a:extLst>
                <a:ext uri="{FF2B5EF4-FFF2-40B4-BE49-F238E27FC236}">
                  <a16:creationId xmlns:a16="http://schemas.microsoft.com/office/drawing/2014/main" id="{96C4BBAE-8D1A-E16A-D211-9CAB9D81AF15}"/>
                </a:ext>
              </a:extLst>
            </p:cNvPr>
            <p:cNvSpPr/>
            <p:nvPr/>
          </p:nvSpPr>
          <p:spPr>
            <a:xfrm>
              <a:off x="371475" y="824960"/>
              <a:ext cx="371475" cy="371475"/>
            </a:xfrm>
            <a:prstGeom prst="roundRect">
              <a:avLst>
                <a:gd name="adj" fmla="val 33333"/>
              </a:avLst>
            </a:prstGeom>
            <a:solidFill>
              <a:srgbClr val="0078D4"/>
            </a:solidFill>
            <a:ln/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ko-KR" altLang="en-US" sz="1463"/>
            </a:p>
          </p:txBody>
        </p:sp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5667D75D-BCBC-EAAB-AA04-08BCB7453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464344" y="917829"/>
              <a:ext cx="185738" cy="185738"/>
            </a:xfrm>
            <a:prstGeom prst="rect">
              <a:avLst/>
            </a:prstGeom>
          </p:spPr>
        </p:pic>
      </p:grpSp>
      <p:sp>
        <p:nvSpPr>
          <p:cNvPr id="6" name="Text 9">
            <a:extLst>
              <a:ext uri="{FF2B5EF4-FFF2-40B4-BE49-F238E27FC236}">
                <a16:creationId xmlns:a16="http://schemas.microsoft.com/office/drawing/2014/main" id="{12041586-422C-0B48-A333-2C49AF5B517F}"/>
              </a:ext>
            </a:extLst>
          </p:cNvPr>
          <p:cNvSpPr txBox="1"/>
          <p:nvPr/>
        </p:nvSpPr>
        <p:spPr>
          <a:xfrm>
            <a:off x="363302" y="944961"/>
            <a:ext cx="916354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Outlook Copilot은 방대한 이메일을 효율적으로 관리하고, 신속하게 회신할 수 있도록 돕습니다. 특히 '새 Outlook(New Outlook)' 및 웹 버전에서 최신 기능이 빠르게 적용됩니다.</a:t>
            </a:r>
            <a:endParaRPr lang="en-US" sz="100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1303307E-677A-DFF3-7536-194BE75EC7A5}"/>
              </a:ext>
            </a:extLst>
          </p:cNvPr>
          <p:cNvSpPr/>
          <p:nvPr/>
        </p:nvSpPr>
        <p:spPr>
          <a:xfrm>
            <a:off x="352202" y="1515588"/>
            <a:ext cx="9162802" cy="2647131"/>
          </a:xfrm>
          <a:prstGeom prst="roundRect">
            <a:avLst>
              <a:gd name="adj" fmla="val 9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 sz="1463"/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8CE97CB2-AD34-1652-A933-5910AD7C8880}"/>
              </a:ext>
            </a:extLst>
          </p:cNvPr>
          <p:cNvSpPr/>
          <p:nvPr/>
        </p:nvSpPr>
        <p:spPr>
          <a:xfrm>
            <a:off x="359631" y="1523761"/>
            <a:ext cx="3049067" cy="572814"/>
          </a:xfrm>
          <a:prstGeom prst="rect">
            <a:avLst/>
          </a:prstGeom>
          <a:solidFill>
            <a:srgbClr val="EFF6FC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99BF944C-768F-616A-A454-52DD6CE1C4CD}"/>
              </a:ext>
            </a:extLst>
          </p:cNvPr>
          <p:cNvSpPr/>
          <p:nvPr/>
        </p:nvSpPr>
        <p:spPr>
          <a:xfrm>
            <a:off x="359631" y="2080973"/>
            <a:ext cx="3049067" cy="1560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9124C6CA-900E-D91F-3DAD-2A7F0047CD2C}"/>
              </a:ext>
            </a:extLst>
          </p:cNvPr>
          <p:cNvSpPr txBox="1"/>
          <p:nvPr/>
        </p:nvSpPr>
        <p:spPr>
          <a:xfrm>
            <a:off x="483704" y="1709498"/>
            <a:ext cx="58841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0078D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기능 항목</a:t>
            </a:r>
            <a:endParaRPr lang="en-US" sz="1000"/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3AE9E0C1-DBD7-F437-97F5-608520485297}"/>
              </a:ext>
            </a:extLst>
          </p:cNvPr>
          <p:cNvSpPr/>
          <p:nvPr/>
        </p:nvSpPr>
        <p:spPr>
          <a:xfrm>
            <a:off x="3409440" y="1523761"/>
            <a:ext cx="1524534" cy="572814"/>
          </a:xfrm>
          <a:prstGeom prst="rect">
            <a:avLst/>
          </a:prstGeom>
          <a:solidFill>
            <a:srgbClr val="EFF6FC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60941381-035B-7CB3-6614-E014CF23B91A}"/>
              </a:ext>
            </a:extLst>
          </p:cNvPr>
          <p:cNvSpPr/>
          <p:nvPr/>
        </p:nvSpPr>
        <p:spPr>
          <a:xfrm>
            <a:off x="3409440" y="2080973"/>
            <a:ext cx="1524534" cy="1560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03F4DFFB-0139-DB20-8B92-EE9378B18839}"/>
              </a:ext>
            </a:extLst>
          </p:cNvPr>
          <p:cNvSpPr txBox="1"/>
          <p:nvPr/>
        </p:nvSpPr>
        <p:spPr>
          <a:xfrm>
            <a:off x="3532769" y="1616630"/>
            <a:ext cx="92868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0078D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데스크톱 (Classic/New)</a:t>
            </a:r>
            <a:endParaRPr lang="en-US" sz="1000"/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BAF7E1A8-48B5-F186-CCBB-D2DBD83E69AC}"/>
              </a:ext>
            </a:extLst>
          </p:cNvPr>
          <p:cNvSpPr/>
          <p:nvPr/>
        </p:nvSpPr>
        <p:spPr>
          <a:xfrm>
            <a:off x="4933974" y="1523761"/>
            <a:ext cx="1524534" cy="572814"/>
          </a:xfrm>
          <a:prstGeom prst="rect">
            <a:avLst/>
          </a:prstGeom>
          <a:solidFill>
            <a:srgbClr val="EFF6FC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CECBEEDB-26DF-54A9-26BA-CA5FA0CD5DB4}"/>
              </a:ext>
            </a:extLst>
          </p:cNvPr>
          <p:cNvSpPr/>
          <p:nvPr/>
        </p:nvSpPr>
        <p:spPr>
          <a:xfrm>
            <a:off x="4933974" y="2080973"/>
            <a:ext cx="1524534" cy="1560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6C53CE15-5E7D-E3A2-7432-992A665866CA}"/>
              </a:ext>
            </a:extLst>
          </p:cNvPr>
          <p:cNvSpPr txBox="1"/>
          <p:nvPr/>
        </p:nvSpPr>
        <p:spPr>
          <a:xfrm>
            <a:off x="5057303" y="1709498"/>
            <a:ext cx="627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0078D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웹 (OWA)</a:t>
            </a:r>
            <a:endParaRPr lang="en-US" sz="1000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040BA899-7977-749A-EAED-6E8D4ACD39F7}"/>
              </a:ext>
            </a:extLst>
          </p:cNvPr>
          <p:cNvSpPr/>
          <p:nvPr/>
        </p:nvSpPr>
        <p:spPr>
          <a:xfrm>
            <a:off x="6458507" y="1523761"/>
            <a:ext cx="3049067" cy="572814"/>
          </a:xfrm>
          <a:prstGeom prst="rect">
            <a:avLst/>
          </a:prstGeom>
          <a:solidFill>
            <a:srgbClr val="EFF6FC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6EC3979B-1613-03F9-F7CD-C9439B598DB1}"/>
              </a:ext>
            </a:extLst>
          </p:cNvPr>
          <p:cNvSpPr/>
          <p:nvPr/>
        </p:nvSpPr>
        <p:spPr>
          <a:xfrm>
            <a:off x="6458507" y="2080973"/>
            <a:ext cx="3049067" cy="1560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9A6493EE-DF89-E1E0-434B-C1CEC3DF7F18}"/>
              </a:ext>
            </a:extLst>
          </p:cNvPr>
          <p:cNvSpPr txBox="1"/>
          <p:nvPr/>
        </p:nvSpPr>
        <p:spPr>
          <a:xfrm>
            <a:off x="6311405" y="1709498"/>
            <a:ext cx="1254166" cy="20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0078D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실무 메모 / 비고</a:t>
            </a:r>
            <a:endParaRPr lang="en-US" sz="1000"/>
          </a:p>
        </p:txBody>
      </p:sp>
      <p:sp>
        <p:nvSpPr>
          <p:cNvPr id="21" name="Shape 23">
            <a:extLst>
              <a:ext uri="{FF2B5EF4-FFF2-40B4-BE49-F238E27FC236}">
                <a16:creationId xmlns:a16="http://schemas.microsoft.com/office/drawing/2014/main" id="{9CA4A72E-B0FD-DC04-C559-A768A4A51AD7}"/>
              </a:ext>
            </a:extLst>
          </p:cNvPr>
          <p:cNvSpPr/>
          <p:nvPr/>
        </p:nvSpPr>
        <p:spPr>
          <a:xfrm>
            <a:off x="359631" y="2653788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C1AF7F42-F1B0-FB5A-E181-F2BC85C1E458}"/>
              </a:ext>
            </a:extLst>
          </p:cNvPr>
          <p:cNvSpPr txBox="1"/>
          <p:nvPr/>
        </p:nvSpPr>
        <p:spPr>
          <a:xfrm>
            <a:off x="483702" y="2291229"/>
            <a:ext cx="2021783" cy="16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이메일 초안 작성 / </a:t>
            </a:r>
            <a:r>
              <a:rPr lang="en-US" sz="1000" b="1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회신</a:t>
            </a:r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 </a:t>
            </a:r>
            <a:r>
              <a:rPr lang="en-US" sz="1000" b="1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생성</a:t>
            </a:r>
            <a:endParaRPr lang="en-US" sz="1000"/>
          </a:p>
        </p:txBody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BD279971-A8F2-3C56-9B68-984057319800}"/>
              </a:ext>
            </a:extLst>
          </p:cNvPr>
          <p:cNvSpPr/>
          <p:nvPr/>
        </p:nvSpPr>
        <p:spPr>
          <a:xfrm>
            <a:off x="3409440" y="2653788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55BB25BE-BA28-509C-1273-9235232657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8155" y="2294200"/>
            <a:ext cx="147104" cy="147104"/>
          </a:xfrm>
          <a:prstGeom prst="rect">
            <a:avLst/>
          </a:prstGeom>
        </p:spPr>
      </p:pic>
      <p:sp>
        <p:nvSpPr>
          <p:cNvPr id="25" name="Text 26">
            <a:extLst>
              <a:ext uri="{FF2B5EF4-FFF2-40B4-BE49-F238E27FC236}">
                <a16:creationId xmlns:a16="http://schemas.microsoft.com/office/drawing/2014/main" id="{D53023B8-9407-0274-0C95-30E85FA78AAB}"/>
              </a:ext>
            </a:extLst>
          </p:cNvPr>
          <p:cNvSpPr txBox="1"/>
          <p:nvPr/>
        </p:nvSpPr>
        <p:spPr>
          <a:xfrm>
            <a:off x="483704" y="2855871"/>
            <a:ext cx="2651135" cy="16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이메일 요약 (Summary by Copilot)</a:t>
            </a:r>
            <a:endParaRPr lang="en-US" sz="1000"/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7076BBE9-11D1-0206-2E48-F0DD8C0B07CD}"/>
              </a:ext>
            </a:extLst>
          </p:cNvPr>
          <p:cNvSpPr/>
          <p:nvPr/>
        </p:nvSpPr>
        <p:spPr>
          <a:xfrm>
            <a:off x="4933974" y="2653788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ADD2C90C-C3AC-FD42-53FC-7881AF1477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22689" y="2294200"/>
            <a:ext cx="147104" cy="147104"/>
          </a:xfrm>
          <a:prstGeom prst="rect">
            <a:avLst/>
          </a:prstGeom>
        </p:spPr>
      </p:pic>
      <p:sp>
        <p:nvSpPr>
          <p:cNvPr id="86" name="Shape 28">
            <a:extLst>
              <a:ext uri="{FF2B5EF4-FFF2-40B4-BE49-F238E27FC236}">
                <a16:creationId xmlns:a16="http://schemas.microsoft.com/office/drawing/2014/main" id="{A173CC23-BD80-CD93-BC4F-99426B73D4C3}"/>
              </a:ext>
            </a:extLst>
          </p:cNvPr>
          <p:cNvSpPr/>
          <p:nvPr/>
        </p:nvSpPr>
        <p:spPr>
          <a:xfrm>
            <a:off x="359631" y="2661217"/>
            <a:ext cx="9147943" cy="564642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87" name="Shape 29">
            <a:extLst>
              <a:ext uri="{FF2B5EF4-FFF2-40B4-BE49-F238E27FC236}">
                <a16:creationId xmlns:a16="http://schemas.microsoft.com/office/drawing/2014/main" id="{4F1A994C-9540-0F73-C651-5E7342BE2BFC}"/>
              </a:ext>
            </a:extLst>
          </p:cNvPr>
          <p:cNvSpPr/>
          <p:nvPr/>
        </p:nvSpPr>
        <p:spPr>
          <a:xfrm>
            <a:off x="6458507" y="2653788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88" name="Shape 30">
            <a:extLst>
              <a:ext uri="{FF2B5EF4-FFF2-40B4-BE49-F238E27FC236}">
                <a16:creationId xmlns:a16="http://schemas.microsoft.com/office/drawing/2014/main" id="{56170385-7CFC-EA4F-C2EA-D9783D558B6F}"/>
              </a:ext>
            </a:extLst>
          </p:cNvPr>
          <p:cNvSpPr/>
          <p:nvPr/>
        </p:nvSpPr>
        <p:spPr>
          <a:xfrm>
            <a:off x="359631" y="3218430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89" name="Shape 31">
            <a:extLst>
              <a:ext uri="{FF2B5EF4-FFF2-40B4-BE49-F238E27FC236}">
                <a16:creationId xmlns:a16="http://schemas.microsoft.com/office/drawing/2014/main" id="{F2DEE8A4-C974-B1B8-6885-F15FC91CA755}"/>
              </a:ext>
            </a:extLst>
          </p:cNvPr>
          <p:cNvSpPr/>
          <p:nvPr/>
        </p:nvSpPr>
        <p:spPr>
          <a:xfrm>
            <a:off x="3409440" y="3218430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90" name="Shape 32">
            <a:extLst>
              <a:ext uri="{FF2B5EF4-FFF2-40B4-BE49-F238E27FC236}">
                <a16:creationId xmlns:a16="http://schemas.microsoft.com/office/drawing/2014/main" id="{8EC8615F-9039-DA0B-E6AE-1D0580D7F6FA}"/>
              </a:ext>
            </a:extLst>
          </p:cNvPr>
          <p:cNvSpPr/>
          <p:nvPr/>
        </p:nvSpPr>
        <p:spPr>
          <a:xfrm>
            <a:off x="4933974" y="3218430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91" name="Text 33">
            <a:extLst>
              <a:ext uri="{FF2B5EF4-FFF2-40B4-BE49-F238E27FC236}">
                <a16:creationId xmlns:a16="http://schemas.microsoft.com/office/drawing/2014/main" id="{DA9B7C4F-5564-14BC-178E-E7EC6E50AD6A}"/>
              </a:ext>
            </a:extLst>
          </p:cNvPr>
          <p:cNvSpPr txBox="1"/>
          <p:nvPr/>
        </p:nvSpPr>
        <p:spPr>
          <a:xfrm>
            <a:off x="6311404" y="2219905"/>
            <a:ext cx="2649570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짧은 프롬프트로 전문적인 이메일 </a:t>
            </a:r>
            <a:r>
              <a:rPr lang="en-US" sz="1000" err="1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초안</a:t>
            </a:r>
            <a:r>
              <a:rPr 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 </a:t>
            </a:r>
            <a:r>
              <a:rPr lang="en-US" sz="1000" err="1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생성</a:t>
            </a:r>
            <a:endParaRPr lang="en-US" sz="1000"/>
          </a:p>
        </p:txBody>
      </p:sp>
      <p:sp>
        <p:nvSpPr>
          <p:cNvPr id="92" name="Text 34">
            <a:extLst>
              <a:ext uri="{FF2B5EF4-FFF2-40B4-BE49-F238E27FC236}">
                <a16:creationId xmlns:a16="http://schemas.microsoft.com/office/drawing/2014/main" id="{EC2DBB58-35AB-9FBA-616E-F4639BEA7348}"/>
              </a:ext>
            </a:extLst>
          </p:cNvPr>
          <p:cNvSpPr txBox="1"/>
          <p:nvPr/>
        </p:nvSpPr>
        <p:spPr>
          <a:xfrm>
            <a:off x="6311405" y="2398213"/>
            <a:ext cx="2649569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* '새 Outlook' 사용 권장. 톤/길이 </a:t>
            </a:r>
            <a:r>
              <a:rPr lang="en-US" sz="1000" err="1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조정</a:t>
            </a:r>
            <a:r>
              <a:rPr lang="en-US" sz="10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 </a:t>
            </a:r>
            <a:r>
              <a:rPr lang="en-US" sz="1000" err="1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가능</a:t>
            </a:r>
            <a:endParaRPr lang="en-US" sz="1000"/>
          </a:p>
        </p:txBody>
      </p:sp>
      <p:pic>
        <p:nvPicPr>
          <p:cNvPr id="93" name="Image 3" descr="preencoded.png">
            <a:extLst>
              <a:ext uri="{FF2B5EF4-FFF2-40B4-BE49-F238E27FC236}">
                <a16:creationId xmlns:a16="http://schemas.microsoft.com/office/drawing/2014/main" id="{27AA8103-82C1-A058-D8C2-95505D3614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8155" y="2858842"/>
            <a:ext cx="147104" cy="147104"/>
          </a:xfrm>
          <a:prstGeom prst="rect">
            <a:avLst/>
          </a:prstGeom>
        </p:spPr>
      </p:pic>
      <p:pic>
        <p:nvPicPr>
          <p:cNvPr id="94" name="Image 4" descr="preencoded.png">
            <a:extLst>
              <a:ext uri="{FF2B5EF4-FFF2-40B4-BE49-F238E27FC236}">
                <a16:creationId xmlns:a16="http://schemas.microsoft.com/office/drawing/2014/main" id="{D3A6C5B6-12F8-B2EB-DFC9-56FA5AE5FF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22689" y="2858842"/>
            <a:ext cx="147104" cy="147104"/>
          </a:xfrm>
          <a:prstGeom prst="rect">
            <a:avLst/>
          </a:prstGeom>
        </p:spPr>
      </p:pic>
      <p:sp>
        <p:nvSpPr>
          <p:cNvPr id="95" name="Shape 35">
            <a:extLst>
              <a:ext uri="{FF2B5EF4-FFF2-40B4-BE49-F238E27FC236}">
                <a16:creationId xmlns:a16="http://schemas.microsoft.com/office/drawing/2014/main" id="{31A8DDBB-CFC2-AC04-6F1F-944062A60F64}"/>
              </a:ext>
            </a:extLst>
          </p:cNvPr>
          <p:cNvSpPr/>
          <p:nvPr/>
        </p:nvSpPr>
        <p:spPr>
          <a:xfrm>
            <a:off x="359631" y="3690203"/>
            <a:ext cx="9147943" cy="464344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96" name="Shape 36">
            <a:extLst>
              <a:ext uri="{FF2B5EF4-FFF2-40B4-BE49-F238E27FC236}">
                <a16:creationId xmlns:a16="http://schemas.microsoft.com/office/drawing/2014/main" id="{8887FEC1-A1EA-B896-5ABA-CECFC31C5533}"/>
              </a:ext>
            </a:extLst>
          </p:cNvPr>
          <p:cNvSpPr/>
          <p:nvPr/>
        </p:nvSpPr>
        <p:spPr>
          <a:xfrm>
            <a:off x="6458507" y="3218430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97" name="Shape 37">
            <a:extLst>
              <a:ext uri="{FF2B5EF4-FFF2-40B4-BE49-F238E27FC236}">
                <a16:creationId xmlns:a16="http://schemas.microsoft.com/office/drawing/2014/main" id="{D0AC3D99-D3ED-D02E-FF20-27B455669201}"/>
              </a:ext>
            </a:extLst>
          </p:cNvPr>
          <p:cNvSpPr/>
          <p:nvPr/>
        </p:nvSpPr>
        <p:spPr>
          <a:xfrm>
            <a:off x="359631" y="3682773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98" name="Shape 38">
            <a:extLst>
              <a:ext uri="{FF2B5EF4-FFF2-40B4-BE49-F238E27FC236}">
                <a16:creationId xmlns:a16="http://schemas.microsoft.com/office/drawing/2014/main" id="{AEE7EB3A-1C1B-42C5-BA8C-C8302BA5AC76}"/>
              </a:ext>
            </a:extLst>
          </p:cNvPr>
          <p:cNvSpPr/>
          <p:nvPr/>
        </p:nvSpPr>
        <p:spPr>
          <a:xfrm>
            <a:off x="6458507" y="3682773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F202F84A-6BFB-23F8-84D1-AFFD287D5C4E}"/>
              </a:ext>
            </a:extLst>
          </p:cNvPr>
          <p:cNvSpPr txBox="1"/>
          <p:nvPr/>
        </p:nvSpPr>
        <p:spPr>
          <a:xfrm>
            <a:off x="483703" y="3370735"/>
            <a:ext cx="2209633" cy="16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회의 일정 잡기 / 내용 기반 초대</a:t>
            </a:r>
            <a:endParaRPr lang="en-US" sz="1000"/>
          </a:p>
        </p:txBody>
      </p:sp>
      <p:sp>
        <p:nvSpPr>
          <p:cNvPr id="100" name="Text 40">
            <a:extLst>
              <a:ext uri="{FF2B5EF4-FFF2-40B4-BE49-F238E27FC236}">
                <a16:creationId xmlns:a16="http://schemas.microsoft.com/office/drawing/2014/main" id="{0001C04A-64F3-7B6C-5D1D-0DBE07D69D29}"/>
              </a:ext>
            </a:extLst>
          </p:cNvPr>
          <p:cNvSpPr txBox="1"/>
          <p:nvPr/>
        </p:nvSpPr>
        <p:spPr>
          <a:xfrm>
            <a:off x="483703" y="3838793"/>
            <a:ext cx="1048567" cy="16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오프라인 사용</a:t>
            </a:r>
            <a:endParaRPr lang="en-US" sz="1000"/>
          </a:p>
        </p:txBody>
      </p:sp>
      <p:sp>
        <p:nvSpPr>
          <p:cNvPr id="101" name="Shape 41">
            <a:extLst>
              <a:ext uri="{FF2B5EF4-FFF2-40B4-BE49-F238E27FC236}">
                <a16:creationId xmlns:a16="http://schemas.microsoft.com/office/drawing/2014/main" id="{EED43500-E3AF-DD00-CE49-248270E0147F}"/>
              </a:ext>
            </a:extLst>
          </p:cNvPr>
          <p:cNvSpPr/>
          <p:nvPr/>
        </p:nvSpPr>
        <p:spPr>
          <a:xfrm>
            <a:off x="3409440" y="3682773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02" name="Text 42">
            <a:extLst>
              <a:ext uri="{FF2B5EF4-FFF2-40B4-BE49-F238E27FC236}">
                <a16:creationId xmlns:a16="http://schemas.microsoft.com/office/drawing/2014/main" id="{ACE373E6-3B11-6506-7F39-40B2215BB597}"/>
              </a:ext>
            </a:extLst>
          </p:cNvPr>
          <p:cNvSpPr txBox="1"/>
          <p:nvPr/>
        </p:nvSpPr>
        <p:spPr>
          <a:xfrm>
            <a:off x="6311405" y="2785290"/>
            <a:ext cx="2513041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긴 이메일 스레드를 핵심 내용 </a:t>
            </a:r>
            <a:r>
              <a:rPr lang="en-US" sz="1000" err="1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위주로</a:t>
            </a:r>
            <a:r>
              <a:rPr 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 </a:t>
            </a:r>
            <a:r>
              <a:rPr lang="en-US" sz="1000" err="1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요약</a:t>
            </a:r>
            <a:endParaRPr lang="en-US" sz="1000"/>
          </a:p>
        </p:txBody>
      </p:sp>
      <p:sp>
        <p:nvSpPr>
          <p:cNvPr id="103" name="Text 43">
            <a:extLst>
              <a:ext uri="{FF2B5EF4-FFF2-40B4-BE49-F238E27FC236}">
                <a16:creationId xmlns:a16="http://schemas.microsoft.com/office/drawing/2014/main" id="{830ED3AC-4DA0-50B3-4BFD-D40A59F4DA41}"/>
              </a:ext>
            </a:extLst>
          </p:cNvPr>
          <p:cNvSpPr txBox="1"/>
          <p:nvPr/>
        </p:nvSpPr>
        <p:spPr>
          <a:xfrm>
            <a:off x="6311404" y="3845480"/>
            <a:ext cx="2752999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클라우드 서버 통신 필요 (인터넷 연결 </a:t>
            </a:r>
            <a:r>
              <a:rPr lang="en-US" sz="1000" err="1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필수</a:t>
            </a:r>
            <a:r>
              <a:rPr 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)</a:t>
            </a:r>
            <a:endParaRPr lang="en-US" sz="1000"/>
          </a:p>
        </p:txBody>
      </p:sp>
      <p:sp>
        <p:nvSpPr>
          <p:cNvPr id="104" name="Text 44">
            <a:extLst>
              <a:ext uri="{FF2B5EF4-FFF2-40B4-BE49-F238E27FC236}">
                <a16:creationId xmlns:a16="http://schemas.microsoft.com/office/drawing/2014/main" id="{100EC4B2-BDE6-674D-383C-EBD9E777E421}"/>
              </a:ext>
            </a:extLst>
          </p:cNvPr>
          <p:cNvSpPr txBox="1"/>
          <p:nvPr/>
        </p:nvSpPr>
        <p:spPr>
          <a:xfrm>
            <a:off x="6311404" y="2962855"/>
            <a:ext cx="2054264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* 모바일 앱에서도 </a:t>
            </a:r>
            <a:r>
              <a:rPr lang="en-US" sz="1000" err="1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유용한</a:t>
            </a:r>
            <a:r>
              <a:rPr lang="en-US" sz="10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 </a:t>
            </a:r>
            <a:r>
              <a:rPr lang="en-US" sz="1000" err="1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기능</a:t>
            </a:r>
            <a:endParaRPr lang="en-US" sz="1000"/>
          </a:p>
        </p:txBody>
      </p:sp>
      <p:pic>
        <p:nvPicPr>
          <p:cNvPr id="105" name="Image 5" descr="preencoded.png">
            <a:extLst>
              <a:ext uri="{FF2B5EF4-FFF2-40B4-BE49-F238E27FC236}">
                <a16:creationId xmlns:a16="http://schemas.microsoft.com/office/drawing/2014/main" id="{91B14974-40DE-B2AA-55A7-97D181924F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8155" y="3373707"/>
            <a:ext cx="147104" cy="147104"/>
          </a:xfrm>
          <a:prstGeom prst="rect">
            <a:avLst/>
          </a:prstGeom>
        </p:spPr>
      </p:pic>
      <p:sp>
        <p:nvSpPr>
          <p:cNvPr id="106" name="Shape 45">
            <a:extLst>
              <a:ext uri="{FF2B5EF4-FFF2-40B4-BE49-F238E27FC236}">
                <a16:creationId xmlns:a16="http://schemas.microsoft.com/office/drawing/2014/main" id="{C2D9A7D3-D444-5236-8B0C-8247CBCE93C8}"/>
              </a:ext>
            </a:extLst>
          </p:cNvPr>
          <p:cNvSpPr/>
          <p:nvPr/>
        </p:nvSpPr>
        <p:spPr>
          <a:xfrm>
            <a:off x="4933974" y="3682773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pic>
        <p:nvPicPr>
          <p:cNvPr id="107" name="Image 6" descr="preencoded.png">
            <a:extLst>
              <a:ext uri="{FF2B5EF4-FFF2-40B4-BE49-F238E27FC236}">
                <a16:creationId xmlns:a16="http://schemas.microsoft.com/office/drawing/2014/main" id="{192EA5F1-0D7D-E87B-6B1D-46B1CFFF63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22689" y="3373707"/>
            <a:ext cx="147104" cy="147104"/>
          </a:xfrm>
          <a:prstGeom prst="rect">
            <a:avLst/>
          </a:prstGeom>
        </p:spPr>
      </p:pic>
      <p:sp>
        <p:nvSpPr>
          <p:cNvPr id="108" name="Text 46">
            <a:extLst>
              <a:ext uri="{FF2B5EF4-FFF2-40B4-BE49-F238E27FC236}">
                <a16:creationId xmlns:a16="http://schemas.microsoft.com/office/drawing/2014/main" id="{EC8E5221-F45D-B717-2668-A5CF7F201B4C}"/>
              </a:ext>
            </a:extLst>
          </p:cNvPr>
          <p:cNvSpPr txBox="1"/>
          <p:nvPr/>
        </p:nvSpPr>
        <p:spPr>
          <a:xfrm>
            <a:off x="6311405" y="3377421"/>
            <a:ext cx="3185069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이메일 내용을 바탕으로 회의 일정 제안 및 </a:t>
            </a:r>
            <a:r>
              <a:rPr lang="en-US" sz="1000" err="1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초대장</a:t>
            </a:r>
            <a:r>
              <a:rPr 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 </a:t>
            </a:r>
            <a:r>
              <a:rPr lang="en-US" sz="1000" err="1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생성</a:t>
            </a:r>
            <a:endParaRPr lang="en-US" sz="1000"/>
          </a:p>
        </p:txBody>
      </p:sp>
      <p:pic>
        <p:nvPicPr>
          <p:cNvPr id="109" name="Image 7" descr="preencoded.png">
            <a:extLst>
              <a:ext uri="{FF2B5EF4-FFF2-40B4-BE49-F238E27FC236}">
                <a16:creationId xmlns:a16="http://schemas.microsoft.com/office/drawing/2014/main" id="{98B8A731-F97C-944F-2094-809EF6B81E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98155" y="3841766"/>
            <a:ext cx="147104" cy="147104"/>
          </a:xfrm>
          <a:prstGeom prst="rect">
            <a:avLst/>
          </a:prstGeom>
        </p:spPr>
      </p:pic>
      <p:pic>
        <p:nvPicPr>
          <p:cNvPr id="110" name="Image 8" descr="preencoded.png">
            <a:extLst>
              <a:ext uri="{FF2B5EF4-FFF2-40B4-BE49-F238E27FC236}">
                <a16:creationId xmlns:a16="http://schemas.microsoft.com/office/drawing/2014/main" id="{A669AE1C-03BE-4761-718A-952CD77EF9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22689" y="3841766"/>
            <a:ext cx="147104" cy="147104"/>
          </a:xfrm>
          <a:prstGeom prst="rect">
            <a:avLst/>
          </a:prstGeom>
        </p:spPr>
      </p:pic>
      <p:sp>
        <p:nvSpPr>
          <p:cNvPr id="111" name="Shape 47">
            <a:extLst>
              <a:ext uri="{FF2B5EF4-FFF2-40B4-BE49-F238E27FC236}">
                <a16:creationId xmlns:a16="http://schemas.microsoft.com/office/drawing/2014/main" id="{8FCF1280-6D6A-186D-5710-8005FFA5F0F4}"/>
              </a:ext>
            </a:extLst>
          </p:cNvPr>
          <p:cNvSpPr/>
          <p:nvPr/>
        </p:nvSpPr>
        <p:spPr>
          <a:xfrm>
            <a:off x="352202" y="4286791"/>
            <a:ext cx="9162802" cy="753022"/>
          </a:xfrm>
          <a:prstGeom prst="roundRect">
            <a:avLst>
              <a:gd name="adj" fmla="val 14022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 sz="1000"/>
          </a:p>
        </p:txBody>
      </p:sp>
      <p:pic>
        <p:nvPicPr>
          <p:cNvPr id="112" name="Image 9" descr="preencoded.png">
            <a:extLst>
              <a:ext uri="{FF2B5EF4-FFF2-40B4-BE49-F238E27FC236}">
                <a16:creationId xmlns:a16="http://schemas.microsoft.com/office/drawing/2014/main" id="{8C1AC544-2559-C2D8-6FCA-FBEF69A317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483703" y="4448755"/>
            <a:ext cx="92869" cy="124073"/>
          </a:xfrm>
          <a:prstGeom prst="rect">
            <a:avLst/>
          </a:prstGeom>
        </p:spPr>
      </p:pic>
      <p:sp>
        <p:nvSpPr>
          <p:cNvPr id="113" name="Text 48">
            <a:extLst>
              <a:ext uri="{FF2B5EF4-FFF2-40B4-BE49-F238E27FC236}">
                <a16:creationId xmlns:a16="http://schemas.microsoft.com/office/drawing/2014/main" id="{A793FF2F-E5AE-C1FD-6C45-86B7EA375F17}"/>
              </a:ext>
            </a:extLst>
          </p:cNvPr>
          <p:cNvSpPr txBox="1"/>
          <p:nvPr/>
        </p:nvSpPr>
        <p:spPr>
          <a:xfrm>
            <a:off x="669441" y="4418294"/>
            <a:ext cx="2465398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37415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참고: 클래식 Outlook vs 새 Outlook</a:t>
            </a:r>
            <a:endParaRPr lang="en-US" sz="1000"/>
          </a:p>
        </p:txBody>
      </p:sp>
      <p:sp>
        <p:nvSpPr>
          <p:cNvPr id="114" name="Text 49">
            <a:extLst>
              <a:ext uri="{FF2B5EF4-FFF2-40B4-BE49-F238E27FC236}">
                <a16:creationId xmlns:a16="http://schemas.microsoft.com/office/drawing/2014/main" id="{4CA2CE05-AB82-3CD9-2D4E-2F33F669C02E}"/>
              </a:ext>
            </a:extLst>
          </p:cNvPr>
          <p:cNvSpPr txBox="1"/>
          <p:nvPr/>
        </p:nvSpPr>
        <p:spPr>
          <a:xfrm>
            <a:off x="669441" y="4715606"/>
            <a:ext cx="8752455" cy="10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Windows용 클래식 Outlook(구 버전)에서는 일부 Copilot 기능이 제한될 수 있습니다. Microsoft는 최신 Copilot 경험을 위해 '새 Outlook(New Outlook for Windows)' 또는 웹 버전(OWA) 사용을 권장합니다.</a:t>
            </a:r>
            <a:endParaRPr lang="en-US" sz="1000"/>
          </a:p>
        </p:txBody>
      </p:sp>
      <p:sp>
        <p:nvSpPr>
          <p:cNvPr id="115" name="Text 24">
            <a:extLst>
              <a:ext uri="{FF2B5EF4-FFF2-40B4-BE49-F238E27FC236}">
                <a16:creationId xmlns:a16="http://schemas.microsoft.com/office/drawing/2014/main" id="{DB7A28A3-A2BE-C9AA-6106-80EADC837AF1}"/>
              </a:ext>
            </a:extLst>
          </p:cNvPr>
          <p:cNvSpPr txBox="1"/>
          <p:nvPr/>
        </p:nvSpPr>
        <p:spPr>
          <a:xfrm>
            <a:off x="491132" y="2861071"/>
            <a:ext cx="2021783" cy="16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이메일 스레드 요약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8225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74805-5E52-4864-3275-24C332E71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A7DDCF9-A6C5-19A1-CD76-E7986AC40F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302420"/>
            <a:ext cx="7782378" cy="263637"/>
          </a:xfrm>
        </p:spPr>
        <p:txBody>
          <a:bodyPr/>
          <a:lstStyle/>
          <a:p>
            <a:r>
              <a:rPr lang="en-US" altLang="ko-KR" sz="1800">
                <a:solidFill>
                  <a:srgbClr val="111827"/>
                </a:solidFill>
                <a:cs typeface="Noto Sans KR" pitchFamily="34" charset="-120"/>
              </a:rPr>
              <a:t>OneNote &amp; Teams Copilot - </a:t>
            </a:r>
            <a:r>
              <a:rPr lang="en-US" altLang="ko-KR" sz="1800" err="1">
                <a:solidFill>
                  <a:srgbClr val="6B7280"/>
                </a:solidFill>
                <a:cs typeface="Noto Sans KR" pitchFamily="34" charset="-120"/>
              </a:rPr>
              <a:t>데스크톱</a:t>
            </a:r>
            <a:r>
              <a:rPr lang="en-US" altLang="ko-KR" sz="1800">
                <a:solidFill>
                  <a:srgbClr val="6B7280"/>
                </a:solidFill>
                <a:cs typeface="Noto Sans KR" pitchFamily="34" charset="-120"/>
              </a:rPr>
              <a:t> 앱(App) vs 웹(Web)</a:t>
            </a:r>
            <a:endParaRPr lang="en-US" altLang="ko-KR" sz="1800"/>
          </a:p>
        </p:txBody>
      </p:sp>
      <p:sp>
        <p:nvSpPr>
          <p:cNvPr id="3" name="Shape 10">
            <a:extLst>
              <a:ext uri="{FF2B5EF4-FFF2-40B4-BE49-F238E27FC236}">
                <a16:creationId xmlns:a16="http://schemas.microsoft.com/office/drawing/2014/main" id="{1D6E6234-8013-1EDC-2A52-FA5FE72625BC}"/>
              </a:ext>
            </a:extLst>
          </p:cNvPr>
          <p:cNvSpPr/>
          <p:nvPr/>
        </p:nvSpPr>
        <p:spPr>
          <a:xfrm>
            <a:off x="309811" y="1531131"/>
            <a:ext cx="4519365" cy="743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69C5AC3C-5F37-D9BE-6730-CCC7297725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41" b="-841"/>
          <a:stretch/>
        </p:blipFill>
        <p:spPr>
          <a:xfrm>
            <a:off x="309811" y="1291159"/>
            <a:ext cx="154533" cy="139674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B8BAE9CD-991D-7BAC-9684-CE6BB8710528}"/>
              </a:ext>
            </a:extLst>
          </p:cNvPr>
          <p:cNvSpPr txBox="1"/>
          <p:nvPr/>
        </p:nvSpPr>
        <p:spPr>
          <a:xfrm>
            <a:off x="526008" y="1252525"/>
            <a:ext cx="995577" cy="21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7719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OneNote</a:t>
            </a:r>
            <a:endParaRPr lang="en-US" sz="140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4FB2EA19-0C49-CB1B-7600-F0E74B65D636}"/>
              </a:ext>
            </a:extLst>
          </p:cNvPr>
          <p:cNvSpPr/>
          <p:nvPr/>
        </p:nvSpPr>
        <p:spPr>
          <a:xfrm>
            <a:off x="4076395" y="1282986"/>
            <a:ext cx="776383" cy="154533"/>
          </a:xfrm>
          <a:prstGeom prst="roundRect">
            <a:avLst>
              <a:gd name="adj" fmla="val 48077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BEAE0304-8B85-A5DD-F3CB-BAFF4FED74F6}"/>
              </a:ext>
            </a:extLst>
          </p:cNvPr>
          <p:cNvSpPr txBox="1"/>
          <p:nvPr/>
        </p:nvSpPr>
        <p:spPr>
          <a:xfrm>
            <a:off x="4107180" y="1291158"/>
            <a:ext cx="730169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5B21B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Note Taking</a:t>
            </a:r>
            <a:endParaRPr lang="en-US" sz="1000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C087FBAB-5DC3-3F6E-BE9F-8E253097239C}"/>
              </a:ext>
            </a:extLst>
          </p:cNvPr>
          <p:cNvSpPr/>
          <p:nvPr/>
        </p:nvSpPr>
        <p:spPr>
          <a:xfrm>
            <a:off x="309811" y="1631430"/>
            <a:ext cx="4519365" cy="2130798"/>
          </a:xfrm>
          <a:prstGeom prst="roundRect">
            <a:avLst>
              <a:gd name="adj" fmla="val 5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 sz="1463"/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4BD86ABF-ACCC-11AD-5B64-F8A0D9A0FB58}"/>
              </a:ext>
            </a:extLst>
          </p:cNvPr>
          <p:cNvSpPr/>
          <p:nvPr/>
        </p:nvSpPr>
        <p:spPr>
          <a:xfrm>
            <a:off x="317240" y="1639602"/>
            <a:ext cx="1880406" cy="301637"/>
          </a:xfrm>
          <a:prstGeom prst="rect">
            <a:avLst/>
          </a:prstGeom>
          <a:solidFill>
            <a:srgbClr val="F0EBF5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0" name="Shape 16">
            <a:extLst>
              <a:ext uri="{FF2B5EF4-FFF2-40B4-BE49-F238E27FC236}">
                <a16:creationId xmlns:a16="http://schemas.microsoft.com/office/drawing/2014/main" id="{EF286A08-E48C-5A70-86C9-D6D66651ABB5}"/>
              </a:ext>
            </a:extLst>
          </p:cNvPr>
          <p:cNvSpPr/>
          <p:nvPr/>
        </p:nvSpPr>
        <p:spPr>
          <a:xfrm>
            <a:off x="317240" y="1925637"/>
            <a:ext cx="1880406" cy="15602"/>
          </a:xfrm>
          <a:prstGeom prst="rect">
            <a:avLst/>
          </a:prstGeom>
          <a:solidFill>
            <a:srgbClr val="7719AA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AB3AF5D1-2F32-4E1D-48E8-36E3E8DA4CFF}"/>
              </a:ext>
            </a:extLst>
          </p:cNvPr>
          <p:cNvSpPr txBox="1"/>
          <p:nvPr/>
        </p:nvSpPr>
        <p:spPr>
          <a:xfrm>
            <a:off x="344273" y="1701266"/>
            <a:ext cx="659054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7719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기능 항목</a:t>
            </a:r>
            <a:endParaRPr lang="en-US" sz="1000"/>
          </a:p>
        </p:txBody>
      </p:sp>
      <p:sp>
        <p:nvSpPr>
          <p:cNvPr id="12" name="Shape 18">
            <a:extLst>
              <a:ext uri="{FF2B5EF4-FFF2-40B4-BE49-F238E27FC236}">
                <a16:creationId xmlns:a16="http://schemas.microsoft.com/office/drawing/2014/main" id="{577CF4DB-2C94-1025-4D4D-4F5AD050A829}"/>
              </a:ext>
            </a:extLst>
          </p:cNvPr>
          <p:cNvSpPr/>
          <p:nvPr/>
        </p:nvSpPr>
        <p:spPr>
          <a:xfrm>
            <a:off x="2193931" y="1639602"/>
            <a:ext cx="750380" cy="301637"/>
          </a:xfrm>
          <a:prstGeom prst="rect">
            <a:avLst/>
          </a:prstGeom>
          <a:solidFill>
            <a:srgbClr val="F0EBF5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3" name="Shape 19">
            <a:extLst>
              <a:ext uri="{FF2B5EF4-FFF2-40B4-BE49-F238E27FC236}">
                <a16:creationId xmlns:a16="http://schemas.microsoft.com/office/drawing/2014/main" id="{9233002D-E1ED-BB5C-0206-86390C1E66D6}"/>
              </a:ext>
            </a:extLst>
          </p:cNvPr>
          <p:cNvSpPr/>
          <p:nvPr/>
        </p:nvSpPr>
        <p:spPr>
          <a:xfrm>
            <a:off x="2193931" y="1925637"/>
            <a:ext cx="750380" cy="15602"/>
          </a:xfrm>
          <a:prstGeom prst="rect">
            <a:avLst/>
          </a:prstGeom>
          <a:solidFill>
            <a:srgbClr val="7719AA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4" name="Text 20">
            <a:extLst>
              <a:ext uri="{FF2B5EF4-FFF2-40B4-BE49-F238E27FC236}">
                <a16:creationId xmlns:a16="http://schemas.microsoft.com/office/drawing/2014/main" id="{2B75E93B-DA27-06F4-9C7E-716353B4DE45}"/>
              </a:ext>
            </a:extLst>
          </p:cNvPr>
          <p:cNvSpPr txBox="1"/>
          <p:nvPr/>
        </p:nvSpPr>
        <p:spPr>
          <a:xfrm>
            <a:off x="2271199" y="1701266"/>
            <a:ext cx="288264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7719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App</a:t>
            </a:r>
            <a:endParaRPr lang="en-US" sz="1000"/>
          </a:p>
        </p:txBody>
      </p:sp>
      <p:sp>
        <p:nvSpPr>
          <p:cNvPr id="15" name="Shape 21">
            <a:extLst>
              <a:ext uri="{FF2B5EF4-FFF2-40B4-BE49-F238E27FC236}">
                <a16:creationId xmlns:a16="http://schemas.microsoft.com/office/drawing/2014/main" id="{0C9DFBB6-F005-0CBE-D674-9B854C5E49BA}"/>
              </a:ext>
            </a:extLst>
          </p:cNvPr>
          <p:cNvSpPr/>
          <p:nvPr/>
        </p:nvSpPr>
        <p:spPr>
          <a:xfrm>
            <a:off x="2945054" y="1639602"/>
            <a:ext cx="750380" cy="301637"/>
          </a:xfrm>
          <a:prstGeom prst="rect">
            <a:avLst/>
          </a:prstGeom>
          <a:solidFill>
            <a:srgbClr val="F0EBF5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6" name="Shape 22">
            <a:extLst>
              <a:ext uri="{FF2B5EF4-FFF2-40B4-BE49-F238E27FC236}">
                <a16:creationId xmlns:a16="http://schemas.microsoft.com/office/drawing/2014/main" id="{57C938E9-828D-DEEE-1160-B49CD44ED132}"/>
              </a:ext>
            </a:extLst>
          </p:cNvPr>
          <p:cNvSpPr/>
          <p:nvPr/>
        </p:nvSpPr>
        <p:spPr>
          <a:xfrm>
            <a:off x="2945054" y="1925637"/>
            <a:ext cx="750380" cy="15602"/>
          </a:xfrm>
          <a:prstGeom prst="rect">
            <a:avLst/>
          </a:prstGeom>
          <a:solidFill>
            <a:srgbClr val="7719AA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7" name="Text 23">
            <a:extLst>
              <a:ext uri="{FF2B5EF4-FFF2-40B4-BE49-F238E27FC236}">
                <a16:creationId xmlns:a16="http://schemas.microsoft.com/office/drawing/2014/main" id="{59722099-B74E-CD0F-FBB7-B7D889DE2AF9}"/>
              </a:ext>
            </a:extLst>
          </p:cNvPr>
          <p:cNvSpPr txBox="1"/>
          <p:nvPr/>
        </p:nvSpPr>
        <p:spPr>
          <a:xfrm>
            <a:off x="3022321" y="1701266"/>
            <a:ext cx="311296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7719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Web</a:t>
            </a:r>
            <a:endParaRPr lang="en-US" sz="1000"/>
          </a:p>
        </p:txBody>
      </p:sp>
      <p:sp>
        <p:nvSpPr>
          <p:cNvPr id="18" name="Shape 24">
            <a:extLst>
              <a:ext uri="{FF2B5EF4-FFF2-40B4-BE49-F238E27FC236}">
                <a16:creationId xmlns:a16="http://schemas.microsoft.com/office/drawing/2014/main" id="{A05B8F9E-EB48-4D6C-107B-87B6CBE3B32B}"/>
              </a:ext>
            </a:extLst>
          </p:cNvPr>
          <p:cNvSpPr/>
          <p:nvPr/>
        </p:nvSpPr>
        <p:spPr>
          <a:xfrm>
            <a:off x="3695433" y="1639602"/>
            <a:ext cx="1130027" cy="301637"/>
          </a:xfrm>
          <a:prstGeom prst="rect">
            <a:avLst/>
          </a:prstGeom>
          <a:solidFill>
            <a:srgbClr val="F0EBF5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9" name="Shape 25">
            <a:extLst>
              <a:ext uri="{FF2B5EF4-FFF2-40B4-BE49-F238E27FC236}">
                <a16:creationId xmlns:a16="http://schemas.microsoft.com/office/drawing/2014/main" id="{10C6494B-10B6-C530-529C-2EADBEAAF9F4}"/>
              </a:ext>
            </a:extLst>
          </p:cNvPr>
          <p:cNvSpPr/>
          <p:nvPr/>
        </p:nvSpPr>
        <p:spPr>
          <a:xfrm>
            <a:off x="3695433" y="1925637"/>
            <a:ext cx="1130027" cy="15602"/>
          </a:xfrm>
          <a:prstGeom prst="rect">
            <a:avLst/>
          </a:prstGeom>
          <a:solidFill>
            <a:srgbClr val="7719AA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3472820E-90E3-1CE5-F6FE-FA64EE923ED8}"/>
              </a:ext>
            </a:extLst>
          </p:cNvPr>
          <p:cNvSpPr txBox="1"/>
          <p:nvPr/>
        </p:nvSpPr>
        <p:spPr>
          <a:xfrm>
            <a:off x="3772700" y="1701266"/>
            <a:ext cx="280835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7719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비고</a:t>
            </a:r>
            <a:endParaRPr lang="en-US" sz="1000"/>
          </a:p>
        </p:txBody>
      </p:sp>
      <p:sp>
        <p:nvSpPr>
          <p:cNvPr id="22" name="Shape 27">
            <a:extLst>
              <a:ext uri="{FF2B5EF4-FFF2-40B4-BE49-F238E27FC236}">
                <a16:creationId xmlns:a16="http://schemas.microsoft.com/office/drawing/2014/main" id="{0A78C30C-1B8E-1EA3-0F4F-483D3B9217B8}"/>
              </a:ext>
            </a:extLst>
          </p:cNvPr>
          <p:cNvSpPr/>
          <p:nvPr/>
        </p:nvSpPr>
        <p:spPr>
          <a:xfrm>
            <a:off x="5076577" y="1531131"/>
            <a:ext cx="4519365" cy="743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23" name="Shape 28">
            <a:extLst>
              <a:ext uri="{FF2B5EF4-FFF2-40B4-BE49-F238E27FC236}">
                <a16:creationId xmlns:a16="http://schemas.microsoft.com/office/drawing/2014/main" id="{728F58D4-AD84-ACB0-4E39-7E8360E959F1}"/>
              </a:ext>
            </a:extLst>
          </p:cNvPr>
          <p:cNvSpPr/>
          <p:nvPr/>
        </p:nvSpPr>
        <p:spPr>
          <a:xfrm>
            <a:off x="317240" y="2269623"/>
            <a:ext cx="1880406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AE3CA820-FC58-E207-B352-42913FF2A187}"/>
              </a:ext>
            </a:extLst>
          </p:cNvPr>
          <p:cNvSpPr/>
          <p:nvPr/>
        </p:nvSpPr>
        <p:spPr>
          <a:xfrm>
            <a:off x="317240" y="2609894"/>
            <a:ext cx="1880406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25" name="Shape 30">
            <a:extLst>
              <a:ext uri="{FF2B5EF4-FFF2-40B4-BE49-F238E27FC236}">
                <a16:creationId xmlns:a16="http://schemas.microsoft.com/office/drawing/2014/main" id="{9949DB11-0ED0-8B78-F711-49276BC2EF79}"/>
              </a:ext>
            </a:extLst>
          </p:cNvPr>
          <p:cNvSpPr/>
          <p:nvPr/>
        </p:nvSpPr>
        <p:spPr>
          <a:xfrm>
            <a:off x="317240" y="2950166"/>
            <a:ext cx="1880406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26" name="Text 31">
            <a:extLst>
              <a:ext uri="{FF2B5EF4-FFF2-40B4-BE49-F238E27FC236}">
                <a16:creationId xmlns:a16="http://schemas.microsoft.com/office/drawing/2014/main" id="{40A5A992-7C8F-2664-39C2-D8251AF4A2CC}"/>
              </a:ext>
            </a:extLst>
          </p:cNvPr>
          <p:cNvSpPr txBox="1"/>
          <p:nvPr/>
        </p:nvSpPr>
        <p:spPr>
          <a:xfrm>
            <a:off x="394505" y="2023707"/>
            <a:ext cx="659055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요약/정리</a:t>
            </a:r>
            <a:endParaRPr lang="en-US" sz="1000"/>
          </a:p>
        </p:txBody>
      </p:sp>
      <p:sp>
        <p:nvSpPr>
          <p:cNvPr id="27" name="Text 32">
            <a:extLst>
              <a:ext uri="{FF2B5EF4-FFF2-40B4-BE49-F238E27FC236}">
                <a16:creationId xmlns:a16="http://schemas.microsoft.com/office/drawing/2014/main" id="{5003AE5F-3E02-3CEB-C4F6-A454D73D5ADE}"/>
              </a:ext>
            </a:extLst>
          </p:cNvPr>
          <p:cNvSpPr txBox="1"/>
          <p:nvPr/>
        </p:nvSpPr>
        <p:spPr>
          <a:xfrm>
            <a:off x="394507" y="2364721"/>
            <a:ext cx="967568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할 일 목록 생성</a:t>
            </a:r>
            <a:endParaRPr lang="en-US" sz="1000"/>
          </a:p>
        </p:txBody>
      </p:sp>
      <p:sp>
        <p:nvSpPr>
          <p:cNvPr id="86" name="Shape 33">
            <a:extLst>
              <a:ext uri="{FF2B5EF4-FFF2-40B4-BE49-F238E27FC236}">
                <a16:creationId xmlns:a16="http://schemas.microsoft.com/office/drawing/2014/main" id="{0D9CC329-8AC4-9C2D-C681-70BB65093637}"/>
              </a:ext>
            </a:extLst>
          </p:cNvPr>
          <p:cNvSpPr/>
          <p:nvPr/>
        </p:nvSpPr>
        <p:spPr>
          <a:xfrm>
            <a:off x="2193931" y="2269623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87" name="Image 3" descr="preencoded.png">
            <a:extLst>
              <a:ext uri="{FF2B5EF4-FFF2-40B4-BE49-F238E27FC236}">
                <a16:creationId xmlns:a16="http://schemas.microsoft.com/office/drawing/2014/main" id="{9A450554-3C60-A63F-1EA7-4FF998744D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88904" y="2039309"/>
            <a:ext cx="124073" cy="124073"/>
          </a:xfrm>
          <a:prstGeom prst="rect">
            <a:avLst/>
          </a:prstGeom>
        </p:spPr>
      </p:pic>
      <p:sp>
        <p:nvSpPr>
          <p:cNvPr id="88" name="Shape 34">
            <a:extLst>
              <a:ext uri="{FF2B5EF4-FFF2-40B4-BE49-F238E27FC236}">
                <a16:creationId xmlns:a16="http://schemas.microsoft.com/office/drawing/2014/main" id="{3620CE9D-9DFB-4D39-2D97-3CBEE8E9D02A}"/>
              </a:ext>
            </a:extLst>
          </p:cNvPr>
          <p:cNvSpPr/>
          <p:nvPr/>
        </p:nvSpPr>
        <p:spPr>
          <a:xfrm>
            <a:off x="2945054" y="2269623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89" name="Image 4" descr="preencoded.png">
            <a:extLst>
              <a:ext uri="{FF2B5EF4-FFF2-40B4-BE49-F238E27FC236}">
                <a16:creationId xmlns:a16="http://schemas.microsoft.com/office/drawing/2014/main" id="{BF582101-124B-39A1-27DF-94493A4C82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39283" y="2039309"/>
            <a:ext cx="124073" cy="124073"/>
          </a:xfrm>
          <a:prstGeom prst="rect">
            <a:avLst/>
          </a:prstGeom>
        </p:spPr>
      </p:pic>
      <p:sp>
        <p:nvSpPr>
          <p:cNvPr id="90" name="Shape 35">
            <a:extLst>
              <a:ext uri="{FF2B5EF4-FFF2-40B4-BE49-F238E27FC236}">
                <a16:creationId xmlns:a16="http://schemas.microsoft.com/office/drawing/2014/main" id="{D6CD54C2-27AD-33BB-48A0-FC394ACC8CD1}"/>
              </a:ext>
            </a:extLst>
          </p:cNvPr>
          <p:cNvSpPr/>
          <p:nvPr/>
        </p:nvSpPr>
        <p:spPr>
          <a:xfrm>
            <a:off x="3695433" y="2269623"/>
            <a:ext cx="113002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1" name="Shape 36">
            <a:extLst>
              <a:ext uri="{FF2B5EF4-FFF2-40B4-BE49-F238E27FC236}">
                <a16:creationId xmlns:a16="http://schemas.microsoft.com/office/drawing/2014/main" id="{8DEAD62F-B2B5-8E5B-4FC3-1893D21B18DA}"/>
              </a:ext>
            </a:extLst>
          </p:cNvPr>
          <p:cNvSpPr/>
          <p:nvPr/>
        </p:nvSpPr>
        <p:spPr>
          <a:xfrm>
            <a:off x="2193931" y="2609894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92" name="Image 5" descr="preencoded.png">
            <a:extLst>
              <a:ext uri="{FF2B5EF4-FFF2-40B4-BE49-F238E27FC236}">
                <a16:creationId xmlns:a16="http://schemas.microsoft.com/office/drawing/2014/main" id="{B575167F-857C-EBEA-5DA4-383478384E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88904" y="2379580"/>
            <a:ext cx="124073" cy="124073"/>
          </a:xfrm>
          <a:prstGeom prst="rect">
            <a:avLst/>
          </a:prstGeom>
        </p:spPr>
      </p:pic>
      <p:sp>
        <p:nvSpPr>
          <p:cNvPr id="93" name="Shape 37">
            <a:extLst>
              <a:ext uri="{FF2B5EF4-FFF2-40B4-BE49-F238E27FC236}">
                <a16:creationId xmlns:a16="http://schemas.microsoft.com/office/drawing/2014/main" id="{19AEFF60-A513-F51F-A0A5-56B1E5D9CF6F}"/>
              </a:ext>
            </a:extLst>
          </p:cNvPr>
          <p:cNvSpPr/>
          <p:nvPr/>
        </p:nvSpPr>
        <p:spPr>
          <a:xfrm>
            <a:off x="2945054" y="2609894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94" name="Image 6" descr="preencoded.png">
            <a:extLst>
              <a:ext uri="{FF2B5EF4-FFF2-40B4-BE49-F238E27FC236}">
                <a16:creationId xmlns:a16="http://schemas.microsoft.com/office/drawing/2014/main" id="{A5F50106-C1B7-B21F-BDDA-4E5827BB99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39283" y="2379580"/>
            <a:ext cx="124073" cy="124073"/>
          </a:xfrm>
          <a:prstGeom prst="rect">
            <a:avLst/>
          </a:prstGeom>
        </p:spPr>
      </p:pic>
      <p:sp>
        <p:nvSpPr>
          <p:cNvPr id="95" name="Shape 38">
            <a:extLst>
              <a:ext uri="{FF2B5EF4-FFF2-40B4-BE49-F238E27FC236}">
                <a16:creationId xmlns:a16="http://schemas.microsoft.com/office/drawing/2014/main" id="{279850B7-1292-AE2D-5AC2-D69BDE1589D4}"/>
              </a:ext>
            </a:extLst>
          </p:cNvPr>
          <p:cNvSpPr/>
          <p:nvPr/>
        </p:nvSpPr>
        <p:spPr>
          <a:xfrm>
            <a:off x="3695433" y="2609894"/>
            <a:ext cx="113002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6" name="Shape 39">
            <a:extLst>
              <a:ext uri="{FF2B5EF4-FFF2-40B4-BE49-F238E27FC236}">
                <a16:creationId xmlns:a16="http://schemas.microsoft.com/office/drawing/2014/main" id="{1FC9BE0C-A95A-0384-38B5-7C84AE47658E}"/>
              </a:ext>
            </a:extLst>
          </p:cNvPr>
          <p:cNvSpPr/>
          <p:nvPr/>
        </p:nvSpPr>
        <p:spPr>
          <a:xfrm>
            <a:off x="317240" y="3291179"/>
            <a:ext cx="1880406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7" name="Shape 40">
            <a:extLst>
              <a:ext uri="{FF2B5EF4-FFF2-40B4-BE49-F238E27FC236}">
                <a16:creationId xmlns:a16="http://schemas.microsoft.com/office/drawing/2014/main" id="{B19D8FC1-DF73-CCDE-37AD-B3204F3CA1E5}"/>
              </a:ext>
            </a:extLst>
          </p:cNvPr>
          <p:cNvSpPr/>
          <p:nvPr/>
        </p:nvSpPr>
        <p:spPr>
          <a:xfrm>
            <a:off x="3695433" y="3291179"/>
            <a:ext cx="113002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8" name="Text 41">
            <a:extLst>
              <a:ext uri="{FF2B5EF4-FFF2-40B4-BE49-F238E27FC236}">
                <a16:creationId xmlns:a16="http://schemas.microsoft.com/office/drawing/2014/main" id="{8B173288-943C-D63F-CE08-B7513132CDB5}"/>
              </a:ext>
            </a:extLst>
          </p:cNvPr>
          <p:cNvSpPr txBox="1"/>
          <p:nvPr/>
        </p:nvSpPr>
        <p:spPr>
          <a:xfrm>
            <a:off x="394506" y="2704992"/>
            <a:ext cx="908348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아이디어/초안</a:t>
            </a:r>
            <a:endParaRPr lang="en-US" sz="1000"/>
          </a:p>
        </p:txBody>
      </p:sp>
      <p:sp>
        <p:nvSpPr>
          <p:cNvPr id="99" name="Text 42">
            <a:extLst>
              <a:ext uri="{FF2B5EF4-FFF2-40B4-BE49-F238E27FC236}">
                <a16:creationId xmlns:a16="http://schemas.microsoft.com/office/drawing/2014/main" id="{F4636A9C-1F6E-095F-A06B-86C43BD43297}"/>
              </a:ext>
            </a:extLst>
          </p:cNvPr>
          <p:cNvSpPr txBox="1"/>
          <p:nvPr/>
        </p:nvSpPr>
        <p:spPr>
          <a:xfrm>
            <a:off x="394506" y="3045263"/>
            <a:ext cx="1127079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Chat w/ Copilot</a:t>
            </a:r>
            <a:endParaRPr lang="en-US" sz="1000"/>
          </a:p>
        </p:txBody>
      </p:sp>
      <p:sp>
        <p:nvSpPr>
          <p:cNvPr id="100" name="Text 43">
            <a:extLst>
              <a:ext uri="{FF2B5EF4-FFF2-40B4-BE49-F238E27FC236}">
                <a16:creationId xmlns:a16="http://schemas.microsoft.com/office/drawing/2014/main" id="{E49A2AF9-82B1-4979-9C44-D66AA6E8570F}"/>
              </a:ext>
            </a:extLst>
          </p:cNvPr>
          <p:cNvSpPr txBox="1"/>
          <p:nvPr/>
        </p:nvSpPr>
        <p:spPr>
          <a:xfrm>
            <a:off x="394506" y="3389992"/>
            <a:ext cx="888292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오프라인 사용</a:t>
            </a:r>
            <a:endParaRPr lang="en-US" sz="1000"/>
          </a:p>
        </p:txBody>
      </p:sp>
      <p:sp>
        <p:nvSpPr>
          <p:cNvPr id="101" name="Shape 44">
            <a:extLst>
              <a:ext uri="{FF2B5EF4-FFF2-40B4-BE49-F238E27FC236}">
                <a16:creationId xmlns:a16="http://schemas.microsoft.com/office/drawing/2014/main" id="{4F58DF14-0A55-A201-2A21-66E0B4E84137}"/>
              </a:ext>
            </a:extLst>
          </p:cNvPr>
          <p:cNvSpPr/>
          <p:nvPr/>
        </p:nvSpPr>
        <p:spPr>
          <a:xfrm>
            <a:off x="2193931" y="2950166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02" name="Text 45">
            <a:extLst>
              <a:ext uri="{FF2B5EF4-FFF2-40B4-BE49-F238E27FC236}">
                <a16:creationId xmlns:a16="http://schemas.microsoft.com/office/drawing/2014/main" id="{A562C78F-1E9A-D069-190E-C3A0A6658E1F}"/>
              </a:ext>
            </a:extLst>
          </p:cNvPr>
          <p:cNvSpPr txBox="1"/>
          <p:nvPr/>
        </p:nvSpPr>
        <p:spPr>
          <a:xfrm>
            <a:off x="3492594" y="2373637"/>
            <a:ext cx="1307621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노트 기반 To-Do 추출</a:t>
            </a:r>
            <a:endParaRPr lang="en-US" sz="1000"/>
          </a:p>
        </p:txBody>
      </p:sp>
      <p:pic>
        <p:nvPicPr>
          <p:cNvPr id="103" name="Image 7" descr="preencoded.png">
            <a:extLst>
              <a:ext uri="{FF2B5EF4-FFF2-40B4-BE49-F238E27FC236}">
                <a16:creationId xmlns:a16="http://schemas.microsoft.com/office/drawing/2014/main" id="{7C323A59-9DD7-25CA-1806-6D54BFB051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88904" y="2720594"/>
            <a:ext cx="124073" cy="124073"/>
          </a:xfrm>
          <a:prstGeom prst="rect">
            <a:avLst/>
          </a:prstGeom>
        </p:spPr>
      </p:pic>
      <p:sp>
        <p:nvSpPr>
          <p:cNvPr id="104" name="Shape 46">
            <a:extLst>
              <a:ext uri="{FF2B5EF4-FFF2-40B4-BE49-F238E27FC236}">
                <a16:creationId xmlns:a16="http://schemas.microsoft.com/office/drawing/2014/main" id="{4456B35B-DED8-1CD7-C661-B677A4CA37EF}"/>
              </a:ext>
            </a:extLst>
          </p:cNvPr>
          <p:cNvSpPr/>
          <p:nvPr/>
        </p:nvSpPr>
        <p:spPr>
          <a:xfrm>
            <a:off x="2945054" y="2950166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105" name="Image 8" descr="preencoded.png">
            <a:extLst>
              <a:ext uri="{FF2B5EF4-FFF2-40B4-BE49-F238E27FC236}">
                <a16:creationId xmlns:a16="http://schemas.microsoft.com/office/drawing/2014/main" id="{DFC51A4B-0467-9BF4-F67C-8B4E5BBF5D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39283" y="2720594"/>
            <a:ext cx="124073" cy="124073"/>
          </a:xfrm>
          <a:prstGeom prst="rect">
            <a:avLst/>
          </a:prstGeom>
        </p:spPr>
      </p:pic>
      <p:sp>
        <p:nvSpPr>
          <p:cNvPr id="106" name="Shape 47">
            <a:extLst>
              <a:ext uri="{FF2B5EF4-FFF2-40B4-BE49-F238E27FC236}">
                <a16:creationId xmlns:a16="http://schemas.microsoft.com/office/drawing/2014/main" id="{1BE90A8E-5C6E-02C9-607E-67F7A14DA015}"/>
              </a:ext>
            </a:extLst>
          </p:cNvPr>
          <p:cNvSpPr/>
          <p:nvPr/>
        </p:nvSpPr>
        <p:spPr>
          <a:xfrm>
            <a:off x="3695433" y="2950166"/>
            <a:ext cx="113002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07" name="Shape 48">
            <a:extLst>
              <a:ext uri="{FF2B5EF4-FFF2-40B4-BE49-F238E27FC236}">
                <a16:creationId xmlns:a16="http://schemas.microsoft.com/office/drawing/2014/main" id="{963E2841-7E9E-0230-8A00-707C5F0B92AE}"/>
              </a:ext>
            </a:extLst>
          </p:cNvPr>
          <p:cNvSpPr/>
          <p:nvPr/>
        </p:nvSpPr>
        <p:spPr>
          <a:xfrm>
            <a:off x="2193931" y="3291179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08" name="Shape 49">
            <a:extLst>
              <a:ext uri="{FF2B5EF4-FFF2-40B4-BE49-F238E27FC236}">
                <a16:creationId xmlns:a16="http://schemas.microsoft.com/office/drawing/2014/main" id="{390438EC-8814-5502-F557-EA2FEB8BCA26}"/>
              </a:ext>
            </a:extLst>
          </p:cNvPr>
          <p:cNvSpPr/>
          <p:nvPr/>
        </p:nvSpPr>
        <p:spPr>
          <a:xfrm>
            <a:off x="2945054" y="3291179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09" name="Text 50">
            <a:extLst>
              <a:ext uri="{FF2B5EF4-FFF2-40B4-BE49-F238E27FC236}">
                <a16:creationId xmlns:a16="http://schemas.microsoft.com/office/drawing/2014/main" id="{A066AB3F-2CE4-9126-CDAE-A0AE5A09C127}"/>
              </a:ext>
            </a:extLst>
          </p:cNvPr>
          <p:cNvSpPr txBox="1"/>
          <p:nvPr/>
        </p:nvSpPr>
        <p:spPr>
          <a:xfrm>
            <a:off x="3492594" y="2033366"/>
            <a:ext cx="1033442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페이지 내용 요약</a:t>
            </a:r>
            <a:endParaRPr lang="en-US" sz="1000"/>
          </a:p>
        </p:txBody>
      </p:sp>
      <p:sp>
        <p:nvSpPr>
          <p:cNvPr id="110" name="Text 51">
            <a:extLst>
              <a:ext uri="{FF2B5EF4-FFF2-40B4-BE49-F238E27FC236}">
                <a16:creationId xmlns:a16="http://schemas.microsoft.com/office/drawing/2014/main" id="{BCA8B9CE-8D9A-CB71-D1E7-0DFE034CF8AD}"/>
              </a:ext>
            </a:extLst>
          </p:cNvPr>
          <p:cNvSpPr txBox="1"/>
          <p:nvPr/>
        </p:nvSpPr>
        <p:spPr>
          <a:xfrm>
            <a:off x="3492594" y="2714651"/>
            <a:ext cx="901625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계획서 작성 등</a:t>
            </a:r>
            <a:endParaRPr lang="en-US" sz="1000"/>
          </a:p>
        </p:txBody>
      </p:sp>
      <p:pic>
        <p:nvPicPr>
          <p:cNvPr id="111" name="Image 9" descr="preencoded.png">
            <a:extLst>
              <a:ext uri="{FF2B5EF4-FFF2-40B4-BE49-F238E27FC236}">
                <a16:creationId xmlns:a16="http://schemas.microsoft.com/office/drawing/2014/main" id="{FC291D92-E226-8BD9-41C3-1D0703370D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88904" y="3060865"/>
            <a:ext cx="124073" cy="124073"/>
          </a:xfrm>
          <a:prstGeom prst="rect">
            <a:avLst/>
          </a:prstGeom>
        </p:spPr>
      </p:pic>
      <p:pic>
        <p:nvPicPr>
          <p:cNvPr id="112" name="Image 10" descr="preencoded.png">
            <a:extLst>
              <a:ext uri="{FF2B5EF4-FFF2-40B4-BE49-F238E27FC236}">
                <a16:creationId xmlns:a16="http://schemas.microsoft.com/office/drawing/2014/main" id="{FCB6001C-4344-3D75-B1F2-AA8C383E76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39283" y="3060865"/>
            <a:ext cx="124073" cy="124073"/>
          </a:xfrm>
          <a:prstGeom prst="rect">
            <a:avLst/>
          </a:prstGeom>
        </p:spPr>
      </p:pic>
      <p:sp>
        <p:nvSpPr>
          <p:cNvPr id="113" name="Text 52">
            <a:extLst>
              <a:ext uri="{FF2B5EF4-FFF2-40B4-BE49-F238E27FC236}">
                <a16:creationId xmlns:a16="http://schemas.microsoft.com/office/drawing/2014/main" id="{5F7DF09F-5D61-CD96-FD49-C9AA50D01F60}"/>
              </a:ext>
            </a:extLst>
          </p:cNvPr>
          <p:cNvSpPr txBox="1"/>
          <p:nvPr/>
        </p:nvSpPr>
        <p:spPr>
          <a:xfrm>
            <a:off x="3492594" y="3054922"/>
            <a:ext cx="1153660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사이드바 채팅 지원</a:t>
            </a:r>
            <a:endParaRPr lang="en-US" sz="1000"/>
          </a:p>
        </p:txBody>
      </p:sp>
      <p:pic>
        <p:nvPicPr>
          <p:cNvPr id="114" name="Image 11" descr="preencoded.png">
            <a:extLst>
              <a:ext uri="{FF2B5EF4-FFF2-40B4-BE49-F238E27FC236}">
                <a16:creationId xmlns:a16="http://schemas.microsoft.com/office/drawing/2014/main" id="{9282BD05-F982-A4F3-AEAF-1BC086EA24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88904" y="3405594"/>
            <a:ext cx="124073" cy="124073"/>
          </a:xfrm>
          <a:prstGeom prst="rect">
            <a:avLst/>
          </a:prstGeom>
        </p:spPr>
      </p:pic>
      <p:pic>
        <p:nvPicPr>
          <p:cNvPr id="115" name="Image 12" descr="preencoded.png">
            <a:extLst>
              <a:ext uri="{FF2B5EF4-FFF2-40B4-BE49-F238E27FC236}">
                <a16:creationId xmlns:a16="http://schemas.microsoft.com/office/drawing/2014/main" id="{6357BBC8-E90F-18CC-4B69-9BD710E390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39283" y="3405594"/>
            <a:ext cx="124073" cy="124073"/>
          </a:xfrm>
          <a:prstGeom prst="rect">
            <a:avLst/>
          </a:prstGeom>
        </p:spPr>
      </p:pic>
      <p:pic>
        <p:nvPicPr>
          <p:cNvPr id="116" name="Image 13" descr="preencoded.png">
            <a:extLst>
              <a:ext uri="{FF2B5EF4-FFF2-40B4-BE49-F238E27FC236}">
                <a16:creationId xmlns:a16="http://schemas.microsoft.com/office/drawing/2014/main" id="{58663E18-462F-70B3-B0A9-3EF49875ED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5076577" y="1291159"/>
            <a:ext cx="178308" cy="139674"/>
          </a:xfrm>
          <a:prstGeom prst="rect">
            <a:avLst/>
          </a:prstGeom>
        </p:spPr>
      </p:pic>
      <p:sp>
        <p:nvSpPr>
          <p:cNvPr id="117" name="Text 53">
            <a:extLst>
              <a:ext uri="{FF2B5EF4-FFF2-40B4-BE49-F238E27FC236}">
                <a16:creationId xmlns:a16="http://schemas.microsoft.com/office/drawing/2014/main" id="{EA901C8C-BEBB-5C56-B2C3-6C0D452C0EEB}"/>
              </a:ext>
            </a:extLst>
          </p:cNvPr>
          <p:cNvSpPr txBox="1"/>
          <p:nvPr/>
        </p:nvSpPr>
        <p:spPr>
          <a:xfrm>
            <a:off x="5316550" y="1252525"/>
            <a:ext cx="546068" cy="21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4F46E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Teams</a:t>
            </a:r>
            <a:endParaRPr lang="en-US" sz="1400"/>
          </a:p>
        </p:txBody>
      </p:sp>
      <p:sp>
        <p:nvSpPr>
          <p:cNvPr id="118" name="Shape 54">
            <a:extLst>
              <a:ext uri="{FF2B5EF4-FFF2-40B4-BE49-F238E27FC236}">
                <a16:creationId xmlns:a16="http://schemas.microsoft.com/office/drawing/2014/main" id="{C63A885F-661C-5773-50AA-3B115430603B}"/>
              </a:ext>
            </a:extLst>
          </p:cNvPr>
          <p:cNvSpPr/>
          <p:nvPr/>
        </p:nvSpPr>
        <p:spPr>
          <a:xfrm>
            <a:off x="8647744" y="1282986"/>
            <a:ext cx="948942" cy="154533"/>
          </a:xfrm>
          <a:prstGeom prst="roundRect">
            <a:avLst>
              <a:gd name="adj" fmla="val 480770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19" name="Text 55">
            <a:extLst>
              <a:ext uri="{FF2B5EF4-FFF2-40B4-BE49-F238E27FC236}">
                <a16:creationId xmlns:a16="http://schemas.microsoft.com/office/drawing/2014/main" id="{0449AAA4-E6E9-903C-8955-83C29BED0990}"/>
              </a:ext>
            </a:extLst>
          </p:cNvPr>
          <p:cNvSpPr txBox="1"/>
          <p:nvPr/>
        </p:nvSpPr>
        <p:spPr>
          <a:xfrm>
            <a:off x="8671561" y="1291158"/>
            <a:ext cx="933298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3730A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Communication</a:t>
            </a:r>
            <a:endParaRPr lang="en-US" sz="1000"/>
          </a:p>
        </p:txBody>
      </p:sp>
      <p:sp>
        <p:nvSpPr>
          <p:cNvPr id="120" name="Shape 56">
            <a:extLst>
              <a:ext uri="{FF2B5EF4-FFF2-40B4-BE49-F238E27FC236}">
                <a16:creationId xmlns:a16="http://schemas.microsoft.com/office/drawing/2014/main" id="{95F3827E-71D4-E907-96C9-AB4272DF0ACB}"/>
              </a:ext>
            </a:extLst>
          </p:cNvPr>
          <p:cNvSpPr/>
          <p:nvPr/>
        </p:nvSpPr>
        <p:spPr>
          <a:xfrm>
            <a:off x="5076577" y="1631430"/>
            <a:ext cx="4519365" cy="2130798"/>
          </a:xfrm>
          <a:prstGeom prst="roundRect">
            <a:avLst>
              <a:gd name="adj" fmla="val 5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 sz="1463"/>
          </a:p>
        </p:txBody>
      </p:sp>
      <p:sp>
        <p:nvSpPr>
          <p:cNvPr id="121" name="Text 57">
            <a:extLst>
              <a:ext uri="{FF2B5EF4-FFF2-40B4-BE49-F238E27FC236}">
                <a16:creationId xmlns:a16="http://schemas.microsoft.com/office/drawing/2014/main" id="{6C4C74D8-7DFB-D1AF-24AB-186DD75ABCBA}"/>
              </a:ext>
            </a:extLst>
          </p:cNvPr>
          <p:cNvSpPr txBox="1"/>
          <p:nvPr/>
        </p:nvSpPr>
        <p:spPr>
          <a:xfrm>
            <a:off x="3492594" y="3398908"/>
            <a:ext cx="1033442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인터넷 연결 필수</a:t>
            </a:r>
            <a:endParaRPr lang="en-US" sz="1000"/>
          </a:p>
        </p:txBody>
      </p:sp>
      <p:sp>
        <p:nvSpPr>
          <p:cNvPr id="122" name="Shape 58">
            <a:extLst>
              <a:ext uri="{FF2B5EF4-FFF2-40B4-BE49-F238E27FC236}">
                <a16:creationId xmlns:a16="http://schemas.microsoft.com/office/drawing/2014/main" id="{8F2D7B57-F2DA-6122-E7C3-31557E7D3B2E}"/>
              </a:ext>
            </a:extLst>
          </p:cNvPr>
          <p:cNvSpPr/>
          <p:nvPr/>
        </p:nvSpPr>
        <p:spPr>
          <a:xfrm>
            <a:off x="309811" y="4000696"/>
            <a:ext cx="4519365" cy="325412"/>
          </a:xfrm>
          <a:prstGeom prst="roundRect">
            <a:avLst>
              <a:gd name="adj" fmla="val 4348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ko-KR" altLang="en-US" sz="1463"/>
          </a:p>
        </p:txBody>
      </p:sp>
      <p:sp>
        <p:nvSpPr>
          <p:cNvPr id="123" name="Text 59">
            <a:extLst>
              <a:ext uri="{FF2B5EF4-FFF2-40B4-BE49-F238E27FC236}">
                <a16:creationId xmlns:a16="http://schemas.microsoft.com/office/drawing/2014/main" id="{A65B4689-C0A7-B6D4-1321-9E43C58709BF}"/>
              </a:ext>
            </a:extLst>
          </p:cNvPr>
          <p:cNvSpPr txBox="1"/>
          <p:nvPr/>
        </p:nvSpPr>
        <p:spPr>
          <a:xfrm>
            <a:off x="410108" y="4101738"/>
            <a:ext cx="4283850" cy="134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5B21B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OneNote Copilot은 필기된 잉크(Ink) 인식보다는 텍스트 컨텐츠 처리에 최적화되어 있습니다.</a:t>
            </a:r>
            <a:endParaRPr lang="en-US" sz="900"/>
          </a:p>
        </p:txBody>
      </p:sp>
      <p:sp>
        <p:nvSpPr>
          <p:cNvPr id="124" name="Shape 60">
            <a:extLst>
              <a:ext uri="{FF2B5EF4-FFF2-40B4-BE49-F238E27FC236}">
                <a16:creationId xmlns:a16="http://schemas.microsoft.com/office/drawing/2014/main" id="{05296D2E-EC0C-C44F-86DF-94A9F2B22B18}"/>
              </a:ext>
            </a:extLst>
          </p:cNvPr>
          <p:cNvSpPr/>
          <p:nvPr/>
        </p:nvSpPr>
        <p:spPr>
          <a:xfrm>
            <a:off x="5084750" y="1639602"/>
            <a:ext cx="1880406" cy="301637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25" name="Shape 61">
            <a:extLst>
              <a:ext uri="{FF2B5EF4-FFF2-40B4-BE49-F238E27FC236}">
                <a16:creationId xmlns:a16="http://schemas.microsoft.com/office/drawing/2014/main" id="{7073676C-6F7F-363B-B7BC-D8BD45DB7E2A}"/>
              </a:ext>
            </a:extLst>
          </p:cNvPr>
          <p:cNvSpPr/>
          <p:nvPr/>
        </p:nvSpPr>
        <p:spPr>
          <a:xfrm>
            <a:off x="5084750" y="1925637"/>
            <a:ext cx="1880406" cy="1560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26" name="Text 62">
            <a:extLst>
              <a:ext uri="{FF2B5EF4-FFF2-40B4-BE49-F238E27FC236}">
                <a16:creationId xmlns:a16="http://schemas.microsoft.com/office/drawing/2014/main" id="{674F2342-4E9B-FCC1-9D1B-D5EEAB057D4A}"/>
              </a:ext>
            </a:extLst>
          </p:cNvPr>
          <p:cNvSpPr txBox="1"/>
          <p:nvPr/>
        </p:nvSpPr>
        <p:spPr>
          <a:xfrm>
            <a:off x="5162016" y="1701266"/>
            <a:ext cx="667284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4F46E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기능 항목</a:t>
            </a:r>
            <a:endParaRPr lang="en-US" sz="1000"/>
          </a:p>
        </p:txBody>
      </p:sp>
      <p:sp>
        <p:nvSpPr>
          <p:cNvPr id="127" name="Shape 63">
            <a:extLst>
              <a:ext uri="{FF2B5EF4-FFF2-40B4-BE49-F238E27FC236}">
                <a16:creationId xmlns:a16="http://schemas.microsoft.com/office/drawing/2014/main" id="{5D3CF685-634C-AF85-43B9-044D3BE0AA37}"/>
              </a:ext>
            </a:extLst>
          </p:cNvPr>
          <p:cNvSpPr/>
          <p:nvPr/>
        </p:nvSpPr>
        <p:spPr>
          <a:xfrm>
            <a:off x="6961441" y="1639602"/>
            <a:ext cx="750380" cy="301637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28" name="Shape 64">
            <a:extLst>
              <a:ext uri="{FF2B5EF4-FFF2-40B4-BE49-F238E27FC236}">
                <a16:creationId xmlns:a16="http://schemas.microsoft.com/office/drawing/2014/main" id="{81BD96A3-919D-D38E-E338-611CFD3E299C}"/>
              </a:ext>
            </a:extLst>
          </p:cNvPr>
          <p:cNvSpPr/>
          <p:nvPr/>
        </p:nvSpPr>
        <p:spPr>
          <a:xfrm>
            <a:off x="6961441" y="1925637"/>
            <a:ext cx="750380" cy="1560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29" name="Text 65">
            <a:extLst>
              <a:ext uri="{FF2B5EF4-FFF2-40B4-BE49-F238E27FC236}">
                <a16:creationId xmlns:a16="http://schemas.microsoft.com/office/drawing/2014/main" id="{D9619487-22DA-504F-6A13-FA97D25EE8B2}"/>
              </a:ext>
            </a:extLst>
          </p:cNvPr>
          <p:cNvSpPr txBox="1"/>
          <p:nvPr/>
        </p:nvSpPr>
        <p:spPr>
          <a:xfrm>
            <a:off x="7038709" y="1701266"/>
            <a:ext cx="288264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4F46E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App</a:t>
            </a:r>
            <a:endParaRPr lang="en-US" sz="1000"/>
          </a:p>
        </p:txBody>
      </p:sp>
      <p:sp>
        <p:nvSpPr>
          <p:cNvPr id="130" name="Shape 66">
            <a:extLst>
              <a:ext uri="{FF2B5EF4-FFF2-40B4-BE49-F238E27FC236}">
                <a16:creationId xmlns:a16="http://schemas.microsoft.com/office/drawing/2014/main" id="{E4B3FEA9-1086-8C54-B4AF-FC5374F0D62A}"/>
              </a:ext>
            </a:extLst>
          </p:cNvPr>
          <p:cNvSpPr/>
          <p:nvPr/>
        </p:nvSpPr>
        <p:spPr>
          <a:xfrm>
            <a:off x="7711821" y="1639602"/>
            <a:ext cx="750380" cy="301637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31" name="Shape 67">
            <a:extLst>
              <a:ext uri="{FF2B5EF4-FFF2-40B4-BE49-F238E27FC236}">
                <a16:creationId xmlns:a16="http://schemas.microsoft.com/office/drawing/2014/main" id="{CA50588B-3F55-C382-1C22-BC58B379D240}"/>
              </a:ext>
            </a:extLst>
          </p:cNvPr>
          <p:cNvSpPr/>
          <p:nvPr/>
        </p:nvSpPr>
        <p:spPr>
          <a:xfrm>
            <a:off x="7711821" y="1925637"/>
            <a:ext cx="750380" cy="1560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32" name="Text 68">
            <a:extLst>
              <a:ext uri="{FF2B5EF4-FFF2-40B4-BE49-F238E27FC236}">
                <a16:creationId xmlns:a16="http://schemas.microsoft.com/office/drawing/2014/main" id="{924E0BC4-766E-F9C4-F593-25926C2DEB18}"/>
              </a:ext>
            </a:extLst>
          </p:cNvPr>
          <p:cNvSpPr txBox="1"/>
          <p:nvPr/>
        </p:nvSpPr>
        <p:spPr>
          <a:xfrm>
            <a:off x="7789088" y="1701266"/>
            <a:ext cx="311296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4F46E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Web</a:t>
            </a:r>
            <a:endParaRPr lang="en-US" sz="1000"/>
          </a:p>
        </p:txBody>
      </p:sp>
      <p:sp>
        <p:nvSpPr>
          <p:cNvPr id="133" name="Shape 69">
            <a:extLst>
              <a:ext uri="{FF2B5EF4-FFF2-40B4-BE49-F238E27FC236}">
                <a16:creationId xmlns:a16="http://schemas.microsoft.com/office/drawing/2014/main" id="{8E4CCA26-FB45-FAC9-1A5E-AA46A73F2D1F}"/>
              </a:ext>
            </a:extLst>
          </p:cNvPr>
          <p:cNvSpPr/>
          <p:nvPr/>
        </p:nvSpPr>
        <p:spPr>
          <a:xfrm>
            <a:off x="8462943" y="1639602"/>
            <a:ext cx="1130027" cy="301637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34" name="Shape 70">
            <a:extLst>
              <a:ext uri="{FF2B5EF4-FFF2-40B4-BE49-F238E27FC236}">
                <a16:creationId xmlns:a16="http://schemas.microsoft.com/office/drawing/2014/main" id="{1A4138E2-20F2-36BD-DF98-0FDE0D815DCC}"/>
              </a:ext>
            </a:extLst>
          </p:cNvPr>
          <p:cNvSpPr/>
          <p:nvPr/>
        </p:nvSpPr>
        <p:spPr>
          <a:xfrm>
            <a:off x="8462943" y="1925637"/>
            <a:ext cx="1130027" cy="1560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35" name="Text 71">
            <a:extLst>
              <a:ext uri="{FF2B5EF4-FFF2-40B4-BE49-F238E27FC236}">
                <a16:creationId xmlns:a16="http://schemas.microsoft.com/office/drawing/2014/main" id="{CB4DEACF-CB10-2D9A-DF15-FBA98B85B4B8}"/>
              </a:ext>
            </a:extLst>
          </p:cNvPr>
          <p:cNvSpPr txBox="1"/>
          <p:nvPr/>
        </p:nvSpPr>
        <p:spPr>
          <a:xfrm>
            <a:off x="8540211" y="1701266"/>
            <a:ext cx="280835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4F46E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비고</a:t>
            </a:r>
            <a:endParaRPr lang="en-US" sz="1000"/>
          </a:p>
        </p:txBody>
      </p:sp>
      <p:sp>
        <p:nvSpPr>
          <p:cNvPr id="136" name="Shape 72">
            <a:extLst>
              <a:ext uri="{FF2B5EF4-FFF2-40B4-BE49-F238E27FC236}">
                <a16:creationId xmlns:a16="http://schemas.microsoft.com/office/drawing/2014/main" id="{32E65EFF-B1F3-314E-B47C-907A3C4C94FD}"/>
              </a:ext>
            </a:extLst>
          </p:cNvPr>
          <p:cNvSpPr/>
          <p:nvPr/>
        </p:nvSpPr>
        <p:spPr>
          <a:xfrm>
            <a:off x="5084750" y="2269623"/>
            <a:ext cx="1880406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37" name="Shape 73">
            <a:extLst>
              <a:ext uri="{FF2B5EF4-FFF2-40B4-BE49-F238E27FC236}">
                <a16:creationId xmlns:a16="http://schemas.microsoft.com/office/drawing/2014/main" id="{1D1181BB-6F52-CB71-BB10-968B21A43ED3}"/>
              </a:ext>
            </a:extLst>
          </p:cNvPr>
          <p:cNvSpPr/>
          <p:nvPr/>
        </p:nvSpPr>
        <p:spPr>
          <a:xfrm>
            <a:off x="8462943" y="2609894"/>
            <a:ext cx="113002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38" name="Shape 74">
            <a:extLst>
              <a:ext uri="{FF2B5EF4-FFF2-40B4-BE49-F238E27FC236}">
                <a16:creationId xmlns:a16="http://schemas.microsoft.com/office/drawing/2014/main" id="{7BA02CEE-B45B-C924-47E4-72F3D03B25CE}"/>
              </a:ext>
            </a:extLst>
          </p:cNvPr>
          <p:cNvSpPr/>
          <p:nvPr/>
        </p:nvSpPr>
        <p:spPr>
          <a:xfrm>
            <a:off x="5084750" y="2950166"/>
            <a:ext cx="1880406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39" name="Text 75">
            <a:extLst>
              <a:ext uri="{FF2B5EF4-FFF2-40B4-BE49-F238E27FC236}">
                <a16:creationId xmlns:a16="http://schemas.microsoft.com/office/drawing/2014/main" id="{21C67FC5-16EB-54FC-1423-7D7369AB05CD}"/>
              </a:ext>
            </a:extLst>
          </p:cNvPr>
          <p:cNvSpPr txBox="1"/>
          <p:nvPr/>
        </p:nvSpPr>
        <p:spPr>
          <a:xfrm>
            <a:off x="5162017" y="2023707"/>
            <a:ext cx="1312443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회의 요약 (Recap)</a:t>
            </a:r>
            <a:endParaRPr lang="en-US" sz="1000"/>
          </a:p>
        </p:txBody>
      </p:sp>
      <p:sp>
        <p:nvSpPr>
          <p:cNvPr id="140" name="Shape 76">
            <a:extLst>
              <a:ext uri="{FF2B5EF4-FFF2-40B4-BE49-F238E27FC236}">
                <a16:creationId xmlns:a16="http://schemas.microsoft.com/office/drawing/2014/main" id="{0F0EB35D-3235-41C8-CCA3-656DA3E710DE}"/>
              </a:ext>
            </a:extLst>
          </p:cNvPr>
          <p:cNvSpPr/>
          <p:nvPr/>
        </p:nvSpPr>
        <p:spPr>
          <a:xfrm>
            <a:off x="6961441" y="2269623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141" name="Image 14" descr="preencoded.png">
            <a:extLst>
              <a:ext uri="{FF2B5EF4-FFF2-40B4-BE49-F238E27FC236}">
                <a16:creationId xmlns:a16="http://schemas.microsoft.com/office/drawing/2014/main" id="{AA267239-187F-5795-7D54-5E910A101C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28511" y="2039309"/>
            <a:ext cx="124073" cy="124073"/>
          </a:xfrm>
          <a:prstGeom prst="rect">
            <a:avLst/>
          </a:prstGeom>
        </p:spPr>
      </p:pic>
      <p:sp>
        <p:nvSpPr>
          <p:cNvPr id="142" name="Shape 77">
            <a:extLst>
              <a:ext uri="{FF2B5EF4-FFF2-40B4-BE49-F238E27FC236}">
                <a16:creationId xmlns:a16="http://schemas.microsoft.com/office/drawing/2014/main" id="{A1F71F14-E37C-4732-5E07-367C711E2B80}"/>
              </a:ext>
            </a:extLst>
          </p:cNvPr>
          <p:cNvSpPr/>
          <p:nvPr/>
        </p:nvSpPr>
        <p:spPr>
          <a:xfrm>
            <a:off x="7711821" y="2269623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143" name="Image 15" descr="preencoded.png">
            <a:extLst>
              <a:ext uri="{FF2B5EF4-FFF2-40B4-BE49-F238E27FC236}">
                <a16:creationId xmlns:a16="http://schemas.microsoft.com/office/drawing/2014/main" id="{4B434F35-74A4-F7E8-06DD-FBA553F4AE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78890" y="2039309"/>
            <a:ext cx="124073" cy="124073"/>
          </a:xfrm>
          <a:prstGeom prst="rect">
            <a:avLst/>
          </a:prstGeom>
        </p:spPr>
      </p:pic>
      <p:sp>
        <p:nvSpPr>
          <p:cNvPr id="144" name="Shape 78">
            <a:extLst>
              <a:ext uri="{FF2B5EF4-FFF2-40B4-BE49-F238E27FC236}">
                <a16:creationId xmlns:a16="http://schemas.microsoft.com/office/drawing/2014/main" id="{8726D09E-D808-7B08-D281-AADCD35BABFD}"/>
              </a:ext>
            </a:extLst>
          </p:cNvPr>
          <p:cNvSpPr/>
          <p:nvPr/>
        </p:nvSpPr>
        <p:spPr>
          <a:xfrm>
            <a:off x="8462943" y="2269623"/>
            <a:ext cx="113002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45" name="Shape 79">
            <a:extLst>
              <a:ext uri="{FF2B5EF4-FFF2-40B4-BE49-F238E27FC236}">
                <a16:creationId xmlns:a16="http://schemas.microsoft.com/office/drawing/2014/main" id="{902C5C9C-74CB-526F-E05E-5CE93873F771}"/>
              </a:ext>
            </a:extLst>
          </p:cNvPr>
          <p:cNvSpPr/>
          <p:nvPr/>
        </p:nvSpPr>
        <p:spPr>
          <a:xfrm>
            <a:off x="5084750" y="2609894"/>
            <a:ext cx="1880406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46" name="Text 80">
            <a:extLst>
              <a:ext uri="{FF2B5EF4-FFF2-40B4-BE49-F238E27FC236}">
                <a16:creationId xmlns:a16="http://schemas.microsoft.com/office/drawing/2014/main" id="{3ACDEC31-747B-BC59-F46E-A998E1094A68}"/>
              </a:ext>
            </a:extLst>
          </p:cNvPr>
          <p:cNvSpPr txBox="1"/>
          <p:nvPr/>
        </p:nvSpPr>
        <p:spPr>
          <a:xfrm>
            <a:off x="5162016" y="2364721"/>
            <a:ext cx="857562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실시간 코칭</a:t>
            </a:r>
            <a:endParaRPr lang="en-US" sz="1000"/>
          </a:p>
        </p:txBody>
      </p:sp>
      <p:sp>
        <p:nvSpPr>
          <p:cNvPr id="147" name="Shape 81">
            <a:extLst>
              <a:ext uri="{FF2B5EF4-FFF2-40B4-BE49-F238E27FC236}">
                <a16:creationId xmlns:a16="http://schemas.microsoft.com/office/drawing/2014/main" id="{D1CDFCDF-8FFD-8128-27BA-3115E17A740B}"/>
              </a:ext>
            </a:extLst>
          </p:cNvPr>
          <p:cNvSpPr/>
          <p:nvPr/>
        </p:nvSpPr>
        <p:spPr>
          <a:xfrm>
            <a:off x="6961441" y="2609894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48" name="Text 82">
            <a:extLst>
              <a:ext uri="{FF2B5EF4-FFF2-40B4-BE49-F238E27FC236}">
                <a16:creationId xmlns:a16="http://schemas.microsoft.com/office/drawing/2014/main" id="{2D604D37-C9CD-A79A-4A9D-D8B14E87B36A}"/>
              </a:ext>
            </a:extLst>
          </p:cNvPr>
          <p:cNvSpPr txBox="1"/>
          <p:nvPr/>
        </p:nvSpPr>
        <p:spPr>
          <a:xfrm>
            <a:off x="8387080" y="2033366"/>
            <a:ext cx="1151890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녹음/스크립트 필수</a:t>
            </a:r>
            <a:endParaRPr lang="en-US" sz="1000"/>
          </a:p>
        </p:txBody>
      </p:sp>
      <p:pic>
        <p:nvPicPr>
          <p:cNvPr id="149" name="Image 16" descr="preencoded.png">
            <a:extLst>
              <a:ext uri="{FF2B5EF4-FFF2-40B4-BE49-F238E27FC236}">
                <a16:creationId xmlns:a16="http://schemas.microsoft.com/office/drawing/2014/main" id="{09B6BB03-4812-F279-94B5-32E64F5076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28511" y="2379580"/>
            <a:ext cx="124073" cy="124073"/>
          </a:xfrm>
          <a:prstGeom prst="rect">
            <a:avLst/>
          </a:prstGeom>
        </p:spPr>
      </p:pic>
      <p:sp>
        <p:nvSpPr>
          <p:cNvPr id="150" name="Text 83">
            <a:extLst>
              <a:ext uri="{FF2B5EF4-FFF2-40B4-BE49-F238E27FC236}">
                <a16:creationId xmlns:a16="http://schemas.microsoft.com/office/drawing/2014/main" id="{5BB213BD-8D2F-012D-48CB-7E9CD634A36F}"/>
              </a:ext>
            </a:extLst>
          </p:cNvPr>
          <p:cNvSpPr txBox="1"/>
          <p:nvPr/>
        </p:nvSpPr>
        <p:spPr>
          <a:xfrm>
            <a:off x="5162017" y="2704992"/>
            <a:ext cx="1056772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채팅 작성/요약</a:t>
            </a:r>
            <a:endParaRPr lang="en-US" sz="1000"/>
          </a:p>
        </p:txBody>
      </p:sp>
      <p:sp>
        <p:nvSpPr>
          <p:cNvPr id="151" name="Shape 84">
            <a:extLst>
              <a:ext uri="{FF2B5EF4-FFF2-40B4-BE49-F238E27FC236}">
                <a16:creationId xmlns:a16="http://schemas.microsoft.com/office/drawing/2014/main" id="{FA252FBC-0CFF-5A40-07F7-A5FF65B9CA65}"/>
              </a:ext>
            </a:extLst>
          </p:cNvPr>
          <p:cNvSpPr/>
          <p:nvPr/>
        </p:nvSpPr>
        <p:spPr>
          <a:xfrm>
            <a:off x="7711821" y="2609894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152" name="Image 17" descr="preencoded.png">
            <a:extLst>
              <a:ext uri="{FF2B5EF4-FFF2-40B4-BE49-F238E27FC236}">
                <a16:creationId xmlns:a16="http://schemas.microsoft.com/office/drawing/2014/main" id="{6BD994E8-6667-4E83-4BAE-C111108AEF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78890" y="2379580"/>
            <a:ext cx="124073" cy="124073"/>
          </a:xfrm>
          <a:prstGeom prst="rect">
            <a:avLst/>
          </a:prstGeom>
        </p:spPr>
      </p:pic>
      <p:sp>
        <p:nvSpPr>
          <p:cNvPr id="153" name="Shape 85">
            <a:extLst>
              <a:ext uri="{FF2B5EF4-FFF2-40B4-BE49-F238E27FC236}">
                <a16:creationId xmlns:a16="http://schemas.microsoft.com/office/drawing/2014/main" id="{0DF9730F-23F3-AC28-194C-18DEEB3687BA}"/>
              </a:ext>
            </a:extLst>
          </p:cNvPr>
          <p:cNvSpPr/>
          <p:nvPr/>
        </p:nvSpPr>
        <p:spPr>
          <a:xfrm>
            <a:off x="6961441" y="2950166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54" name="Text 86">
            <a:extLst>
              <a:ext uri="{FF2B5EF4-FFF2-40B4-BE49-F238E27FC236}">
                <a16:creationId xmlns:a16="http://schemas.microsoft.com/office/drawing/2014/main" id="{5A6A4C0E-CC6D-9175-CB59-DF4FFB697958}"/>
              </a:ext>
            </a:extLst>
          </p:cNvPr>
          <p:cNvSpPr txBox="1"/>
          <p:nvPr/>
        </p:nvSpPr>
        <p:spPr>
          <a:xfrm>
            <a:off x="8405949" y="2373637"/>
            <a:ext cx="1086216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질문 답변, 톤 제안</a:t>
            </a:r>
            <a:endParaRPr lang="en-US" sz="1000"/>
          </a:p>
        </p:txBody>
      </p:sp>
      <p:pic>
        <p:nvPicPr>
          <p:cNvPr id="155" name="Image 18" descr="preencoded.png">
            <a:extLst>
              <a:ext uri="{FF2B5EF4-FFF2-40B4-BE49-F238E27FC236}">
                <a16:creationId xmlns:a16="http://schemas.microsoft.com/office/drawing/2014/main" id="{1CF294B4-2416-EF72-84C1-9784480FCA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28511" y="2720594"/>
            <a:ext cx="124073" cy="124073"/>
          </a:xfrm>
          <a:prstGeom prst="rect">
            <a:avLst/>
          </a:prstGeom>
        </p:spPr>
      </p:pic>
      <p:sp>
        <p:nvSpPr>
          <p:cNvPr id="156" name="Shape 87">
            <a:extLst>
              <a:ext uri="{FF2B5EF4-FFF2-40B4-BE49-F238E27FC236}">
                <a16:creationId xmlns:a16="http://schemas.microsoft.com/office/drawing/2014/main" id="{5B753BAD-7D0B-002E-2CCC-72317DDE088A}"/>
              </a:ext>
            </a:extLst>
          </p:cNvPr>
          <p:cNvSpPr/>
          <p:nvPr/>
        </p:nvSpPr>
        <p:spPr>
          <a:xfrm>
            <a:off x="7711821" y="2950166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157" name="Image 19" descr="preencoded.png">
            <a:extLst>
              <a:ext uri="{FF2B5EF4-FFF2-40B4-BE49-F238E27FC236}">
                <a16:creationId xmlns:a16="http://schemas.microsoft.com/office/drawing/2014/main" id="{6E84B0A2-2886-DB1B-4460-D074CBF2EB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78890" y="2720594"/>
            <a:ext cx="124073" cy="124073"/>
          </a:xfrm>
          <a:prstGeom prst="rect">
            <a:avLst/>
          </a:prstGeom>
        </p:spPr>
      </p:pic>
      <p:sp>
        <p:nvSpPr>
          <p:cNvPr id="158" name="Shape 88">
            <a:extLst>
              <a:ext uri="{FF2B5EF4-FFF2-40B4-BE49-F238E27FC236}">
                <a16:creationId xmlns:a16="http://schemas.microsoft.com/office/drawing/2014/main" id="{277B595E-30A8-4C0E-03B9-DE5E428553ED}"/>
              </a:ext>
            </a:extLst>
          </p:cNvPr>
          <p:cNvSpPr/>
          <p:nvPr/>
        </p:nvSpPr>
        <p:spPr>
          <a:xfrm>
            <a:off x="8462943" y="2950166"/>
            <a:ext cx="113002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59" name="Shape 89">
            <a:extLst>
              <a:ext uri="{FF2B5EF4-FFF2-40B4-BE49-F238E27FC236}">
                <a16:creationId xmlns:a16="http://schemas.microsoft.com/office/drawing/2014/main" id="{3C98DC7C-652A-87AB-4FBB-2A23B0F9F62D}"/>
              </a:ext>
            </a:extLst>
          </p:cNvPr>
          <p:cNvSpPr/>
          <p:nvPr/>
        </p:nvSpPr>
        <p:spPr>
          <a:xfrm>
            <a:off x="5084750" y="3291179"/>
            <a:ext cx="1880406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60" name="Shape 90">
            <a:extLst>
              <a:ext uri="{FF2B5EF4-FFF2-40B4-BE49-F238E27FC236}">
                <a16:creationId xmlns:a16="http://schemas.microsoft.com/office/drawing/2014/main" id="{BC348D5A-FE53-BA0E-01DF-8704D9269227}"/>
              </a:ext>
            </a:extLst>
          </p:cNvPr>
          <p:cNvSpPr/>
          <p:nvPr/>
        </p:nvSpPr>
        <p:spPr>
          <a:xfrm>
            <a:off x="8462943" y="3291179"/>
            <a:ext cx="113002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61" name="Shape 92">
            <a:extLst>
              <a:ext uri="{FF2B5EF4-FFF2-40B4-BE49-F238E27FC236}">
                <a16:creationId xmlns:a16="http://schemas.microsoft.com/office/drawing/2014/main" id="{2809AA7D-AD25-4FF7-D7B0-7134161B2963}"/>
              </a:ext>
            </a:extLst>
          </p:cNvPr>
          <p:cNvSpPr/>
          <p:nvPr/>
        </p:nvSpPr>
        <p:spPr>
          <a:xfrm>
            <a:off x="6961441" y="3291179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62" name="Shape 93">
            <a:extLst>
              <a:ext uri="{FF2B5EF4-FFF2-40B4-BE49-F238E27FC236}">
                <a16:creationId xmlns:a16="http://schemas.microsoft.com/office/drawing/2014/main" id="{67E402D2-208E-A5AF-836F-B6E8ADDDC944}"/>
              </a:ext>
            </a:extLst>
          </p:cNvPr>
          <p:cNvSpPr/>
          <p:nvPr/>
        </p:nvSpPr>
        <p:spPr>
          <a:xfrm>
            <a:off x="7711821" y="3291179"/>
            <a:ext cx="750380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63" name="Text 94">
            <a:extLst>
              <a:ext uri="{FF2B5EF4-FFF2-40B4-BE49-F238E27FC236}">
                <a16:creationId xmlns:a16="http://schemas.microsoft.com/office/drawing/2014/main" id="{09D4645A-EB8F-C50D-9C36-B05C04414350}"/>
              </a:ext>
            </a:extLst>
          </p:cNvPr>
          <p:cNvSpPr txBox="1"/>
          <p:nvPr/>
        </p:nvSpPr>
        <p:spPr>
          <a:xfrm>
            <a:off x="8390374" y="2714651"/>
            <a:ext cx="1140424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스레드 요약 강력함</a:t>
            </a:r>
            <a:endParaRPr lang="en-US" sz="1000"/>
          </a:p>
        </p:txBody>
      </p:sp>
      <p:sp>
        <p:nvSpPr>
          <p:cNvPr id="164" name="Text 95">
            <a:extLst>
              <a:ext uri="{FF2B5EF4-FFF2-40B4-BE49-F238E27FC236}">
                <a16:creationId xmlns:a16="http://schemas.microsoft.com/office/drawing/2014/main" id="{CF0BCCB2-54A4-B338-5A2E-A87EB202DC62}"/>
              </a:ext>
            </a:extLst>
          </p:cNvPr>
          <p:cNvSpPr txBox="1"/>
          <p:nvPr/>
        </p:nvSpPr>
        <p:spPr>
          <a:xfrm>
            <a:off x="5177619" y="3045731"/>
            <a:ext cx="990724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오프라인 사용</a:t>
            </a:r>
            <a:endParaRPr lang="en-US" sz="1000"/>
          </a:p>
        </p:txBody>
      </p:sp>
      <p:pic>
        <p:nvPicPr>
          <p:cNvPr id="165" name="Image 22" descr="preencoded.png">
            <a:extLst>
              <a:ext uri="{FF2B5EF4-FFF2-40B4-BE49-F238E27FC236}">
                <a16:creationId xmlns:a16="http://schemas.microsoft.com/office/drawing/2014/main" id="{9A3AFDEA-DF7F-2B11-3E3B-122341BF0E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28511" y="3043778"/>
            <a:ext cx="124073" cy="124073"/>
          </a:xfrm>
          <a:prstGeom prst="rect">
            <a:avLst/>
          </a:prstGeom>
        </p:spPr>
      </p:pic>
      <p:pic>
        <p:nvPicPr>
          <p:cNvPr id="166" name="Image 23" descr="preencoded.png">
            <a:extLst>
              <a:ext uri="{FF2B5EF4-FFF2-40B4-BE49-F238E27FC236}">
                <a16:creationId xmlns:a16="http://schemas.microsoft.com/office/drawing/2014/main" id="{27865638-A8F0-1EE5-F502-7A1345C54E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78890" y="3043778"/>
            <a:ext cx="124073" cy="124073"/>
          </a:xfrm>
          <a:prstGeom prst="rect">
            <a:avLst/>
          </a:prstGeom>
        </p:spPr>
      </p:pic>
      <p:sp>
        <p:nvSpPr>
          <p:cNvPr id="167" name="Text 97">
            <a:extLst>
              <a:ext uri="{FF2B5EF4-FFF2-40B4-BE49-F238E27FC236}">
                <a16:creationId xmlns:a16="http://schemas.microsoft.com/office/drawing/2014/main" id="{C75CB581-667F-6ED6-4933-32257EAC78A6}"/>
              </a:ext>
            </a:extLst>
          </p:cNvPr>
          <p:cNvSpPr txBox="1"/>
          <p:nvPr/>
        </p:nvSpPr>
        <p:spPr>
          <a:xfrm>
            <a:off x="8387080" y="3045732"/>
            <a:ext cx="1151890" cy="122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인터넷 연결 필수</a:t>
            </a:r>
            <a:endParaRPr lang="en-US" sz="1000"/>
          </a:p>
        </p:txBody>
      </p:sp>
      <p:sp>
        <p:nvSpPr>
          <p:cNvPr id="168" name="Shape 98">
            <a:extLst>
              <a:ext uri="{FF2B5EF4-FFF2-40B4-BE49-F238E27FC236}">
                <a16:creationId xmlns:a16="http://schemas.microsoft.com/office/drawing/2014/main" id="{48278252-37AD-E1AF-41C4-A4A02E0DEA40}"/>
              </a:ext>
            </a:extLst>
          </p:cNvPr>
          <p:cNvSpPr/>
          <p:nvPr/>
        </p:nvSpPr>
        <p:spPr>
          <a:xfrm>
            <a:off x="5076577" y="4000696"/>
            <a:ext cx="4519365" cy="325412"/>
          </a:xfrm>
          <a:prstGeom prst="roundRect">
            <a:avLst>
              <a:gd name="adj" fmla="val 43488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ko-KR" altLang="en-US" sz="1463"/>
          </a:p>
        </p:txBody>
      </p:sp>
      <p:sp>
        <p:nvSpPr>
          <p:cNvPr id="169" name="Text 99">
            <a:extLst>
              <a:ext uri="{FF2B5EF4-FFF2-40B4-BE49-F238E27FC236}">
                <a16:creationId xmlns:a16="http://schemas.microsoft.com/office/drawing/2014/main" id="{268B24D7-9623-8FBE-0945-12F4607C9A58}"/>
              </a:ext>
            </a:extLst>
          </p:cNvPr>
          <p:cNvSpPr txBox="1"/>
          <p:nvPr/>
        </p:nvSpPr>
        <p:spPr>
          <a:xfrm>
            <a:off x="5177620" y="4101738"/>
            <a:ext cx="4247792" cy="134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3730A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'지능형 회의 요약' 전체 기능을 사용하려면 Teams Premium 라이선스가 필요할 수 있습니다.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44540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AEF45-CF56-FC1A-94DF-2F3759231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03FDCBE-093C-6A8B-DC48-4A680F2E33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302420"/>
            <a:ext cx="9101397" cy="288000"/>
          </a:xfrm>
        </p:spPr>
        <p:txBody>
          <a:bodyPr/>
          <a:lstStyle/>
          <a:p>
            <a:r>
              <a:rPr lang="en-US" altLang="ko-KR" sz="1800"/>
              <a:t>    OneDrive Copilot </a:t>
            </a:r>
            <a:r>
              <a:rPr lang="ko-KR" altLang="en-US" sz="1800"/>
              <a:t>기능 비교 </a:t>
            </a:r>
            <a:r>
              <a:rPr lang="en-US" altLang="ko-KR" sz="1800">
                <a:solidFill>
                  <a:srgbClr val="111827"/>
                </a:solidFill>
                <a:cs typeface="Noto Sans KR" pitchFamily="34" charset="-120"/>
              </a:rPr>
              <a:t>- </a:t>
            </a:r>
            <a:r>
              <a:rPr lang="en-US" altLang="ko-KR" sz="1800" err="1">
                <a:solidFill>
                  <a:srgbClr val="6B7280"/>
                </a:solidFill>
                <a:cs typeface="Noto Sans KR" pitchFamily="34" charset="-120"/>
              </a:rPr>
              <a:t>데스크톱</a:t>
            </a:r>
            <a:r>
              <a:rPr lang="en-US" altLang="ko-KR" sz="1800">
                <a:solidFill>
                  <a:srgbClr val="6B7280"/>
                </a:solidFill>
                <a:cs typeface="Noto Sans KR" pitchFamily="34" charset="-120"/>
              </a:rPr>
              <a:t> 앱(App) vs 웹(Web)</a:t>
            </a:r>
            <a:endParaRPr lang="ko-KR" altLang="en-US" sz="180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991C4BB1-1020-1A83-7398-3EC60985ACAD}"/>
              </a:ext>
            </a:extLst>
          </p:cNvPr>
          <p:cNvSpPr/>
          <p:nvPr/>
        </p:nvSpPr>
        <p:spPr>
          <a:xfrm>
            <a:off x="447676" y="327415"/>
            <a:ext cx="309810" cy="309810"/>
          </a:xfrm>
          <a:prstGeom prst="roundRect">
            <a:avLst>
              <a:gd name="adj" fmla="val 47962"/>
            </a:avLst>
          </a:prstGeom>
          <a:solidFill>
            <a:srgbClr val="0078D4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 sz="1463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B37036E-D737-EEF5-5FE4-DDAD9D6941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5625" y="404682"/>
            <a:ext cx="193167" cy="154533"/>
          </a:xfrm>
          <a:prstGeom prst="rect">
            <a:avLst/>
          </a:prstGeom>
        </p:spPr>
      </p:pic>
      <p:sp>
        <p:nvSpPr>
          <p:cNvPr id="5" name="Shape 10">
            <a:extLst>
              <a:ext uri="{FF2B5EF4-FFF2-40B4-BE49-F238E27FC236}">
                <a16:creationId xmlns:a16="http://schemas.microsoft.com/office/drawing/2014/main" id="{4A3D1617-AF06-2044-7F5B-1572CD5CEEEB}"/>
              </a:ext>
            </a:extLst>
          </p:cNvPr>
          <p:cNvSpPr/>
          <p:nvPr/>
        </p:nvSpPr>
        <p:spPr>
          <a:xfrm>
            <a:off x="378905" y="1393317"/>
            <a:ext cx="3049067" cy="286036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005230F1-B90D-2F48-6474-5D9AF97C9559}"/>
              </a:ext>
            </a:extLst>
          </p:cNvPr>
          <p:cNvSpPr/>
          <p:nvPr/>
        </p:nvSpPr>
        <p:spPr>
          <a:xfrm>
            <a:off x="378905" y="1663751"/>
            <a:ext cx="3049067" cy="1560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B10280F2-34FB-7083-DC02-8F62240B7389}"/>
              </a:ext>
            </a:extLst>
          </p:cNvPr>
          <p:cNvSpPr txBox="1"/>
          <p:nvPr/>
        </p:nvSpPr>
        <p:spPr>
          <a:xfrm>
            <a:off x="471773" y="1440122"/>
            <a:ext cx="560927" cy="17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0078D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기능 항목</a:t>
            </a:r>
            <a:endParaRPr lang="en-US" sz="1000"/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94516230-2B34-18E3-3141-B0C45664C6D9}"/>
              </a:ext>
            </a:extLst>
          </p:cNvPr>
          <p:cNvSpPr/>
          <p:nvPr/>
        </p:nvSpPr>
        <p:spPr>
          <a:xfrm>
            <a:off x="3428714" y="1393317"/>
            <a:ext cx="1524534" cy="286036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" name="Shape 14">
            <a:extLst>
              <a:ext uri="{FF2B5EF4-FFF2-40B4-BE49-F238E27FC236}">
                <a16:creationId xmlns:a16="http://schemas.microsoft.com/office/drawing/2014/main" id="{051659E6-2185-9E30-E463-3574D7A32C1E}"/>
              </a:ext>
            </a:extLst>
          </p:cNvPr>
          <p:cNvSpPr/>
          <p:nvPr/>
        </p:nvSpPr>
        <p:spPr>
          <a:xfrm>
            <a:off x="3428714" y="1663751"/>
            <a:ext cx="1524534" cy="1560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E1A1CB50-9317-7EEC-5794-DD4ADCCC2023}"/>
              </a:ext>
            </a:extLst>
          </p:cNvPr>
          <p:cNvSpPr txBox="1"/>
          <p:nvPr/>
        </p:nvSpPr>
        <p:spPr>
          <a:xfrm>
            <a:off x="3521583" y="1440122"/>
            <a:ext cx="1430923" cy="17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0078D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데스크톱 (Windows)</a:t>
            </a:r>
            <a:endParaRPr lang="en-US" sz="1000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057C6481-371C-3376-C79D-25388E0E5894}"/>
              </a:ext>
            </a:extLst>
          </p:cNvPr>
          <p:cNvSpPr/>
          <p:nvPr/>
        </p:nvSpPr>
        <p:spPr>
          <a:xfrm>
            <a:off x="4953248" y="1393317"/>
            <a:ext cx="1524534" cy="286036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F2009CB0-E98B-5A00-9B6B-4DC2BA0D02DD}"/>
              </a:ext>
            </a:extLst>
          </p:cNvPr>
          <p:cNvSpPr/>
          <p:nvPr/>
        </p:nvSpPr>
        <p:spPr>
          <a:xfrm>
            <a:off x="4953248" y="1663751"/>
            <a:ext cx="1524534" cy="1560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869E026B-80CA-A560-CFE6-5A99A4D4ECA5}"/>
              </a:ext>
            </a:extLst>
          </p:cNvPr>
          <p:cNvSpPr txBox="1"/>
          <p:nvPr/>
        </p:nvSpPr>
        <p:spPr>
          <a:xfrm>
            <a:off x="5046117" y="1440122"/>
            <a:ext cx="575786" cy="17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0078D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웹 (Web)</a:t>
            </a:r>
            <a:endParaRPr lang="en-US" sz="1000"/>
          </a:p>
        </p:txBody>
      </p:sp>
      <p:sp>
        <p:nvSpPr>
          <p:cNvPr id="14" name="Shape 19">
            <a:extLst>
              <a:ext uri="{FF2B5EF4-FFF2-40B4-BE49-F238E27FC236}">
                <a16:creationId xmlns:a16="http://schemas.microsoft.com/office/drawing/2014/main" id="{7F6DC4B6-D143-26C5-EC7A-DD349B8424AD}"/>
              </a:ext>
            </a:extLst>
          </p:cNvPr>
          <p:cNvSpPr/>
          <p:nvPr/>
        </p:nvSpPr>
        <p:spPr>
          <a:xfrm>
            <a:off x="6477781" y="1393317"/>
            <a:ext cx="3049067" cy="286036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5" name="Shape 20">
            <a:extLst>
              <a:ext uri="{FF2B5EF4-FFF2-40B4-BE49-F238E27FC236}">
                <a16:creationId xmlns:a16="http://schemas.microsoft.com/office/drawing/2014/main" id="{2AD93FD2-7B8D-0328-FBFF-151219ABD3C9}"/>
              </a:ext>
            </a:extLst>
          </p:cNvPr>
          <p:cNvSpPr/>
          <p:nvPr/>
        </p:nvSpPr>
        <p:spPr>
          <a:xfrm>
            <a:off x="6477781" y="1663751"/>
            <a:ext cx="3049067" cy="1560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27D6C394-1AB4-F2A9-FB86-86BC6916AB65}"/>
              </a:ext>
            </a:extLst>
          </p:cNvPr>
          <p:cNvSpPr txBox="1"/>
          <p:nvPr/>
        </p:nvSpPr>
        <p:spPr>
          <a:xfrm>
            <a:off x="6949440" y="1440122"/>
            <a:ext cx="1177065" cy="17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0078D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실무 메모 / 비고</a:t>
            </a:r>
            <a:endParaRPr lang="en-US" sz="1000"/>
          </a:p>
        </p:txBody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0D859A03-94CE-87B7-EC68-3A78621CBBCE}"/>
              </a:ext>
            </a:extLst>
          </p:cNvPr>
          <p:cNvSpPr/>
          <p:nvPr/>
        </p:nvSpPr>
        <p:spPr>
          <a:xfrm>
            <a:off x="378905" y="2723197"/>
            <a:ext cx="9147943" cy="348444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D7B27E1C-6B1C-4096-2267-8D3C9A62F162}"/>
              </a:ext>
            </a:extLst>
          </p:cNvPr>
          <p:cNvSpPr/>
          <p:nvPr/>
        </p:nvSpPr>
        <p:spPr>
          <a:xfrm>
            <a:off x="378905" y="2019623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9" name="Shape 24">
            <a:extLst>
              <a:ext uri="{FF2B5EF4-FFF2-40B4-BE49-F238E27FC236}">
                <a16:creationId xmlns:a16="http://schemas.microsoft.com/office/drawing/2014/main" id="{C137F6C0-C05E-67B4-5AD1-76B669DBA9C3}"/>
              </a:ext>
            </a:extLst>
          </p:cNvPr>
          <p:cNvSpPr/>
          <p:nvPr/>
        </p:nvSpPr>
        <p:spPr>
          <a:xfrm>
            <a:off x="378905" y="3064212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25C9B642-A836-D95A-F399-C8160360E5E4}"/>
              </a:ext>
            </a:extLst>
          </p:cNvPr>
          <p:cNvSpPr txBox="1"/>
          <p:nvPr/>
        </p:nvSpPr>
        <p:spPr>
          <a:xfrm>
            <a:off x="471774" y="1769993"/>
            <a:ext cx="1629652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파일 요약 (열지 않고)</a:t>
            </a:r>
            <a:endParaRPr lang="en-US" sz="1000"/>
          </a:p>
        </p:txBody>
      </p:sp>
      <p:sp>
        <p:nvSpPr>
          <p:cNvPr id="21" name="Shape 26">
            <a:extLst>
              <a:ext uri="{FF2B5EF4-FFF2-40B4-BE49-F238E27FC236}">
                <a16:creationId xmlns:a16="http://schemas.microsoft.com/office/drawing/2014/main" id="{BDC8A760-DC0F-5DDD-53D8-CB4AFF17E45C}"/>
              </a:ext>
            </a:extLst>
          </p:cNvPr>
          <p:cNvSpPr/>
          <p:nvPr/>
        </p:nvSpPr>
        <p:spPr>
          <a:xfrm>
            <a:off x="3428714" y="2019623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E1A50ABF-C6BF-7904-B896-76AFB7404C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36746" y="1798968"/>
            <a:ext cx="108470" cy="108470"/>
          </a:xfrm>
          <a:prstGeom prst="rect">
            <a:avLst/>
          </a:prstGeom>
        </p:spPr>
      </p:pic>
      <p:sp>
        <p:nvSpPr>
          <p:cNvPr id="23" name="Shape 27">
            <a:extLst>
              <a:ext uri="{FF2B5EF4-FFF2-40B4-BE49-F238E27FC236}">
                <a16:creationId xmlns:a16="http://schemas.microsoft.com/office/drawing/2014/main" id="{20F23E3B-65CB-0D3D-6120-5836E1706E35}"/>
              </a:ext>
            </a:extLst>
          </p:cNvPr>
          <p:cNvSpPr/>
          <p:nvPr/>
        </p:nvSpPr>
        <p:spPr>
          <a:xfrm>
            <a:off x="4953248" y="2019623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7D30E1DE-97F2-9703-31D7-C7ADD4F429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93147" y="1784852"/>
            <a:ext cx="124073" cy="124073"/>
          </a:xfrm>
          <a:prstGeom prst="rect">
            <a:avLst/>
          </a:prstGeom>
        </p:spPr>
      </p:pic>
      <p:sp>
        <p:nvSpPr>
          <p:cNvPr id="25" name="Shape 28">
            <a:extLst>
              <a:ext uri="{FF2B5EF4-FFF2-40B4-BE49-F238E27FC236}">
                <a16:creationId xmlns:a16="http://schemas.microsoft.com/office/drawing/2014/main" id="{4BC09F87-E0B2-814C-FA4C-AA60E6E01C78}"/>
              </a:ext>
            </a:extLst>
          </p:cNvPr>
          <p:cNvSpPr/>
          <p:nvPr/>
        </p:nvSpPr>
        <p:spPr>
          <a:xfrm>
            <a:off x="378905" y="2026311"/>
            <a:ext cx="9147943" cy="348444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26" name="Shape 29">
            <a:extLst>
              <a:ext uri="{FF2B5EF4-FFF2-40B4-BE49-F238E27FC236}">
                <a16:creationId xmlns:a16="http://schemas.microsoft.com/office/drawing/2014/main" id="{F8388AE6-8C15-AF68-39F2-0D6F0AAB1AD8}"/>
              </a:ext>
            </a:extLst>
          </p:cNvPr>
          <p:cNvSpPr/>
          <p:nvPr/>
        </p:nvSpPr>
        <p:spPr>
          <a:xfrm>
            <a:off x="6477781" y="2019623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27" name="Shape 30">
            <a:extLst>
              <a:ext uri="{FF2B5EF4-FFF2-40B4-BE49-F238E27FC236}">
                <a16:creationId xmlns:a16="http://schemas.microsoft.com/office/drawing/2014/main" id="{001930B9-C636-81BD-895D-CB1FB02EEC11}"/>
              </a:ext>
            </a:extLst>
          </p:cNvPr>
          <p:cNvSpPr/>
          <p:nvPr/>
        </p:nvSpPr>
        <p:spPr>
          <a:xfrm>
            <a:off x="378905" y="2367324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28" name="Shape 31">
            <a:extLst>
              <a:ext uri="{FF2B5EF4-FFF2-40B4-BE49-F238E27FC236}">
                <a16:creationId xmlns:a16="http://schemas.microsoft.com/office/drawing/2014/main" id="{4D59AA0B-24E7-3005-1B1C-84E82FBD5823}"/>
              </a:ext>
            </a:extLst>
          </p:cNvPr>
          <p:cNvSpPr/>
          <p:nvPr/>
        </p:nvSpPr>
        <p:spPr>
          <a:xfrm>
            <a:off x="378905" y="2715768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06" name="Shape 32">
            <a:extLst>
              <a:ext uri="{FF2B5EF4-FFF2-40B4-BE49-F238E27FC236}">
                <a16:creationId xmlns:a16="http://schemas.microsoft.com/office/drawing/2014/main" id="{D979B3EB-1388-12C9-F87D-CE3CDE2B412D}"/>
              </a:ext>
            </a:extLst>
          </p:cNvPr>
          <p:cNvSpPr/>
          <p:nvPr/>
        </p:nvSpPr>
        <p:spPr>
          <a:xfrm>
            <a:off x="6477781" y="2715768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07" name="Text 33">
            <a:extLst>
              <a:ext uri="{FF2B5EF4-FFF2-40B4-BE49-F238E27FC236}">
                <a16:creationId xmlns:a16="http://schemas.microsoft.com/office/drawing/2014/main" id="{72A9A4FA-A867-3005-EE55-F05DB2EE7D84}"/>
              </a:ext>
            </a:extLst>
          </p:cNvPr>
          <p:cNvSpPr txBox="1"/>
          <p:nvPr/>
        </p:nvSpPr>
        <p:spPr>
          <a:xfrm>
            <a:off x="471772" y="2117693"/>
            <a:ext cx="1148325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여러 파일 비교</a:t>
            </a:r>
            <a:endParaRPr lang="en-US" sz="1000"/>
          </a:p>
        </p:txBody>
      </p:sp>
      <p:sp>
        <p:nvSpPr>
          <p:cNvPr id="108" name="Shape 34">
            <a:extLst>
              <a:ext uri="{FF2B5EF4-FFF2-40B4-BE49-F238E27FC236}">
                <a16:creationId xmlns:a16="http://schemas.microsoft.com/office/drawing/2014/main" id="{B6DF655B-31E7-C54D-3A18-CF175F5406D9}"/>
              </a:ext>
            </a:extLst>
          </p:cNvPr>
          <p:cNvSpPr/>
          <p:nvPr/>
        </p:nvSpPr>
        <p:spPr>
          <a:xfrm>
            <a:off x="3428714" y="2367324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09" name="Text 35">
            <a:extLst>
              <a:ext uri="{FF2B5EF4-FFF2-40B4-BE49-F238E27FC236}">
                <a16:creationId xmlns:a16="http://schemas.microsoft.com/office/drawing/2014/main" id="{07EA5056-20BC-1975-DB47-C72AFE494D99}"/>
              </a:ext>
            </a:extLst>
          </p:cNvPr>
          <p:cNvSpPr txBox="1"/>
          <p:nvPr/>
        </p:nvSpPr>
        <p:spPr>
          <a:xfrm>
            <a:off x="5950567" y="1778909"/>
            <a:ext cx="3313277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웹에서는 파일 선택 후 즉시 요약 가능. 데스크톱은 일부 기능 제한적.</a:t>
            </a:r>
            <a:endParaRPr lang="en-US" sz="1000"/>
          </a:p>
        </p:txBody>
      </p:sp>
      <p:pic>
        <p:nvPicPr>
          <p:cNvPr id="110" name="Image 3" descr="preencoded.png">
            <a:extLst>
              <a:ext uri="{FF2B5EF4-FFF2-40B4-BE49-F238E27FC236}">
                <a16:creationId xmlns:a16="http://schemas.microsoft.com/office/drawing/2014/main" id="{6E86D78F-D5D9-818C-A7E8-49D7226F43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36746" y="2147411"/>
            <a:ext cx="108470" cy="108470"/>
          </a:xfrm>
          <a:prstGeom prst="rect">
            <a:avLst/>
          </a:prstGeom>
        </p:spPr>
      </p:pic>
      <p:sp>
        <p:nvSpPr>
          <p:cNvPr id="111" name="Text 36">
            <a:extLst>
              <a:ext uri="{FF2B5EF4-FFF2-40B4-BE49-F238E27FC236}">
                <a16:creationId xmlns:a16="http://schemas.microsoft.com/office/drawing/2014/main" id="{E460F04B-DCB1-E140-B4E9-1C5097EFAB55}"/>
              </a:ext>
            </a:extLst>
          </p:cNvPr>
          <p:cNvSpPr txBox="1"/>
          <p:nvPr/>
        </p:nvSpPr>
        <p:spPr>
          <a:xfrm>
            <a:off x="471773" y="2466137"/>
            <a:ext cx="1555147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파일 내용 기반 Q&amp;A</a:t>
            </a:r>
            <a:endParaRPr lang="en-US" sz="1000"/>
          </a:p>
        </p:txBody>
      </p:sp>
      <p:sp>
        <p:nvSpPr>
          <p:cNvPr id="112" name="Shape 37">
            <a:extLst>
              <a:ext uri="{FF2B5EF4-FFF2-40B4-BE49-F238E27FC236}">
                <a16:creationId xmlns:a16="http://schemas.microsoft.com/office/drawing/2014/main" id="{71888D73-E25E-9CA7-1209-A697CCB1B101}"/>
              </a:ext>
            </a:extLst>
          </p:cNvPr>
          <p:cNvSpPr/>
          <p:nvPr/>
        </p:nvSpPr>
        <p:spPr>
          <a:xfrm>
            <a:off x="4953248" y="2367324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113" name="Image 4" descr="preencoded.png">
            <a:extLst>
              <a:ext uri="{FF2B5EF4-FFF2-40B4-BE49-F238E27FC236}">
                <a16:creationId xmlns:a16="http://schemas.microsoft.com/office/drawing/2014/main" id="{C896D91A-B9E2-BF72-E0A2-4C1145DF1D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93147" y="2133295"/>
            <a:ext cx="124073" cy="124073"/>
          </a:xfrm>
          <a:prstGeom prst="rect">
            <a:avLst/>
          </a:prstGeom>
        </p:spPr>
      </p:pic>
      <p:sp>
        <p:nvSpPr>
          <p:cNvPr id="114" name="Shape 38">
            <a:extLst>
              <a:ext uri="{FF2B5EF4-FFF2-40B4-BE49-F238E27FC236}">
                <a16:creationId xmlns:a16="http://schemas.microsoft.com/office/drawing/2014/main" id="{B9936693-F257-1106-AF87-37DC7CCFF48E}"/>
              </a:ext>
            </a:extLst>
          </p:cNvPr>
          <p:cNvSpPr/>
          <p:nvPr/>
        </p:nvSpPr>
        <p:spPr>
          <a:xfrm>
            <a:off x="6477781" y="2367324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15" name="Shape 39">
            <a:extLst>
              <a:ext uri="{FF2B5EF4-FFF2-40B4-BE49-F238E27FC236}">
                <a16:creationId xmlns:a16="http://schemas.microsoft.com/office/drawing/2014/main" id="{B95E5644-28D6-3E08-C2DF-9EDBF49595D1}"/>
              </a:ext>
            </a:extLst>
          </p:cNvPr>
          <p:cNvSpPr/>
          <p:nvPr/>
        </p:nvSpPr>
        <p:spPr>
          <a:xfrm>
            <a:off x="3428714" y="2715768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16" name="Text 40">
            <a:extLst>
              <a:ext uri="{FF2B5EF4-FFF2-40B4-BE49-F238E27FC236}">
                <a16:creationId xmlns:a16="http://schemas.microsoft.com/office/drawing/2014/main" id="{4EA630E8-5E92-1695-32EF-284111C8E6B8}"/>
              </a:ext>
            </a:extLst>
          </p:cNvPr>
          <p:cNvSpPr txBox="1"/>
          <p:nvPr/>
        </p:nvSpPr>
        <p:spPr>
          <a:xfrm>
            <a:off x="5950568" y="2127352"/>
            <a:ext cx="2996038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최대 5개 파일 선택하여 내용 비교 가능. 웹 환경에서 최적화.</a:t>
            </a:r>
            <a:endParaRPr lang="en-US" sz="1000"/>
          </a:p>
        </p:txBody>
      </p:sp>
      <p:pic>
        <p:nvPicPr>
          <p:cNvPr id="117" name="Image 5" descr="preencoded.png">
            <a:extLst>
              <a:ext uri="{FF2B5EF4-FFF2-40B4-BE49-F238E27FC236}">
                <a16:creationId xmlns:a16="http://schemas.microsoft.com/office/drawing/2014/main" id="{580E573B-8553-2BB1-075C-98A78E3AEB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28574" y="2481739"/>
            <a:ext cx="124073" cy="124073"/>
          </a:xfrm>
          <a:prstGeom prst="rect">
            <a:avLst/>
          </a:prstGeom>
        </p:spPr>
      </p:pic>
      <p:sp>
        <p:nvSpPr>
          <p:cNvPr id="118" name="Shape 41">
            <a:extLst>
              <a:ext uri="{FF2B5EF4-FFF2-40B4-BE49-F238E27FC236}">
                <a16:creationId xmlns:a16="http://schemas.microsoft.com/office/drawing/2014/main" id="{2A0A381E-EFED-1F6F-928C-0194A935FF8B}"/>
              </a:ext>
            </a:extLst>
          </p:cNvPr>
          <p:cNvSpPr/>
          <p:nvPr/>
        </p:nvSpPr>
        <p:spPr>
          <a:xfrm>
            <a:off x="4953248" y="2715768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119" name="Image 6" descr="preencoded.png">
            <a:extLst>
              <a:ext uri="{FF2B5EF4-FFF2-40B4-BE49-F238E27FC236}">
                <a16:creationId xmlns:a16="http://schemas.microsoft.com/office/drawing/2014/main" id="{05BFF0CA-DEFE-EC60-9909-C5F8E5A973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93147" y="2481739"/>
            <a:ext cx="124073" cy="124073"/>
          </a:xfrm>
          <a:prstGeom prst="rect">
            <a:avLst/>
          </a:prstGeom>
        </p:spPr>
      </p:pic>
      <p:sp>
        <p:nvSpPr>
          <p:cNvPr id="120" name="Text 42">
            <a:extLst>
              <a:ext uri="{FF2B5EF4-FFF2-40B4-BE49-F238E27FC236}">
                <a16:creationId xmlns:a16="http://schemas.microsoft.com/office/drawing/2014/main" id="{26457C38-6185-BB00-29F3-9BE8003FCF6E}"/>
              </a:ext>
            </a:extLst>
          </p:cNvPr>
          <p:cNvSpPr txBox="1"/>
          <p:nvPr/>
        </p:nvSpPr>
        <p:spPr>
          <a:xfrm>
            <a:off x="471773" y="2814580"/>
            <a:ext cx="1518486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관련 파일 제안/찾기</a:t>
            </a:r>
            <a:endParaRPr lang="en-US" sz="1000"/>
          </a:p>
        </p:txBody>
      </p:sp>
      <p:sp>
        <p:nvSpPr>
          <p:cNvPr id="121" name="Shape 43">
            <a:extLst>
              <a:ext uri="{FF2B5EF4-FFF2-40B4-BE49-F238E27FC236}">
                <a16:creationId xmlns:a16="http://schemas.microsoft.com/office/drawing/2014/main" id="{8AB12517-488D-8046-7FB8-09132084952F}"/>
              </a:ext>
            </a:extLst>
          </p:cNvPr>
          <p:cNvSpPr/>
          <p:nvPr/>
        </p:nvSpPr>
        <p:spPr>
          <a:xfrm>
            <a:off x="3428714" y="3064212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22" name="Text 44">
            <a:extLst>
              <a:ext uri="{FF2B5EF4-FFF2-40B4-BE49-F238E27FC236}">
                <a16:creationId xmlns:a16="http://schemas.microsoft.com/office/drawing/2014/main" id="{DE865DB9-C135-03C0-8DD5-BF67D1BB352A}"/>
              </a:ext>
            </a:extLst>
          </p:cNvPr>
          <p:cNvSpPr txBox="1"/>
          <p:nvPr/>
        </p:nvSpPr>
        <p:spPr>
          <a:xfrm>
            <a:off x="5950567" y="2475796"/>
            <a:ext cx="2864535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웹에서는 파일을 열지 않고도 내용에 대한 질의응답 가능.</a:t>
            </a:r>
            <a:endParaRPr lang="en-US" sz="1000"/>
          </a:p>
        </p:txBody>
      </p:sp>
      <p:pic>
        <p:nvPicPr>
          <p:cNvPr id="123" name="Image 7" descr="preencoded.png">
            <a:extLst>
              <a:ext uri="{FF2B5EF4-FFF2-40B4-BE49-F238E27FC236}">
                <a16:creationId xmlns:a16="http://schemas.microsoft.com/office/drawing/2014/main" id="{165F25AD-CC5A-3874-41E8-19C70EFBC0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36746" y="2843556"/>
            <a:ext cx="108470" cy="108470"/>
          </a:xfrm>
          <a:prstGeom prst="rect">
            <a:avLst/>
          </a:prstGeom>
        </p:spPr>
      </p:pic>
      <p:sp>
        <p:nvSpPr>
          <p:cNvPr id="124" name="Shape 45">
            <a:extLst>
              <a:ext uri="{FF2B5EF4-FFF2-40B4-BE49-F238E27FC236}">
                <a16:creationId xmlns:a16="http://schemas.microsoft.com/office/drawing/2014/main" id="{D7EE0415-0A02-3D68-6E49-68F33FF758D3}"/>
              </a:ext>
            </a:extLst>
          </p:cNvPr>
          <p:cNvSpPr/>
          <p:nvPr/>
        </p:nvSpPr>
        <p:spPr>
          <a:xfrm>
            <a:off x="4953248" y="3064212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125" name="Image 8" descr="preencoded.png">
            <a:extLst>
              <a:ext uri="{FF2B5EF4-FFF2-40B4-BE49-F238E27FC236}">
                <a16:creationId xmlns:a16="http://schemas.microsoft.com/office/drawing/2014/main" id="{0CD4631B-2386-4958-1E64-FC88900E76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93147" y="2830183"/>
            <a:ext cx="124073" cy="124073"/>
          </a:xfrm>
          <a:prstGeom prst="rect">
            <a:avLst/>
          </a:prstGeom>
        </p:spPr>
      </p:pic>
      <p:sp>
        <p:nvSpPr>
          <p:cNvPr id="126" name="Shape 46">
            <a:extLst>
              <a:ext uri="{FF2B5EF4-FFF2-40B4-BE49-F238E27FC236}">
                <a16:creationId xmlns:a16="http://schemas.microsoft.com/office/drawing/2014/main" id="{EB74BF3E-F847-9C31-8F09-B8DB948B7A13}"/>
              </a:ext>
            </a:extLst>
          </p:cNvPr>
          <p:cNvSpPr/>
          <p:nvPr/>
        </p:nvSpPr>
        <p:spPr>
          <a:xfrm>
            <a:off x="378905" y="3419342"/>
            <a:ext cx="9147943" cy="348444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27" name="Shape 47">
            <a:extLst>
              <a:ext uri="{FF2B5EF4-FFF2-40B4-BE49-F238E27FC236}">
                <a16:creationId xmlns:a16="http://schemas.microsoft.com/office/drawing/2014/main" id="{E47E45C9-5F43-07AD-D4D4-BBAA4CF3C322}"/>
              </a:ext>
            </a:extLst>
          </p:cNvPr>
          <p:cNvSpPr/>
          <p:nvPr/>
        </p:nvSpPr>
        <p:spPr>
          <a:xfrm>
            <a:off x="6477781" y="3064212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28" name="Shape 48">
            <a:extLst>
              <a:ext uri="{FF2B5EF4-FFF2-40B4-BE49-F238E27FC236}">
                <a16:creationId xmlns:a16="http://schemas.microsoft.com/office/drawing/2014/main" id="{303FA7AF-C4F1-618A-8E5C-9C6266D982F7}"/>
              </a:ext>
            </a:extLst>
          </p:cNvPr>
          <p:cNvSpPr/>
          <p:nvPr/>
        </p:nvSpPr>
        <p:spPr>
          <a:xfrm>
            <a:off x="378905" y="3412655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29" name="Shape 49">
            <a:extLst>
              <a:ext uri="{FF2B5EF4-FFF2-40B4-BE49-F238E27FC236}">
                <a16:creationId xmlns:a16="http://schemas.microsoft.com/office/drawing/2014/main" id="{7ADA4AAC-009C-DE88-1A6F-DF3E232703CB}"/>
              </a:ext>
            </a:extLst>
          </p:cNvPr>
          <p:cNvSpPr/>
          <p:nvPr/>
        </p:nvSpPr>
        <p:spPr>
          <a:xfrm>
            <a:off x="6477781" y="3412655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30" name="Shape 50">
            <a:extLst>
              <a:ext uri="{FF2B5EF4-FFF2-40B4-BE49-F238E27FC236}">
                <a16:creationId xmlns:a16="http://schemas.microsoft.com/office/drawing/2014/main" id="{1DCA2248-E235-6701-DAA8-97DE891ABCF3}"/>
              </a:ext>
            </a:extLst>
          </p:cNvPr>
          <p:cNvSpPr/>
          <p:nvPr/>
        </p:nvSpPr>
        <p:spPr>
          <a:xfrm>
            <a:off x="378905" y="3760355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31" name="Shape 51">
            <a:extLst>
              <a:ext uri="{FF2B5EF4-FFF2-40B4-BE49-F238E27FC236}">
                <a16:creationId xmlns:a16="http://schemas.microsoft.com/office/drawing/2014/main" id="{90077946-9988-43E9-7EAD-D05229B5AB18}"/>
              </a:ext>
            </a:extLst>
          </p:cNvPr>
          <p:cNvSpPr/>
          <p:nvPr/>
        </p:nvSpPr>
        <p:spPr>
          <a:xfrm>
            <a:off x="6477781" y="3760355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32" name="Shape 52">
            <a:extLst>
              <a:ext uri="{FF2B5EF4-FFF2-40B4-BE49-F238E27FC236}">
                <a16:creationId xmlns:a16="http://schemas.microsoft.com/office/drawing/2014/main" id="{D6C66B29-569D-C82A-1B19-5F6606AAA048}"/>
              </a:ext>
            </a:extLst>
          </p:cNvPr>
          <p:cNvSpPr/>
          <p:nvPr/>
        </p:nvSpPr>
        <p:spPr>
          <a:xfrm>
            <a:off x="378905" y="4108799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33" name="Text 53">
            <a:extLst>
              <a:ext uri="{FF2B5EF4-FFF2-40B4-BE49-F238E27FC236}">
                <a16:creationId xmlns:a16="http://schemas.microsoft.com/office/drawing/2014/main" id="{8E5AC887-5D3C-05C8-959E-4415EFC3C3EF}"/>
              </a:ext>
            </a:extLst>
          </p:cNvPr>
          <p:cNvSpPr txBox="1"/>
          <p:nvPr/>
        </p:nvSpPr>
        <p:spPr>
          <a:xfrm>
            <a:off x="471773" y="3163024"/>
            <a:ext cx="1518486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공유/권한 맥락 반영</a:t>
            </a:r>
            <a:endParaRPr lang="en-US" sz="1000"/>
          </a:p>
        </p:txBody>
      </p:sp>
      <p:sp>
        <p:nvSpPr>
          <p:cNvPr id="134" name="Text 54">
            <a:extLst>
              <a:ext uri="{FF2B5EF4-FFF2-40B4-BE49-F238E27FC236}">
                <a16:creationId xmlns:a16="http://schemas.microsoft.com/office/drawing/2014/main" id="{C0F0CC99-28D0-55E1-6420-313B08672913}"/>
              </a:ext>
            </a:extLst>
          </p:cNvPr>
          <p:cNvSpPr txBox="1"/>
          <p:nvPr/>
        </p:nvSpPr>
        <p:spPr>
          <a:xfrm>
            <a:off x="471772" y="3859168"/>
            <a:ext cx="1099839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라이선스 필요</a:t>
            </a:r>
            <a:endParaRPr lang="en-US" sz="1000"/>
          </a:p>
        </p:txBody>
      </p:sp>
      <p:sp>
        <p:nvSpPr>
          <p:cNvPr id="135" name="Shape 55">
            <a:extLst>
              <a:ext uri="{FF2B5EF4-FFF2-40B4-BE49-F238E27FC236}">
                <a16:creationId xmlns:a16="http://schemas.microsoft.com/office/drawing/2014/main" id="{AEB3AAFE-927B-57E8-F99B-E0EFD8125507}"/>
              </a:ext>
            </a:extLst>
          </p:cNvPr>
          <p:cNvSpPr/>
          <p:nvPr/>
        </p:nvSpPr>
        <p:spPr>
          <a:xfrm>
            <a:off x="3428714" y="3412655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36" name="Shape 56">
            <a:extLst>
              <a:ext uri="{FF2B5EF4-FFF2-40B4-BE49-F238E27FC236}">
                <a16:creationId xmlns:a16="http://schemas.microsoft.com/office/drawing/2014/main" id="{090B0213-44FD-D8E3-F87A-ABF52B328265}"/>
              </a:ext>
            </a:extLst>
          </p:cNvPr>
          <p:cNvSpPr/>
          <p:nvPr/>
        </p:nvSpPr>
        <p:spPr>
          <a:xfrm>
            <a:off x="4953248" y="3412655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37" name="Text 57">
            <a:extLst>
              <a:ext uri="{FF2B5EF4-FFF2-40B4-BE49-F238E27FC236}">
                <a16:creationId xmlns:a16="http://schemas.microsoft.com/office/drawing/2014/main" id="{C7301509-5FF1-DB97-BEF4-D88C34C00D48}"/>
              </a:ext>
            </a:extLst>
          </p:cNvPr>
          <p:cNvSpPr txBox="1"/>
          <p:nvPr/>
        </p:nvSpPr>
        <p:spPr>
          <a:xfrm>
            <a:off x="5950568" y="2823496"/>
            <a:ext cx="2361558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사용자 의도에 맞는 파일을 Copilot이 제안.</a:t>
            </a:r>
            <a:endParaRPr lang="en-US" sz="1000"/>
          </a:p>
        </p:txBody>
      </p:sp>
      <p:pic>
        <p:nvPicPr>
          <p:cNvPr id="138" name="Image 9" descr="preencoded.png">
            <a:extLst>
              <a:ext uri="{FF2B5EF4-FFF2-40B4-BE49-F238E27FC236}">
                <a16:creationId xmlns:a16="http://schemas.microsoft.com/office/drawing/2014/main" id="{4367D9C8-81C9-BC82-33CC-E410786300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28574" y="3177883"/>
            <a:ext cx="124073" cy="124073"/>
          </a:xfrm>
          <a:prstGeom prst="rect">
            <a:avLst/>
          </a:prstGeom>
        </p:spPr>
      </p:pic>
      <p:pic>
        <p:nvPicPr>
          <p:cNvPr id="139" name="Image 10" descr="preencoded.png">
            <a:extLst>
              <a:ext uri="{FF2B5EF4-FFF2-40B4-BE49-F238E27FC236}">
                <a16:creationId xmlns:a16="http://schemas.microsoft.com/office/drawing/2014/main" id="{68B60A10-8A5F-5D1F-4A45-AC85111DA4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93147" y="3177883"/>
            <a:ext cx="124073" cy="124073"/>
          </a:xfrm>
          <a:prstGeom prst="rect">
            <a:avLst/>
          </a:prstGeom>
        </p:spPr>
      </p:pic>
      <p:sp>
        <p:nvSpPr>
          <p:cNvPr id="140" name="Shape 58">
            <a:extLst>
              <a:ext uri="{FF2B5EF4-FFF2-40B4-BE49-F238E27FC236}">
                <a16:creationId xmlns:a16="http://schemas.microsoft.com/office/drawing/2014/main" id="{270FCAD8-A3BC-EB9D-37B8-5AA0ED96FDE4}"/>
              </a:ext>
            </a:extLst>
          </p:cNvPr>
          <p:cNvSpPr/>
          <p:nvPr/>
        </p:nvSpPr>
        <p:spPr>
          <a:xfrm>
            <a:off x="6477781" y="4108799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000"/>
          </a:p>
        </p:txBody>
      </p:sp>
      <p:sp>
        <p:nvSpPr>
          <p:cNvPr id="141" name="Text 59">
            <a:extLst>
              <a:ext uri="{FF2B5EF4-FFF2-40B4-BE49-F238E27FC236}">
                <a16:creationId xmlns:a16="http://schemas.microsoft.com/office/drawing/2014/main" id="{EB29744B-002C-C013-A329-795B486354E2}"/>
              </a:ext>
            </a:extLst>
          </p:cNvPr>
          <p:cNvSpPr txBox="1"/>
          <p:nvPr/>
        </p:nvSpPr>
        <p:spPr>
          <a:xfrm>
            <a:off x="471772" y="3510724"/>
            <a:ext cx="1148325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지원 파일 형식</a:t>
            </a:r>
            <a:endParaRPr lang="en-US" sz="1000"/>
          </a:p>
        </p:txBody>
      </p:sp>
      <p:sp>
        <p:nvSpPr>
          <p:cNvPr id="142" name="Shape 60">
            <a:extLst>
              <a:ext uri="{FF2B5EF4-FFF2-40B4-BE49-F238E27FC236}">
                <a16:creationId xmlns:a16="http://schemas.microsoft.com/office/drawing/2014/main" id="{2568538B-33BD-DDEA-7CB4-1AF0118ED10E}"/>
              </a:ext>
            </a:extLst>
          </p:cNvPr>
          <p:cNvSpPr/>
          <p:nvPr/>
        </p:nvSpPr>
        <p:spPr>
          <a:xfrm>
            <a:off x="3428714" y="3760355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43" name="Shape 61">
            <a:extLst>
              <a:ext uri="{FF2B5EF4-FFF2-40B4-BE49-F238E27FC236}">
                <a16:creationId xmlns:a16="http://schemas.microsoft.com/office/drawing/2014/main" id="{41669A6E-CEAC-9D36-7612-899AC2DA2410}"/>
              </a:ext>
            </a:extLst>
          </p:cNvPr>
          <p:cNvSpPr/>
          <p:nvPr/>
        </p:nvSpPr>
        <p:spPr>
          <a:xfrm>
            <a:off x="3428714" y="4108799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44" name="Text 62">
            <a:extLst>
              <a:ext uri="{FF2B5EF4-FFF2-40B4-BE49-F238E27FC236}">
                <a16:creationId xmlns:a16="http://schemas.microsoft.com/office/drawing/2014/main" id="{2C150C29-7540-932E-FC05-09D19F2EFFBE}"/>
              </a:ext>
            </a:extLst>
          </p:cNvPr>
          <p:cNvSpPr txBox="1"/>
          <p:nvPr/>
        </p:nvSpPr>
        <p:spPr>
          <a:xfrm>
            <a:off x="5950567" y="3171940"/>
            <a:ext cx="2918771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사용자 접근 권한이 있는 파일 내에서만 검색 및 요약 수행.</a:t>
            </a:r>
            <a:endParaRPr lang="en-US" sz="1000"/>
          </a:p>
        </p:txBody>
      </p:sp>
      <p:pic>
        <p:nvPicPr>
          <p:cNvPr id="145" name="Image 11" descr="preencoded.png">
            <a:extLst>
              <a:ext uri="{FF2B5EF4-FFF2-40B4-BE49-F238E27FC236}">
                <a16:creationId xmlns:a16="http://schemas.microsoft.com/office/drawing/2014/main" id="{A0595BC5-E22C-FACB-A058-3AA754AAFB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28574" y="3526326"/>
            <a:ext cx="124073" cy="124073"/>
          </a:xfrm>
          <a:prstGeom prst="rect">
            <a:avLst/>
          </a:prstGeom>
        </p:spPr>
      </p:pic>
      <p:sp>
        <p:nvSpPr>
          <p:cNvPr id="146" name="Shape 63">
            <a:extLst>
              <a:ext uri="{FF2B5EF4-FFF2-40B4-BE49-F238E27FC236}">
                <a16:creationId xmlns:a16="http://schemas.microsoft.com/office/drawing/2014/main" id="{DE49958B-B67B-CD25-0E82-273BC5A8D106}"/>
              </a:ext>
            </a:extLst>
          </p:cNvPr>
          <p:cNvSpPr/>
          <p:nvPr/>
        </p:nvSpPr>
        <p:spPr>
          <a:xfrm>
            <a:off x="4953248" y="3760355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147" name="Image 12" descr="preencoded.png">
            <a:extLst>
              <a:ext uri="{FF2B5EF4-FFF2-40B4-BE49-F238E27FC236}">
                <a16:creationId xmlns:a16="http://schemas.microsoft.com/office/drawing/2014/main" id="{6FDBC843-CCF8-E3D9-0AD5-42E30F0477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93147" y="3526326"/>
            <a:ext cx="124073" cy="124073"/>
          </a:xfrm>
          <a:prstGeom prst="rect">
            <a:avLst/>
          </a:prstGeom>
        </p:spPr>
      </p:pic>
      <p:sp>
        <p:nvSpPr>
          <p:cNvPr id="148" name="Text 64">
            <a:extLst>
              <a:ext uri="{FF2B5EF4-FFF2-40B4-BE49-F238E27FC236}">
                <a16:creationId xmlns:a16="http://schemas.microsoft.com/office/drawing/2014/main" id="{DD8F0F9B-BF10-737A-E220-409FEDAC4E1C}"/>
              </a:ext>
            </a:extLst>
          </p:cNvPr>
          <p:cNvSpPr txBox="1"/>
          <p:nvPr/>
        </p:nvSpPr>
        <p:spPr>
          <a:xfrm>
            <a:off x="5946360" y="3520383"/>
            <a:ext cx="2938580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Office, PDF, TXT, HTML, ODT 등 다양한 문서 형식 지원.</a:t>
            </a:r>
            <a:endParaRPr lang="en-US" sz="1000"/>
          </a:p>
        </p:txBody>
      </p:sp>
      <p:pic>
        <p:nvPicPr>
          <p:cNvPr id="149" name="Image 13" descr="preencoded.png">
            <a:extLst>
              <a:ext uri="{FF2B5EF4-FFF2-40B4-BE49-F238E27FC236}">
                <a16:creationId xmlns:a16="http://schemas.microsoft.com/office/drawing/2014/main" id="{01A18AF6-A927-6C82-5DC0-3512847552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28574" y="3874770"/>
            <a:ext cx="124073" cy="124073"/>
          </a:xfrm>
          <a:prstGeom prst="rect">
            <a:avLst/>
          </a:prstGeom>
        </p:spPr>
      </p:pic>
      <p:sp>
        <p:nvSpPr>
          <p:cNvPr id="150" name="Shape 65">
            <a:extLst>
              <a:ext uri="{FF2B5EF4-FFF2-40B4-BE49-F238E27FC236}">
                <a16:creationId xmlns:a16="http://schemas.microsoft.com/office/drawing/2014/main" id="{CD680FA4-671B-AB64-F388-6CB413B21026}"/>
              </a:ext>
            </a:extLst>
          </p:cNvPr>
          <p:cNvSpPr/>
          <p:nvPr/>
        </p:nvSpPr>
        <p:spPr>
          <a:xfrm>
            <a:off x="378905" y="4116229"/>
            <a:ext cx="9147943" cy="348444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51" name="Text 66">
            <a:extLst>
              <a:ext uri="{FF2B5EF4-FFF2-40B4-BE49-F238E27FC236}">
                <a16:creationId xmlns:a16="http://schemas.microsoft.com/office/drawing/2014/main" id="{76CDF16D-8B73-5B00-D91B-038B89C68104}"/>
              </a:ext>
            </a:extLst>
          </p:cNvPr>
          <p:cNvSpPr txBox="1"/>
          <p:nvPr/>
        </p:nvSpPr>
        <p:spPr>
          <a:xfrm>
            <a:off x="471772" y="4211326"/>
            <a:ext cx="1099839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오프라인 사용</a:t>
            </a:r>
            <a:endParaRPr lang="en-US" sz="1000"/>
          </a:p>
        </p:txBody>
      </p:sp>
      <p:sp>
        <p:nvSpPr>
          <p:cNvPr id="152" name="Shape 67">
            <a:extLst>
              <a:ext uri="{FF2B5EF4-FFF2-40B4-BE49-F238E27FC236}">
                <a16:creationId xmlns:a16="http://schemas.microsoft.com/office/drawing/2014/main" id="{B4CBE321-8291-FF89-DB62-DD2947FDFA39}"/>
              </a:ext>
            </a:extLst>
          </p:cNvPr>
          <p:cNvSpPr/>
          <p:nvPr/>
        </p:nvSpPr>
        <p:spPr>
          <a:xfrm>
            <a:off x="4953248" y="4108799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153" name="Image 14" descr="preencoded.png">
            <a:extLst>
              <a:ext uri="{FF2B5EF4-FFF2-40B4-BE49-F238E27FC236}">
                <a16:creationId xmlns:a16="http://schemas.microsoft.com/office/drawing/2014/main" id="{29C7C307-E7D8-B81F-04C3-B00FF5A648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93147" y="3874770"/>
            <a:ext cx="124073" cy="124073"/>
          </a:xfrm>
          <a:prstGeom prst="rect">
            <a:avLst/>
          </a:prstGeom>
        </p:spPr>
      </p:pic>
      <p:sp>
        <p:nvSpPr>
          <p:cNvPr id="154" name="Text 68">
            <a:extLst>
              <a:ext uri="{FF2B5EF4-FFF2-40B4-BE49-F238E27FC236}">
                <a16:creationId xmlns:a16="http://schemas.microsoft.com/office/drawing/2014/main" id="{3D469094-DA08-1805-24C8-E2354BA0DD7E}"/>
              </a:ext>
            </a:extLst>
          </p:cNvPr>
          <p:cNvSpPr txBox="1"/>
          <p:nvPr/>
        </p:nvSpPr>
        <p:spPr>
          <a:xfrm>
            <a:off x="5904212" y="3806419"/>
            <a:ext cx="3560972" cy="255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엔터프라이즈(Copilot for M365) 또는 개인(Personal/Family) 라이선스 필요.</a:t>
            </a:r>
            <a:endParaRPr lang="en-US" sz="1000"/>
          </a:p>
        </p:txBody>
      </p:sp>
      <p:pic>
        <p:nvPicPr>
          <p:cNvPr id="155" name="Image 15" descr="preencoded.png">
            <a:extLst>
              <a:ext uri="{FF2B5EF4-FFF2-40B4-BE49-F238E27FC236}">
                <a16:creationId xmlns:a16="http://schemas.microsoft.com/office/drawing/2014/main" id="{CA814607-FC50-F531-B4CF-D9755AD425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28574" y="4226929"/>
            <a:ext cx="124073" cy="124073"/>
          </a:xfrm>
          <a:prstGeom prst="rect">
            <a:avLst/>
          </a:prstGeom>
        </p:spPr>
      </p:pic>
      <p:pic>
        <p:nvPicPr>
          <p:cNvPr id="156" name="Image 16" descr="preencoded.png">
            <a:extLst>
              <a:ext uri="{FF2B5EF4-FFF2-40B4-BE49-F238E27FC236}">
                <a16:creationId xmlns:a16="http://schemas.microsoft.com/office/drawing/2014/main" id="{C6E9F8BF-1017-A2E7-AE85-42F0C70697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93147" y="4226929"/>
            <a:ext cx="124073" cy="124073"/>
          </a:xfrm>
          <a:prstGeom prst="rect">
            <a:avLst/>
          </a:prstGeom>
        </p:spPr>
      </p:pic>
      <p:sp>
        <p:nvSpPr>
          <p:cNvPr id="157" name="Text 69">
            <a:extLst>
              <a:ext uri="{FF2B5EF4-FFF2-40B4-BE49-F238E27FC236}">
                <a16:creationId xmlns:a16="http://schemas.microsoft.com/office/drawing/2014/main" id="{1ABD94F5-5781-65C8-35FE-880B36DC8340}"/>
              </a:ext>
            </a:extLst>
          </p:cNvPr>
          <p:cNvSpPr txBox="1"/>
          <p:nvPr/>
        </p:nvSpPr>
        <p:spPr>
          <a:xfrm>
            <a:off x="5924550" y="4220985"/>
            <a:ext cx="2550281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B556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클라우드 AI 모델 연결을 위해 인터넷 연결 필수.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136755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4CC14-D1EE-9CA3-9D43-165C93287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AE02CC7-22A8-6AA4-9463-89B81EACE1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302420"/>
            <a:ext cx="6840981" cy="288000"/>
          </a:xfrm>
        </p:spPr>
        <p:txBody>
          <a:bodyPr/>
          <a:lstStyle/>
          <a:p>
            <a:r>
              <a:rPr lang="en-US" altLang="ko-KR" sz="1800"/>
              <a:t>    Loop Copilot </a:t>
            </a:r>
            <a:r>
              <a:rPr lang="ko-KR" altLang="en-US" sz="1800"/>
              <a:t>기능 비교 </a:t>
            </a:r>
            <a:r>
              <a:rPr lang="en-US" altLang="ko-KR" sz="1800">
                <a:solidFill>
                  <a:srgbClr val="111827"/>
                </a:solidFill>
                <a:cs typeface="Noto Sans KR" pitchFamily="34" charset="-120"/>
              </a:rPr>
              <a:t>- </a:t>
            </a:r>
            <a:r>
              <a:rPr lang="en-US" altLang="ko-KR" sz="1800" err="1">
                <a:solidFill>
                  <a:srgbClr val="6B7280"/>
                </a:solidFill>
                <a:cs typeface="Noto Sans KR" pitchFamily="34" charset="-120"/>
              </a:rPr>
              <a:t>데스크톱</a:t>
            </a:r>
            <a:r>
              <a:rPr lang="en-US" altLang="ko-KR" sz="1800">
                <a:solidFill>
                  <a:srgbClr val="6B7280"/>
                </a:solidFill>
                <a:cs typeface="Noto Sans KR" pitchFamily="34" charset="-120"/>
              </a:rPr>
              <a:t> 앱(App) vs 웹(Web)</a:t>
            </a:r>
            <a:endParaRPr lang="ko-KR" altLang="en-US" sz="180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D40F54C2-6C60-C1C5-D367-0B7CF2EF0646}"/>
              </a:ext>
            </a:extLst>
          </p:cNvPr>
          <p:cNvSpPr/>
          <p:nvPr/>
        </p:nvSpPr>
        <p:spPr>
          <a:xfrm>
            <a:off x="371476" y="1385887"/>
            <a:ext cx="9162802" cy="4349230"/>
          </a:xfrm>
          <a:prstGeom prst="roundRect">
            <a:avLst>
              <a:gd name="adj" fmla="val 3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 sz="1463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3A937E65-AC4B-617B-DB1E-40F2A6550371}"/>
              </a:ext>
            </a:extLst>
          </p:cNvPr>
          <p:cNvSpPr/>
          <p:nvPr/>
        </p:nvSpPr>
        <p:spPr>
          <a:xfrm>
            <a:off x="378905" y="1393317"/>
            <a:ext cx="3049067" cy="286036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C09A7D0E-4574-64AF-1B3C-9D4AB8912114}"/>
              </a:ext>
            </a:extLst>
          </p:cNvPr>
          <p:cNvSpPr/>
          <p:nvPr/>
        </p:nvSpPr>
        <p:spPr>
          <a:xfrm>
            <a:off x="378905" y="1663751"/>
            <a:ext cx="3049067" cy="15602"/>
          </a:xfrm>
          <a:prstGeom prst="rect">
            <a:avLst/>
          </a:prstGeom>
          <a:solidFill>
            <a:srgbClr val="0067B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24FC1A9C-605D-C7FD-A423-348D98381B86}"/>
              </a:ext>
            </a:extLst>
          </p:cNvPr>
          <p:cNvSpPr txBox="1"/>
          <p:nvPr/>
        </p:nvSpPr>
        <p:spPr>
          <a:xfrm>
            <a:off x="471773" y="1440122"/>
            <a:ext cx="560927" cy="17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0067B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기능 항목</a:t>
            </a:r>
            <a:endParaRPr lang="en-US" sz="1000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E0E46122-B317-3F7E-422F-BFC266C812DF}"/>
              </a:ext>
            </a:extLst>
          </p:cNvPr>
          <p:cNvSpPr/>
          <p:nvPr/>
        </p:nvSpPr>
        <p:spPr>
          <a:xfrm>
            <a:off x="3428714" y="1393317"/>
            <a:ext cx="1524534" cy="286036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8DD4B1A6-B424-06AB-D23F-82F2B1DE89E5}"/>
              </a:ext>
            </a:extLst>
          </p:cNvPr>
          <p:cNvSpPr/>
          <p:nvPr/>
        </p:nvSpPr>
        <p:spPr>
          <a:xfrm>
            <a:off x="3428714" y="1663751"/>
            <a:ext cx="1524534" cy="15602"/>
          </a:xfrm>
          <a:prstGeom prst="rect">
            <a:avLst/>
          </a:prstGeom>
          <a:solidFill>
            <a:srgbClr val="0067B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F424825B-7B7A-F8A2-76DB-F10FABBC0B28}"/>
              </a:ext>
            </a:extLst>
          </p:cNvPr>
          <p:cNvSpPr txBox="1"/>
          <p:nvPr/>
        </p:nvSpPr>
        <p:spPr>
          <a:xfrm>
            <a:off x="3748367" y="1440122"/>
            <a:ext cx="1068197" cy="17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0067B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데스크톱 (App)</a:t>
            </a:r>
            <a:endParaRPr lang="en-US" sz="1000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B80FE42B-69C9-CBE1-46D0-11D47C8A40C5}"/>
              </a:ext>
            </a:extLst>
          </p:cNvPr>
          <p:cNvSpPr/>
          <p:nvPr/>
        </p:nvSpPr>
        <p:spPr>
          <a:xfrm>
            <a:off x="4953248" y="1393317"/>
            <a:ext cx="1524534" cy="286036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543BE51E-6BF0-3945-DFF0-A18FB4E18EAC}"/>
              </a:ext>
            </a:extLst>
          </p:cNvPr>
          <p:cNvSpPr/>
          <p:nvPr/>
        </p:nvSpPr>
        <p:spPr>
          <a:xfrm>
            <a:off x="4953248" y="1663751"/>
            <a:ext cx="1524534" cy="15602"/>
          </a:xfrm>
          <a:prstGeom prst="rect">
            <a:avLst/>
          </a:prstGeom>
          <a:solidFill>
            <a:srgbClr val="0067B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FFA19D50-E3A4-960C-113A-053ED53BB942}"/>
              </a:ext>
            </a:extLst>
          </p:cNvPr>
          <p:cNvSpPr txBox="1"/>
          <p:nvPr/>
        </p:nvSpPr>
        <p:spPr>
          <a:xfrm>
            <a:off x="5064622" y="1440122"/>
            <a:ext cx="706962" cy="17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0067B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웹 (Web)</a:t>
            </a:r>
            <a:endParaRPr lang="en-US" sz="1000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2A8856CE-C878-8117-090A-52F7DB6EC297}"/>
              </a:ext>
            </a:extLst>
          </p:cNvPr>
          <p:cNvSpPr/>
          <p:nvPr/>
        </p:nvSpPr>
        <p:spPr>
          <a:xfrm>
            <a:off x="6477781" y="1393317"/>
            <a:ext cx="3049067" cy="286036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36E99B5F-1749-6D75-B45B-DE13B6B8C350}"/>
              </a:ext>
            </a:extLst>
          </p:cNvPr>
          <p:cNvSpPr/>
          <p:nvPr/>
        </p:nvSpPr>
        <p:spPr>
          <a:xfrm>
            <a:off x="6477781" y="1663751"/>
            <a:ext cx="3049067" cy="15602"/>
          </a:xfrm>
          <a:prstGeom prst="rect">
            <a:avLst/>
          </a:prstGeom>
          <a:solidFill>
            <a:srgbClr val="0067B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F0AAC3A2-191E-7307-B8F1-B22395F1EA38}"/>
              </a:ext>
            </a:extLst>
          </p:cNvPr>
          <p:cNvSpPr txBox="1"/>
          <p:nvPr/>
        </p:nvSpPr>
        <p:spPr>
          <a:xfrm>
            <a:off x="7002781" y="1440122"/>
            <a:ext cx="1056684" cy="17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0067B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실무 메모 / 비고</a:t>
            </a:r>
            <a:endParaRPr lang="en-US" sz="100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D9D1A347-3B09-51E9-97BC-A49638A32810}"/>
              </a:ext>
            </a:extLst>
          </p:cNvPr>
          <p:cNvSpPr/>
          <p:nvPr/>
        </p:nvSpPr>
        <p:spPr>
          <a:xfrm>
            <a:off x="378905" y="2560491"/>
            <a:ext cx="9147943" cy="294208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03739772-1A92-65CE-9039-0E935FF8B2E6}"/>
              </a:ext>
            </a:extLst>
          </p:cNvPr>
          <p:cNvSpPr/>
          <p:nvPr/>
        </p:nvSpPr>
        <p:spPr>
          <a:xfrm>
            <a:off x="378905" y="1965388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9400784F-6492-CA79-9BCA-517F893B9D2A}"/>
              </a:ext>
            </a:extLst>
          </p:cNvPr>
          <p:cNvSpPr/>
          <p:nvPr/>
        </p:nvSpPr>
        <p:spPr>
          <a:xfrm>
            <a:off x="378905" y="2847270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040484A5-0F36-0B84-3F2D-95E6B2EA1C37}"/>
              </a:ext>
            </a:extLst>
          </p:cNvPr>
          <p:cNvSpPr txBox="1"/>
          <p:nvPr/>
        </p:nvSpPr>
        <p:spPr>
          <a:xfrm>
            <a:off x="471773" y="1742503"/>
            <a:ext cx="1715649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아이디어 브레인스토밍/초안</a:t>
            </a:r>
            <a:endParaRPr lang="en-US" sz="1000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879957E8-0E9B-1DF6-1E3F-C003D4D9FA31}"/>
              </a:ext>
            </a:extLst>
          </p:cNvPr>
          <p:cNvSpPr/>
          <p:nvPr/>
        </p:nvSpPr>
        <p:spPr>
          <a:xfrm>
            <a:off x="3428714" y="1965388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47" name="Image 1" descr="preencoded.png">
            <a:extLst>
              <a:ext uri="{FF2B5EF4-FFF2-40B4-BE49-F238E27FC236}">
                <a16:creationId xmlns:a16="http://schemas.microsoft.com/office/drawing/2014/main" id="{88196228-69DE-C01F-7660-E7EC7CE78A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574" y="1758105"/>
            <a:ext cx="124073" cy="124073"/>
          </a:xfrm>
          <a:prstGeom prst="rect">
            <a:avLst/>
          </a:prstGeom>
        </p:spPr>
      </p:pic>
      <p:sp>
        <p:nvSpPr>
          <p:cNvPr id="48" name="Shape 27">
            <a:extLst>
              <a:ext uri="{FF2B5EF4-FFF2-40B4-BE49-F238E27FC236}">
                <a16:creationId xmlns:a16="http://schemas.microsoft.com/office/drawing/2014/main" id="{928FBDFF-DBF2-8225-B2F3-9049FD1F2BB2}"/>
              </a:ext>
            </a:extLst>
          </p:cNvPr>
          <p:cNvSpPr/>
          <p:nvPr/>
        </p:nvSpPr>
        <p:spPr>
          <a:xfrm>
            <a:off x="4953248" y="1965388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49" name="Image 2" descr="preencoded.png">
            <a:extLst>
              <a:ext uri="{FF2B5EF4-FFF2-40B4-BE49-F238E27FC236}">
                <a16:creationId xmlns:a16="http://schemas.microsoft.com/office/drawing/2014/main" id="{8171C52A-59D7-DEA0-83A0-214093E30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60965" y="1758105"/>
            <a:ext cx="124073" cy="124073"/>
          </a:xfrm>
          <a:prstGeom prst="rect">
            <a:avLst/>
          </a:prstGeom>
        </p:spPr>
      </p:pic>
      <p:sp>
        <p:nvSpPr>
          <p:cNvPr id="50" name="Shape 28">
            <a:extLst>
              <a:ext uri="{FF2B5EF4-FFF2-40B4-BE49-F238E27FC236}">
                <a16:creationId xmlns:a16="http://schemas.microsoft.com/office/drawing/2014/main" id="{3E07D6A3-5A2E-E66D-3067-74F14650408B}"/>
              </a:ext>
            </a:extLst>
          </p:cNvPr>
          <p:cNvSpPr/>
          <p:nvPr/>
        </p:nvSpPr>
        <p:spPr>
          <a:xfrm>
            <a:off x="378905" y="1972818"/>
            <a:ext cx="9147943" cy="294208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7459D234-1FDA-1139-BB44-8FC3CBC10DB5}"/>
              </a:ext>
            </a:extLst>
          </p:cNvPr>
          <p:cNvSpPr/>
          <p:nvPr/>
        </p:nvSpPr>
        <p:spPr>
          <a:xfrm>
            <a:off x="6477781" y="1965388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52" name="Shape 30">
            <a:extLst>
              <a:ext uri="{FF2B5EF4-FFF2-40B4-BE49-F238E27FC236}">
                <a16:creationId xmlns:a16="http://schemas.microsoft.com/office/drawing/2014/main" id="{8272B385-3A17-3FA3-0785-81A8C45800EB}"/>
              </a:ext>
            </a:extLst>
          </p:cNvPr>
          <p:cNvSpPr/>
          <p:nvPr/>
        </p:nvSpPr>
        <p:spPr>
          <a:xfrm>
            <a:off x="378905" y="2259596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53" name="Shape 31">
            <a:extLst>
              <a:ext uri="{FF2B5EF4-FFF2-40B4-BE49-F238E27FC236}">
                <a16:creationId xmlns:a16="http://schemas.microsoft.com/office/drawing/2014/main" id="{716FAB36-30AC-97B8-1539-09661CFF6B41}"/>
              </a:ext>
            </a:extLst>
          </p:cNvPr>
          <p:cNvSpPr/>
          <p:nvPr/>
        </p:nvSpPr>
        <p:spPr>
          <a:xfrm>
            <a:off x="378905" y="2553061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54" name="Shape 32">
            <a:extLst>
              <a:ext uri="{FF2B5EF4-FFF2-40B4-BE49-F238E27FC236}">
                <a16:creationId xmlns:a16="http://schemas.microsoft.com/office/drawing/2014/main" id="{11631B92-4721-5585-2D68-E2E271D81484}"/>
              </a:ext>
            </a:extLst>
          </p:cNvPr>
          <p:cNvSpPr/>
          <p:nvPr/>
        </p:nvSpPr>
        <p:spPr>
          <a:xfrm>
            <a:off x="6477781" y="2553061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D71AE3C6-A0A5-5BB6-CB18-30D7AAA1FBAC}"/>
              </a:ext>
            </a:extLst>
          </p:cNvPr>
          <p:cNvSpPr txBox="1"/>
          <p:nvPr/>
        </p:nvSpPr>
        <p:spPr>
          <a:xfrm>
            <a:off x="471773" y="2036711"/>
            <a:ext cx="1786287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선택 텍스트 톤/스타일 재작성</a:t>
            </a:r>
            <a:endParaRPr lang="en-US" sz="1000"/>
          </a:p>
        </p:txBody>
      </p:sp>
      <p:sp>
        <p:nvSpPr>
          <p:cNvPr id="56" name="Shape 34">
            <a:extLst>
              <a:ext uri="{FF2B5EF4-FFF2-40B4-BE49-F238E27FC236}">
                <a16:creationId xmlns:a16="http://schemas.microsoft.com/office/drawing/2014/main" id="{27A70EDA-442E-8003-3A7F-CFA0ED2C68DC}"/>
              </a:ext>
            </a:extLst>
          </p:cNvPr>
          <p:cNvSpPr/>
          <p:nvPr/>
        </p:nvSpPr>
        <p:spPr>
          <a:xfrm>
            <a:off x="3428714" y="2259596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E785A4FB-E40F-F43A-6E20-ACFB76095AD2}"/>
              </a:ext>
            </a:extLst>
          </p:cNvPr>
          <p:cNvSpPr txBox="1"/>
          <p:nvPr/>
        </p:nvSpPr>
        <p:spPr>
          <a:xfrm>
            <a:off x="5979177" y="1752162"/>
            <a:ext cx="2263172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초기 아이디어 생성 및 문서 초안 작성.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8" name="Image 3" descr="preencoded.png">
            <a:extLst>
              <a:ext uri="{FF2B5EF4-FFF2-40B4-BE49-F238E27FC236}">
                <a16:creationId xmlns:a16="http://schemas.microsoft.com/office/drawing/2014/main" id="{5AB2F3B4-587C-6C45-0285-437C43D2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574" y="2052314"/>
            <a:ext cx="124073" cy="124073"/>
          </a:xfrm>
          <a:prstGeom prst="rect">
            <a:avLst/>
          </a:prstGeom>
        </p:spPr>
      </p:pic>
      <p:sp>
        <p:nvSpPr>
          <p:cNvPr id="59" name="Text 36">
            <a:extLst>
              <a:ext uri="{FF2B5EF4-FFF2-40B4-BE49-F238E27FC236}">
                <a16:creationId xmlns:a16="http://schemas.microsoft.com/office/drawing/2014/main" id="{8CF571A0-5116-FE1A-34AB-6EF376A41951}"/>
              </a:ext>
            </a:extLst>
          </p:cNvPr>
          <p:cNvSpPr txBox="1"/>
          <p:nvPr/>
        </p:nvSpPr>
        <p:spPr>
          <a:xfrm>
            <a:off x="471774" y="2330920"/>
            <a:ext cx="1333426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페이지/컴포넌트 요약</a:t>
            </a:r>
            <a:endParaRPr lang="en-US" sz="1000"/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AE5C8DBB-E64F-A9A4-E831-86962DCE920A}"/>
              </a:ext>
            </a:extLst>
          </p:cNvPr>
          <p:cNvSpPr/>
          <p:nvPr/>
        </p:nvSpPr>
        <p:spPr>
          <a:xfrm>
            <a:off x="4953248" y="2259596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61" name="Image 4" descr="preencoded.png">
            <a:extLst>
              <a:ext uri="{FF2B5EF4-FFF2-40B4-BE49-F238E27FC236}">
                <a16:creationId xmlns:a16="http://schemas.microsoft.com/office/drawing/2014/main" id="{317D5583-DA6E-E151-61AC-9E486F009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60965" y="2052314"/>
            <a:ext cx="124073" cy="124073"/>
          </a:xfrm>
          <a:prstGeom prst="rect">
            <a:avLst/>
          </a:prstGeom>
        </p:spPr>
      </p:pic>
      <p:sp>
        <p:nvSpPr>
          <p:cNvPr id="62" name="Shape 38">
            <a:extLst>
              <a:ext uri="{FF2B5EF4-FFF2-40B4-BE49-F238E27FC236}">
                <a16:creationId xmlns:a16="http://schemas.microsoft.com/office/drawing/2014/main" id="{308C09A9-8923-58B3-DA8E-EE2027F1DA99}"/>
              </a:ext>
            </a:extLst>
          </p:cNvPr>
          <p:cNvSpPr/>
          <p:nvPr/>
        </p:nvSpPr>
        <p:spPr>
          <a:xfrm>
            <a:off x="6477781" y="2259596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63" name="Shape 39">
            <a:extLst>
              <a:ext uri="{FF2B5EF4-FFF2-40B4-BE49-F238E27FC236}">
                <a16:creationId xmlns:a16="http://schemas.microsoft.com/office/drawing/2014/main" id="{6C82A334-7B66-5FFD-F53F-4434E713611A}"/>
              </a:ext>
            </a:extLst>
          </p:cNvPr>
          <p:cNvSpPr/>
          <p:nvPr/>
        </p:nvSpPr>
        <p:spPr>
          <a:xfrm>
            <a:off x="6477781" y="2847270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64" name="Shape 40">
            <a:extLst>
              <a:ext uri="{FF2B5EF4-FFF2-40B4-BE49-F238E27FC236}">
                <a16:creationId xmlns:a16="http://schemas.microsoft.com/office/drawing/2014/main" id="{FBFF51FB-28CB-B735-3879-958135031D69}"/>
              </a:ext>
            </a:extLst>
          </p:cNvPr>
          <p:cNvSpPr/>
          <p:nvPr/>
        </p:nvSpPr>
        <p:spPr>
          <a:xfrm>
            <a:off x="3428714" y="2553061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65" name="Text 41">
            <a:extLst>
              <a:ext uri="{FF2B5EF4-FFF2-40B4-BE49-F238E27FC236}">
                <a16:creationId xmlns:a16="http://schemas.microsoft.com/office/drawing/2014/main" id="{B2972794-5BFF-8C29-CA35-0B3F17984991}"/>
              </a:ext>
            </a:extLst>
          </p:cNvPr>
          <p:cNvSpPr txBox="1"/>
          <p:nvPr/>
        </p:nvSpPr>
        <p:spPr>
          <a:xfrm>
            <a:off x="5979177" y="2046371"/>
            <a:ext cx="2877820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더 격식있게, 간결하게 등 톤 변경 및 스타일 조정.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6" name="Image 5" descr="preencoded.png">
            <a:extLst>
              <a:ext uri="{FF2B5EF4-FFF2-40B4-BE49-F238E27FC236}">
                <a16:creationId xmlns:a16="http://schemas.microsoft.com/office/drawing/2014/main" id="{815BAB65-C40A-6F79-FDFF-35D972BFC0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574" y="2346522"/>
            <a:ext cx="124073" cy="124073"/>
          </a:xfrm>
          <a:prstGeom prst="rect">
            <a:avLst/>
          </a:prstGeom>
        </p:spPr>
      </p:pic>
      <p:sp>
        <p:nvSpPr>
          <p:cNvPr id="67" name="Shape 42">
            <a:extLst>
              <a:ext uri="{FF2B5EF4-FFF2-40B4-BE49-F238E27FC236}">
                <a16:creationId xmlns:a16="http://schemas.microsoft.com/office/drawing/2014/main" id="{51527750-260A-8736-2B1D-215D88DD0DDA}"/>
              </a:ext>
            </a:extLst>
          </p:cNvPr>
          <p:cNvSpPr/>
          <p:nvPr/>
        </p:nvSpPr>
        <p:spPr>
          <a:xfrm>
            <a:off x="4953248" y="2553061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68" name="Image 6" descr="preencoded.png">
            <a:extLst>
              <a:ext uri="{FF2B5EF4-FFF2-40B4-BE49-F238E27FC236}">
                <a16:creationId xmlns:a16="http://schemas.microsoft.com/office/drawing/2014/main" id="{592E7AD9-2E57-3928-23E0-F4ED08A0F7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60965" y="2346522"/>
            <a:ext cx="124073" cy="124073"/>
          </a:xfrm>
          <a:prstGeom prst="rect">
            <a:avLst/>
          </a:prstGeom>
        </p:spPr>
      </p:pic>
      <p:sp>
        <p:nvSpPr>
          <p:cNvPr id="69" name="Text 43">
            <a:extLst>
              <a:ext uri="{FF2B5EF4-FFF2-40B4-BE49-F238E27FC236}">
                <a16:creationId xmlns:a16="http://schemas.microsoft.com/office/drawing/2014/main" id="{E435963A-E755-8F4E-98E4-70D209178CB5}"/>
              </a:ext>
            </a:extLst>
          </p:cNvPr>
          <p:cNvSpPr txBox="1"/>
          <p:nvPr/>
        </p:nvSpPr>
        <p:spPr>
          <a:xfrm>
            <a:off x="471774" y="2625128"/>
            <a:ext cx="1322782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작업·체크리스트 추출</a:t>
            </a:r>
            <a:endParaRPr lang="en-US" sz="1000"/>
          </a:p>
        </p:txBody>
      </p:sp>
      <p:sp>
        <p:nvSpPr>
          <p:cNvPr id="70" name="Shape 44">
            <a:extLst>
              <a:ext uri="{FF2B5EF4-FFF2-40B4-BE49-F238E27FC236}">
                <a16:creationId xmlns:a16="http://schemas.microsoft.com/office/drawing/2014/main" id="{74C9D97F-5139-523C-21F9-A2521E227937}"/>
              </a:ext>
            </a:extLst>
          </p:cNvPr>
          <p:cNvSpPr/>
          <p:nvPr/>
        </p:nvSpPr>
        <p:spPr>
          <a:xfrm>
            <a:off x="3428714" y="2847270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1" name="Shape 45">
            <a:extLst>
              <a:ext uri="{FF2B5EF4-FFF2-40B4-BE49-F238E27FC236}">
                <a16:creationId xmlns:a16="http://schemas.microsoft.com/office/drawing/2014/main" id="{8DD900C5-7525-3DB7-1568-C8761A5BA835}"/>
              </a:ext>
            </a:extLst>
          </p:cNvPr>
          <p:cNvSpPr/>
          <p:nvPr/>
        </p:nvSpPr>
        <p:spPr>
          <a:xfrm>
            <a:off x="4953248" y="2847270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2" name="Text 46">
            <a:extLst>
              <a:ext uri="{FF2B5EF4-FFF2-40B4-BE49-F238E27FC236}">
                <a16:creationId xmlns:a16="http://schemas.microsoft.com/office/drawing/2014/main" id="{DB0616A8-8BDD-56D1-FC0A-02469219571E}"/>
              </a:ext>
            </a:extLst>
          </p:cNvPr>
          <p:cNvSpPr txBox="1"/>
          <p:nvPr/>
        </p:nvSpPr>
        <p:spPr>
          <a:xfrm>
            <a:off x="5979177" y="2339836"/>
            <a:ext cx="2831969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긴 Loop 페이지나 컴포넌트 내용을 빠르게 요약.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3" name="Image 7" descr="preencoded.png">
            <a:extLst>
              <a:ext uri="{FF2B5EF4-FFF2-40B4-BE49-F238E27FC236}">
                <a16:creationId xmlns:a16="http://schemas.microsoft.com/office/drawing/2014/main" id="{B044F4E8-21E8-E3B4-BDD4-8433523E87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574" y="2639987"/>
            <a:ext cx="124073" cy="124073"/>
          </a:xfrm>
          <a:prstGeom prst="rect">
            <a:avLst/>
          </a:prstGeom>
        </p:spPr>
      </p:pic>
      <p:pic>
        <p:nvPicPr>
          <p:cNvPr id="74" name="Image 8" descr="preencoded.png">
            <a:extLst>
              <a:ext uri="{FF2B5EF4-FFF2-40B4-BE49-F238E27FC236}">
                <a16:creationId xmlns:a16="http://schemas.microsoft.com/office/drawing/2014/main" id="{AF03F668-402A-4369-A7F2-D2EB96D26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60965" y="2639987"/>
            <a:ext cx="124073" cy="124073"/>
          </a:xfrm>
          <a:prstGeom prst="rect">
            <a:avLst/>
          </a:prstGeom>
        </p:spPr>
      </p:pic>
      <p:sp>
        <p:nvSpPr>
          <p:cNvPr id="75" name="Shape 47">
            <a:extLst>
              <a:ext uri="{FF2B5EF4-FFF2-40B4-BE49-F238E27FC236}">
                <a16:creationId xmlns:a16="http://schemas.microsoft.com/office/drawing/2014/main" id="{60E2D57D-EDD6-11E7-1ACE-5B378EDABD0C}"/>
              </a:ext>
            </a:extLst>
          </p:cNvPr>
          <p:cNvSpPr/>
          <p:nvPr/>
        </p:nvSpPr>
        <p:spPr>
          <a:xfrm>
            <a:off x="378905" y="3148908"/>
            <a:ext cx="9147943" cy="294208"/>
          </a:xfrm>
          <a:prstGeom prst="rect">
            <a:avLst/>
          </a:prstGeom>
          <a:solidFill>
            <a:srgbClr val="FAF9F8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6" name="Shape 49">
            <a:extLst>
              <a:ext uri="{FF2B5EF4-FFF2-40B4-BE49-F238E27FC236}">
                <a16:creationId xmlns:a16="http://schemas.microsoft.com/office/drawing/2014/main" id="{A456D8B8-EF29-71E0-69F1-8F6CDBBACE4A}"/>
              </a:ext>
            </a:extLst>
          </p:cNvPr>
          <p:cNvSpPr/>
          <p:nvPr/>
        </p:nvSpPr>
        <p:spPr>
          <a:xfrm>
            <a:off x="378905" y="3141478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7" name="Shape 50">
            <a:extLst>
              <a:ext uri="{FF2B5EF4-FFF2-40B4-BE49-F238E27FC236}">
                <a16:creationId xmlns:a16="http://schemas.microsoft.com/office/drawing/2014/main" id="{A5C3AF69-CDA6-F226-AD14-48049A16DF8E}"/>
              </a:ext>
            </a:extLst>
          </p:cNvPr>
          <p:cNvSpPr/>
          <p:nvPr/>
        </p:nvSpPr>
        <p:spPr>
          <a:xfrm>
            <a:off x="6477781" y="3141478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8" name="Shape 51">
            <a:extLst>
              <a:ext uri="{FF2B5EF4-FFF2-40B4-BE49-F238E27FC236}">
                <a16:creationId xmlns:a16="http://schemas.microsoft.com/office/drawing/2014/main" id="{8A688D24-BD9A-174E-9AA9-E2856C6F27F6}"/>
              </a:ext>
            </a:extLst>
          </p:cNvPr>
          <p:cNvSpPr/>
          <p:nvPr/>
        </p:nvSpPr>
        <p:spPr>
          <a:xfrm>
            <a:off x="378905" y="3435687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79" name="Shape 52">
            <a:extLst>
              <a:ext uri="{FF2B5EF4-FFF2-40B4-BE49-F238E27FC236}">
                <a16:creationId xmlns:a16="http://schemas.microsoft.com/office/drawing/2014/main" id="{12CBC490-87C6-2D41-CD84-0DAEB4C84B12}"/>
              </a:ext>
            </a:extLst>
          </p:cNvPr>
          <p:cNvSpPr/>
          <p:nvPr/>
        </p:nvSpPr>
        <p:spPr>
          <a:xfrm>
            <a:off x="6477781" y="3729895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80" name="Shape 53">
            <a:extLst>
              <a:ext uri="{FF2B5EF4-FFF2-40B4-BE49-F238E27FC236}">
                <a16:creationId xmlns:a16="http://schemas.microsoft.com/office/drawing/2014/main" id="{44517EE8-96FE-8C70-2B69-09E19A6D4BFF}"/>
              </a:ext>
            </a:extLst>
          </p:cNvPr>
          <p:cNvSpPr/>
          <p:nvPr/>
        </p:nvSpPr>
        <p:spPr>
          <a:xfrm>
            <a:off x="6477781" y="4024102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81" name="Text 54">
            <a:extLst>
              <a:ext uri="{FF2B5EF4-FFF2-40B4-BE49-F238E27FC236}">
                <a16:creationId xmlns:a16="http://schemas.microsoft.com/office/drawing/2014/main" id="{4711AEFE-2FA9-8944-D3DE-07489F24167E}"/>
              </a:ext>
            </a:extLst>
          </p:cNvPr>
          <p:cNvSpPr txBox="1"/>
          <p:nvPr/>
        </p:nvSpPr>
        <p:spPr>
          <a:xfrm>
            <a:off x="471773" y="2918593"/>
            <a:ext cx="1494057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페이지/보드 구조화 제안</a:t>
            </a:r>
            <a:endParaRPr lang="en-US" sz="1000"/>
          </a:p>
        </p:txBody>
      </p:sp>
      <p:sp>
        <p:nvSpPr>
          <p:cNvPr id="82" name="Text 55">
            <a:extLst>
              <a:ext uri="{FF2B5EF4-FFF2-40B4-BE49-F238E27FC236}">
                <a16:creationId xmlns:a16="http://schemas.microsoft.com/office/drawing/2014/main" id="{BD89E983-CFAD-49D8-C29A-73081B5D9C59}"/>
              </a:ext>
            </a:extLst>
          </p:cNvPr>
          <p:cNvSpPr txBox="1"/>
          <p:nvPr/>
        </p:nvSpPr>
        <p:spPr>
          <a:xfrm>
            <a:off x="471773" y="3212802"/>
            <a:ext cx="1524054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파일·링크 참조 기반 생성</a:t>
            </a:r>
            <a:endParaRPr lang="en-US" sz="1000"/>
          </a:p>
        </p:txBody>
      </p:sp>
      <p:sp>
        <p:nvSpPr>
          <p:cNvPr id="83" name="Text 57">
            <a:extLst>
              <a:ext uri="{FF2B5EF4-FFF2-40B4-BE49-F238E27FC236}">
                <a16:creationId xmlns:a16="http://schemas.microsoft.com/office/drawing/2014/main" id="{A6904516-580A-5543-031C-43FFD46572BD}"/>
              </a:ext>
            </a:extLst>
          </p:cNvPr>
          <p:cNvSpPr txBox="1"/>
          <p:nvPr/>
        </p:nvSpPr>
        <p:spPr>
          <a:xfrm>
            <a:off x="471773" y="3504779"/>
            <a:ext cx="899918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오프라인 사용</a:t>
            </a:r>
            <a:endParaRPr lang="en-US" sz="1000"/>
          </a:p>
        </p:txBody>
      </p:sp>
      <p:sp>
        <p:nvSpPr>
          <p:cNvPr id="84" name="Shape 58">
            <a:extLst>
              <a:ext uri="{FF2B5EF4-FFF2-40B4-BE49-F238E27FC236}">
                <a16:creationId xmlns:a16="http://schemas.microsoft.com/office/drawing/2014/main" id="{4FBD3D24-91CF-200C-6716-624B6A82A32E}"/>
              </a:ext>
            </a:extLst>
          </p:cNvPr>
          <p:cNvSpPr/>
          <p:nvPr/>
        </p:nvSpPr>
        <p:spPr>
          <a:xfrm>
            <a:off x="3428714" y="3141478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85" name="Shape 59">
            <a:extLst>
              <a:ext uri="{FF2B5EF4-FFF2-40B4-BE49-F238E27FC236}">
                <a16:creationId xmlns:a16="http://schemas.microsoft.com/office/drawing/2014/main" id="{44F2188B-3829-56D3-8332-C81887AF4363}"/>
              </a:ext>
            </a:extLst>
          </p:cNvPr>
          <p:cNvSpPr/>
          <p:nvPr/>
        </p:nvSpPr>
        <p:spPr>
          <a:xfrm>
            <a:off x="4953248" y="3141478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86" name="Shape 60">
            <a:extLst>
              <a:ext uri="{FF2B5EF4-FFF2-40B4-BE49-F238E27FC236}">
                <a16:creationId xmlns:a16="http://schemas.microsoft.com/office/drawing/2014/main" id="{751E8B47-DC3F-320C-AAF4-463D8F2E3A0E}"/>
              </a:ext>
            </a:extLst>
          </p:cNvPr>
          <p:cNvSpPr/>
          <p:nvPr/>
        </p:nvSpPr>
        <p:spPr>
          <a:xfrm>
            <a:off x="4953248" y="3435687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87" name="Text 61">
            <a:extLst>
              <a:ext uri="{FF2B5EF4-FFF2-40B4-BE49-F238E27FC236}">
                <a16:creationId xmlns:a16="http://schemas.microsoft.com/office/drawing/2014/main" id="{03AFA201-8A67-C3F4-22AB-4A26B055B560}"/>
              </a:ext>
            </a:extLst>
          </p:cNvPr>
          <p:cNvSpPr txBox="1"/>
          <p:nvPr/>
        </p:nvSpPr>
        <p:spPr>
          <a:xfrm>
            <a:off x="5979177" y="2634044"/>
            <a:ext cx="3548148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텍스트에서 실행 가능한 작업 항목을 찾아 체크리스트로 변환.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8" name="Image 9" descr="preencoded.png">
            <a:extLst>
              <a:ext uri="{FF2B5EF4-FFF2-40B4-BE49-F238E27FC236}">
                <a16:creationId xmlns:a16="http://schemas.microsoft.com/office/drawing/2014/main" id="{2FE0BDAE-383D-D338-51FA-2521B78C9E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574" y="2934196"/>
            <a:ext cx="124073" cy="124073"/>
          </a:xfrm>
          <a:prstGeom prst="rect">
            <a:avLst/>
          </a:prstGeom>
        </p:spPr>
      </p:pic>
      <p:pic>
        <p:nvPicPr>
          <p:cNvPr id="89" name="Image 10" descr="preencoded.png">
            <a:extLst>
              <a:ext uri="{FF2B5EF4-FFF2-40B4-BE49-F238E27FC236}">
                <a16:creationId xmlns:a16="http://schemas.microsoft.com/office/drawing/2014/main" id="{566138A8-4D7E-6823-9689-3C16E8CE98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60965" y="2934196"/>
            <a:ext cx="124073" cy="124073"/>
          </a:xfrm>
          <a:prstGeom prst="rect">
            <a:avLst/>
          </a:prstGeom>
        </p:spPr>
      </p:pic>
      <p:sp>
        <p:nvSpPr>
          <p:cNvPr id="90" name="Shape 62">
            <a:extLst>
              <a:ext uri="{FF2B5EF4-FFF2-40B4-BE49-F238E27FC236}">
                <a16:creationId xmlns:a16="http://schemas.microsoft.com/office/drawing/2014/main" id="{B1102BE7-9CE1-6475-9F05-4A2B0DF91034}"/>
              </a:ext>
            </a:extLst>
          </p:cNvPr>
          <p:cNvSpPr/>
          <p:nvPr/>
        </p:nvSpPr>
        <p:spPr>
          <a:xfrm>
            <a:off x="6477781" y="3435687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1" name="Shape 63">
            <a:extLst>
              <a:ext uri="{FF2B5EF4-FFF2-40B4-BE49-F238E27FC236}">
                <a16:creationId xmlns:a16="http://schemas.microsoft.com/office/drawing/2014/main" id="{D4808B8B-342E-A598-99C1-095963312027}"/>
              </a:ext>
            </a:extLst>
          </p:cNvPr>
          <p:cNvSpPr/>
          <p:nvPr/>
        </p:nvSpPr>
        <p:spPr>
          <a:xfrm>
            <a:off x="3428714" y="3435687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2" name="Text 65">
            <a:extLst>
              <a:ext uri="{FF2B5EF4-FFF2-40B4-BE49-F238E27FC236}">
                <a16:creationId xmlns:a16="http://schemas.microsoft.com/office/drawing/2014/main" id="{5C3CC641-EF54-DCF2-0616-70F53F8DB38F}"/>
              </a:ext>
            </a:extLst>
          </p:cNvPr>
          <p:cNvSpPr txBox="1"/>
          <p:nvPr/>
        </p:nvSpPr>
        <p:spPr>
          <a:xfrm>
            <a:off x="5979177" y="2928252"/>
            <a:ext cx="2468419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내용에 맞는 페이지 템플릿이나 구조 제안.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3" name="Image 11" descr="preencoded.png">
            <a:extLst>
              <a:ext uri="{FF2B5EF4-FFF2-40B4-BE49-F238E27FC236}">
                <a16:creationId xmlns:a16="http://schemas.microsoft.com/office/drawing/2014/main" id="{1506A55B-C2CC-4E67-A1C2-A9960D7B2D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8574" y="3228404"/>
            <a:ext cx="124073" cy="124073"/>
          </a:xfrm>
          <a:prstGeom prst="rect">
            <a:avLst/>
          </a:prstGeom>
        </p:spPr>
      </p:pic>
      <p:pic>
        <p:nvPicPr>
          <p:cNvPr id="94" name="Image 12" descr="preencoded.png">
            <a:extLst>
              <a:ext uri="{FF2B5EF4-FFF2-40B4-BE49-F238E27FC236}">
                <a16:creationId xmlns:a16="http://schemas.microsoft.com/office/drawing/2014/main" id="{24AECCAC-196D-D769-ACCF-12B929B977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60965" y="3228404"/>
            <a:ext cx="124073" cy="124073"/>
          </a:xfrm>
          <a:prstGeom prst="rect">
            <a:avLst/>
          </a:prstGeom>
        </p:spPr>
      </p:pic>
      <p:sp>
        <p:nvSpPr>
          <p:cNvPr id="95" name="Shape 66">
            <a:extLst>
              <a:ext uri="{FF2B5EF4-FFF2-40B4-BE49-F238E27FC236}">
                <a16:creationId xmlns:a16="http://schemas.microsoft.com/office/drawing/2014/main" id="{2604C77B-C6D9-E59A-9427-FCD760E81B87}"/>
              </a:ext>
            </a:extLst>
          </p:cNvPr>
          <p:cNvSpPr/>
          <p:nvPr/>
        </p:nvSpPr>
        <p:spPr>
          <a:xfrm>
            <a:off x="378905" y="3729895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6" name="Shape 67">
            <a:extLst>
              <a:ext uri="{FF2B5EF4-FFF2-40B4-BE49-F238E27FC236}">
                <a16:creationId xmlns:a16="http://schemas.microsoft.com/office/drawing/2014/main" id="{0ED25F0B-A209-7913-6E56-B3DAB982DA92}"/>
              </a:ext>
            </a:extLst>
          </p:cNvPr>
          <p:cNvSpPr/>
          <p:nvPr/>
        </p:nvSpPr>
        <p:spPr>
          <a:xfrm>
            <a:off x="378905" y="4024102"/>
            <a:ext cx="3049067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7" name="Shape 69">
            <a:extLst>
              <a:ext uri="{FF2B5EF4-FFF2-40B4-BE49-F238E27FC236}">
                <a16:creationId xmlns:a16="http://schemas.microsoft.com/office/drawing/2014/main" id="{68D1436F-90C9-5CB1-8DE5-619B99E6F75C}"/>
              </a:ext>
            </a:extLst>
          </p:cNvPr>
          <p:cNvSpPr/>
          <p:nvPr/>
        </p:nvSpPr>
        <p:spPr>
          <a:xfrm>
            <a:off x="3428714" y="3729895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8" name="Shape 70">
            <a:extLst>
              <a:ext uri="{FF2B5EF4-FFF2-40B4-BE49-F238E27FC236}">
                <a16:creationId xmlns:a16="http://schemas.microsoft.com/office/drawing/2014/main" id="{2500F542-4C74-B25A-65FA-75E949464D78}"/>
              </a:ext>
            </a:extLst>
          </p:cNvPr>
          <p:cNvSpPr/>
          <p:nvPr/>
        </p:nvSpPr>
        <p:spPr>
          <a:xfrm>
            <a:off x="4953248" y="3729895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9" name="Text 71">
            <a:extLst>
              <a:ext uri="{FF2B5EF4-FFF2-40B4-BE49-F238E27FC236}">
                <a16:creationId xmlns:a16="http://schemas.microsoft.com/office/drawing/2014/main" id="{6B0CEF6E-0745-FA72-78E3-C117B3BF67D3}"/>
              </a:ext>
            </a:extLst>
          </p:cNvPr>
          <p:cNvSpPr txBox="1"/>
          <p:nvPr/>
        </p:nvSpPr>
        <p:spPr>
          <a:xfrm>
            <a:off x="5979177" y="3222460"/>
            <a:ext cx="3275213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M365 파일이나 링크 내용을 바탕으로 콘텐츠 생성/요약.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0" name="Shape 72">
            <a:extLst>
              <a:ext uri="{FF2B5EF4-FFF2-40B4-BE49-F238E27FC236}">
                <a16:creationId xmlns:a16="http://schemas.microsoft.com/office/drawing/2014/main" id="{74B5D72F-D3A7-F7F5-48EF-50FB2005873D}"/>
              </a:ext>
            </a:extLst>
          </p:cNvPr>
          <p:cNvSpPr/>
          <p:nvPr/>
        </p:nvSpPr>
        <p:spPr>
          <a:xfrm>
            <a:off x="3428714" y="4024102"/>
            <a:ext cx="1524534" cy="7430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ko-KR" altLang="en-US" sz="1463"/>
          </a:p>
        </p:txBody>
      </p:sp>
      <p:pic>
        <p:nvPicPr>
          <p:cNvPr id="101" name="Image 17" descr="preencoded.png">
            <a:extLst>
              <a:ext uri="{FF2B5EF4-FFF2-40B4-BE49-F238E27FC236}">
                <a16:creationId xmlns:a16="http://schemas.microsoft.com/office/drawing/2014/main" id="{A99A49E9-9401-145A-0278-0687ABE564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28574" y="3520381"/>
            <a:ext cx="124073" cy="124073"/>
          </a:xfrm>
          <a:prstGeom prst="rect">
            <a:avLst/>
          </a:prstGeom>
        </p:spPr>
      </p:pic>
      <p:pic>
        <p:nvPicPr>
          <p:cNvPr id="102" name="Image 18" descr="preencoded.png">
            <a:extLst>
              <a:ext uri="{FF2B5EF4-FFF2-40B4-BE49-F238E27FC236}">
                <a16:creationId xmlns:a16="http://schemas.microsoft.com/office/drawing/2014/main" id="{12CCC778-DFD9-AFEF-D1A2-3B5E3BE5B5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60965" y="3520381"/>
            <a:ext cx="124073" cy="124073"/>
          </a:xfrm>
          <a:prstGeom prst="rect">
            <a:avLst/>
          </a:prstGeom>
        </p:spPr>
      </p:pic>
      <p:sp>
        <p:nvSpPr>
          <p:cNvPr id="103" name="Text 75">
            <a:extLst>
              <a:ext uri="{FF2B5EF4-FFF2-40B4-BE49-F238E27FC236}">
                <a16:creationId xmlns:a16="http://schemas.microsoft.com/office/drawing/2014/main" id="{4E770866-2095-66F1-8D1A-F97376C4FBE6}"/>
              </a:ext>
            </a:extLst>
          </p:cNvPr>
          <p:cNvSpPr txBox="1"/>
          <p:nvPr/>
        </p:nvSpPr>
        <p:spPr>
          <a:xfrm>
            <a:off x="5979177" y="3514438"/>
            <a:ext cx="2592876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클라우드 기반 서비스로 오프라인 사용 불가.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48C7BE9A-4BEC-9196-AB1C-919B119DA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6" y="268490"/>
            <a:ext cx="455482" cy="390412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9C0251F8-81EC-0A12-CCE4-36DA7B632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961" y="3912290"/>
            <a:ext cx="9132887" cy="31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126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8B4F1-3CF8-062B-B364-BE818BFB4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6438DC-EEF4-5229-DEC6-8D7BB9A6A0C7}"/>
              </a:ext>
            </a:extLst>
          </p:cNvPr>
          <p:cNvSpPr/>
          <p:nvPr/>
        </p:nvSpPr>
        <p:spPr>
          <a:xfrm>
            <a:off x="1" y="642938"/>
            <a:ext cx="9905752" cy="5572125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B1BD21-472F-FE56-614C-6272CB604241}"/>
              </a:ext>
            </a:extLst>
          </p:cNvPr>
          <p:cNvSpPr/>
          <p:nvPr/>
        </p:nvSpPr>
        <p:spPr>
          <a:xfrm>
            <a:off x="1" y="642938"/>
            <a:ext cx="9905752" cy="5572125"/>
          </a:xfrm>
          <a:prstGeom prst="rect">
            <a:avLst/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 sz="1463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55C263A-9A3F-C4E4-0D03-4FB806233E59}"/>
              </a:ext>
            </a:extLst>
          </p:cNvPr>
          <p:cNvSpPr/>
          <p:nvPr/>
        </p:nvSpPr>
        <p:spPr>
          <a:xfrm>
            <a:off x="6036469" y="-131217"/>
            <a:ext cx="4643438" cy="4643438"/>
          </a:xfrm>
          <a:prstGeom prst="ellipse">
            <a:avLst/>
          </a:prstGeom>
          <a:solidFill>
            <a:srgbClr val="2563EB">
              <a:alpha val="5000"/>
            </a:srgbClr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86D0BB-70AB-F558-FF6F-F28BC33C75A3}"/>
              </a:ext>
            </a:extLst>
          </p:cNvPr>
          <p:cNvSpPr/>
          <p:nvPr/>
        </p:nvSpPr>
        <p:spPr>
          <a:xfrm>
            <a:off x="5262315" y="3893344"/>
            <a:ext cx="3095873" cy="3095873"/>
          </a:xfrm>
          <a:prstGeom prst="ellipse">
            <a:avLst/>
          </a:prstGeom>
          <a:solidFill>
            <a:srgbClr val="4F46E5">
              <a:alpha val="5000"/>
            </a:srgbClr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AE3CB5E-3C3F-A9A8-B504-3EC3D21CFADA}"/>
              </a:ext>
            </a:extLst>
          </p:cNvPr>
          <p:cNvSpPr/>
          <p:nvPr/>
        </p:nvSpPr>
        <p:spPr>
          <a:xfrm>
            <a:off x="1" y="6153398"/>
            <a:ext cx="2476252" cy="61665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38559F8-950E-44E5-CB3E-39B7A6B27654}"/>
              </a:ext>
            </a:extLst>
          </p:cNvPr>
          <p:cNvSpPr/>
          <p:nvPr/>
        </p:nvSpPr>
        <p:spPr>
          <a:xfrm>
            <a:off x="2476253" y="6153398"/>
            <a:ext cx="2476252" cy="61665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7AB9584-B51E-C34B-C752-BC1D82EA0D28}"/>
              </a:ext>
            </a:extLst>
          </p:cNvPr>
          <p:cNvSpPr/>
          <p:nvPr/>
        </p:nvSpPr>
        <p:spPr>
          <a:xfrm>
            <a:off x="4953248" y="6153398"/>
            <a:ext cx="2476252" cy="61665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97B3A8F-2CF9-089B-A62C-917AAA179B82}"/>
              </a:ext>
            </a:extLst>
          </p:cNvPr>
          <p:cNvSpPr/>
          <p:nvPr/>
        </p:nvSpPr>
        <p:spPr>
          <a:xfrm>
            <a:off x="7429501" y="6153398"/>
            <a:ext cx="2476252" cy="61665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C6F6AD8-9E00-903C-9613-3D40CD1F4571}"/>
              </a:ext>
            </a:extLst>
          </p:cNvPr>
          <p:cNvSpPr/>
          <p:nvPr/>
        </p:nvSpPr>
        <p:spPr>
          <a:xfrm>
            <a:off x="2211763" y="1660779"/>
            <a:ext cx="2476252" cy="743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 sz="1463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B09AC57-2BCF-BCCF-D24F-B801A17577B1}"/>
              </a:ext>
            </a:extLst>
          </p:cNvPr>
          <p:cNvSpPr txBox="1"/>
          <p:nvPr/>
        </p:nvSpPr>
        <p:spPr>
          <a:xfrm>
            <a:off x="742950" y="1897037"/>
            <a:ext cx="7886414" cy="812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388" b="1">
                <a:solidFill>
                  <a:srgbClr val="11182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M365 </a:t>
            </a:r>
            <a:r>
              <a:rPr lang="en-US" sz="4388" b="1" err="1">
                <a:solidFill>
                  <a:srgbClr val="11182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Copilot_FAQ</a:t>
            </a:r>
            <a:endParaRPr lang="en-US" sz="4388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C4253244-DAC6-924D-BF44-63387A3572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t="-45" b="-45"/>
          <a:stretch/>
        </p:blipFill>
        <p:spPr>
          <a:xfrm>
            <a:off x="756323" y="3754412"/>
            <a:ext cx="208769" cy="278606"/>
          </a:xfrm>
          <a:prstGeom prst="rect">
            <a:avLst/>
          </a:prstGeom>
        </p:spPr>
      </p:pic>
      <p:sp>
        <p:nvSpPr>
          <p:cNvPr id="19" name="Text 16">
            <a:extLst>
              <a:ext uri="{FF2B5EF4-FFF2-40B4-BE49-F238E27FC236}">
                <a16:creationId xmlns:a16="http://schemas.microsoft.com/office/drawing/2014/main" id="{710642C5-185C-FB4B-D9D9-DAD066705B89}"/>
              </a:ext>
            </a:extLst>
          </p:cNvPr>
          <p:cNvSpPr txBox="1"/>
          <p:nvPr/>
        </p:nvSpPr>
        <p:spPr>
          <a:xfrm>
            <a:off x="742951" y="4086511"/>
            <a:ext cx="309810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31">
                <a:solidFill>
                  <a:srgbClr val="6B7280">
                    <a:alpha val="9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Word</a:t>
            </a:r>
            <a:endParaRPr lang="en-US" sz="731"/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CA8A69C7-136E-64D7-5652-BBFBEF77F2E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0"/>
          </a:blip>
          <a:srcRect t="-45" b="-45"/>
          <a:stretch/>
        </p:blipFill>
        <p:spPr>
          <a:xfrm>
            <a:off x="1379658" y="3754412"/>
            <a:ext cx="208769" cy="278606"/>
          </a:xfrm>
          <a:prstGeom prst="rect">
            <a:avLst/>
          </a:prstGeom>
        </p:spPr>
      </p:pic>
      <p:sp>
        <p:nvSpPr>
          <p:cNvPr id="21" name="Text 17">
            <a:extLst>
              <a:ext uri="{FF2B5EF4-FFF2-40B4-BE49-F238E27FC236}">
                <a16:creationId xmlns:a16="http://schemas.microsoft.com/office/drawing/2014/main" id="{5518913E-DFA2-3809-3DDD-5EC3BBEF0CFD}"/>
              </a:ext>
            </a:extLst>
          </p:cNvPr>
          <p:cNvSpPr txBox="1"/>
          <p:nvPr/>
        </p:nvSpPr>
        <p:spPr>
          <a:xfrm>
            <a:off x="1225868" y="4086511"/>
            <a:ext cx="588417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31">
                <a:solidFill>
                  <a:srgbClr val="6B7280">
                    <a:alpha val="9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PowerPoint</a:t>
            </a:r>
            <a:endParaRPr lang="en-US" sz="731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1055EDF9-E3CB-DDE3-BF63-9C9F9664487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90000"/>
          </a:blip>
          <a:srcRect t="-45" b="-45"/>
          <a:stretch/>
        </p:blipFill>
        <p:spPr>
          <a:xfrm>
            <a:off x="1997049" y="3754412"/>
            <a:ext cx="208769" cy="278606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731635A3-81B5-C5B1-10D4-77F5B229D615}"/>
              </a:ext>
            </a:extLst>
          </p:cNvPr>
          <p:cNvSpPr txBox="1"/>
          <p:nvPr/>
        </p:nvSpPr>
        <p:spPr>
          <a:xfrm>
            <a:off x="1989620" y="4086511"/>
            <a:ext cx="294208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31">
                <a:solidFill>
                  <a:srgbClr val="6B7280">
                    <a:alpha val="9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Excel</a:t>
            </a:r>
            <a:endParaRPr lang="en-US" sz="731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CE36A31-B62B-AA38-CA42-3E4A37E43E5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0000"/>
          </a:blip>
          <a:srcRect/>
          <a:stretch/>
        </p:blipFill>
        <p:spPr>
          <a:xfrm>
            <a:off x="2501513" y="3754412"/>
            <a:ext cx="278606" cy="278606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1659B483-CD3C-4DF4-A7DA-8692B8E079A4}"/>
              </a:ext>
            </a:extLst>
          </p:cNvPr>
          <p:cNvSpPr txBox="1"/>
          <p:nvPr/>
        </p:nvSpPr>
        <p:spPr>
          <a:xfrm>
            <a:off x="2460651" y="4086511"/>
            <a:ext cx="433883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31">
                <a:solidFill>
                  <a:srgbClr val="6B7280">
                    <a:alpha val="9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Outlook</a:t>
            </a:r>
            <a:endParaRPr lang="en-US" sz="731"/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0F9C2D4A-E5FB-C446-CD79-1D7B9606717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90000"/>
          </a:blip>
          <a:srcRect l="-27" r="-27"/>
          <a:stretch/>
        </p:blipFill>
        <p:spPr>
          <a:xfrm>
            <a:off x="3068383" y="3754412"/>
            <a:ext cx="348444" cy="278606"/>
          </a:xfrm>
          <a:prstGeom prst="rect">
            <a:avLst/>
          </a:prstGeom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8EFE1E3B-CD2D-6E67-3D31-D0E686F87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5" b="2525"/>
          <a:stretch/>
        </p:blipFill>
        <p:spPr bwMode="auto">
          <a:xfrm>
            <a:off x="7142876" y="3547853"/>
            <a:ext cx="1861523" cy="1767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DFEA4C75-23CF-120B-ED96-1C85BEDDFEBB}"/>
              </a:ext>
            </a:extLst>
          </p:cNvPr>
          <p:cNvSpPr txBox="1"/>
          <p:nvPr/>
        </p:nvSpPr>
        <p:spPr>
          <a:xfrm>
            <a:off x="3099588" y="4086511"/>
            <a:ext cx="356616" cy="1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31">
                <a:solidFill>
                  <a:srgbClr val="6B7280">
                    <a:alpha val="9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Teams</a:t>
            </a:r>
            <a:endParaRPr lang="en-US" sz="731"/>
          </a:p>
        </p:txBody>
      </p:sp>
    </p:spTree>
    <p:extLst>
      <p:ext uri="{BB962C8B-B14F-4D97-AF65-F5344CB8AC3E}">
        <p14:creationId xmlns:p14="http://schemas.microsoft.com/office/powerpoint/2010/main" val="1726441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0004-7ECB-6C6D-F64B-C772D6768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텍스트 개체 틀 27">
            <a:extLst>
              <a:ext uri="{FF2B5EF4-FFF2-40B4-BE49-F238E27FC236}">
                <a16:creationId xmlns:a16="http://schemas.microsoft.com/office/drawing/2014/main" id="{7F5C0370-F8DF-C59C-DB99-4272FF3F2A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1800"/>
              <a:t>주요 기능 </a:t>
            </a:r>
            <a:r>
              <a:rPr lang="en-US" altLang="ko-KR" sz="1800"/>
              <a:t>FAQ</a:t>
            </a: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6E826D2A-F800-7EB7-6A9E-3EC44CDBE3F7}"/>
              </a:ext>
            </a:extLst>
          </p:cNvPr>
          <p:cNvSpPr/>
          <p:nvPr/>
        </p:nvSpPr>
        <p:spPr>
          <a:xfrm>
            <a:off x="618877" y="1126993"/>
            <a:ext cx="580244" cy="160729"/>
          </a:xfrm>
          <a:prstGeom prst="roundRect">
            <a:avLst>
              <a:gd name="adj" fmla="val 79396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0FFE7580-8DED-C8C3-0F0C-DF79EC9BF577}"/>
              </a:ext>
            </a:extLst>
          </p:cNvPr>
          <p:cNvSpPr/>
          <p:nvPr/>
        </p:nvSpPr>
        <p:spPr>
          <a:xfrm>
            <a:off x="618877" y="2617350"/>
            <a:ext cx="364046" cy="160729"/>
          </a:xfrm>
          <a:prstGeom prst="roundRect">
            <a:avLst>
              <a:gd name="adj" fmla="val 79396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3C31821F-9340-5849-7BCC-414353B91F5D}"/>
              </a:ext>
            </a:extLst>
          </p:cNvPr>
          <p:cNvSpPr/>
          <p:nvPr/>
        </p:nvSpPr>
        <p:spPr>
          <a:xfrm>
            <a:off x="618877" y="4107709"/>
            <a:ext cx="355873" cy="160729"/>
          </a:xfrm>
          <a:prstGeom prst="roundRect">
            <a:avLst>
              <a:gd name="adj" fmla="val 79396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D16E12D1-CF1A-4E68-B47E-98DF489164F7}"/>
              </a:ext>
            </a:extLst>
          </p:cNvPr>
          <p:cNvSpPr/>
          <p:nvPr/>
        </p:nvSpPr>
        <p:spPr>
          <a:xfrm>
            <a:off x="5107781" y="1126993"/>
            <a:ext cx="650081" cy="160729"/>
          </a:xfrm>
          <a:prstGeom prst="roundRect">
            <a:avLst>
              <a:gd name="adj" fmla="val 79396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C32070A9-8E35-0C41-2CE5-06675776DAED}"/>
              </a:ext>
            </a:extLst>
          </p:cNvPr>
          <p:cNvSpPr/>
          <p:nvPr/>
        </p:nvSpPr>
        <p:spPr>
          <a:xfrm>
            <a:off x="5107782" y="2617350"/>
            <a:ext cx="495548" cy="160729"/>
          </a:xfrm>
          <a:prstGeom prst="roundRect">
            <a:avLst>
              <a:gd name="adj" fmla="val 79396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FD9CED3D-9AC3-35C3-8E3B-0472C6FE6065}"/>
              </a:ext>
            </a:extLst>
          </p:cNvPr>
          <p:cNvSpPr/>
          <p:nvPr/>
        </p:nvSpPr>
        <p:spPr>
          <a:xfrm>
            <a:off x="5107782" y="3897454"/>
            <a:ext cx="418281" cy="160729"/>
          </a:xfrm>
          <a:prstGeom prst="roundRect">
            <a:avLst>
              <a:gd name="adj" fmla="val 79396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71272560-8190-AE57-E6BD-E868E6861756}"/>
              </a:ext>
            </a:extLst>
          </p:cNvPr>
          <p:cNvSpPr txBox="1"/>
          <p:nvPr/>
        </p:nvSpPr>
        <p:spPr>
          <a:xfrm>
            <a:off x="681285" y="1139757"/>
            <a:ext cx="526752" cy="12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31" b="1">
                <a:solidFill>
                  <a:srgbClr val="555555"/>
                </a:solidFill>
                <a:latin typeface="+mn-ea"/>
                <a:cs typeface="Noto Sans KR" pitchFamily="34" charset="-120"/>
              </a:rPr>
              <a:t>데이터 활용</a:t>
            </a:r>
            <a:endParaRPr lang="en-US" sz="731">
              <a:latin typeface="+mn-ea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041E0962-30C1-0658-55CD-9B78B70ABDA9}"/>
              </a:ext>
            </a:extLst>
          </p:cNvPr>
          <p:cNvSpPr txBox="1"/>
          <p:nvPr/>
        </p:nvSpPr>
        <p:spPr>
          <a:xfrm>
            <a:off x="681286" y="2630858"/>
            <a:ext cx="309810" cy="12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31" b="1">
                <a:solidFill>
                  <a:srgbClr val="555555"/>
                </a:solidFill>
                <a:latin typeface="+mn-ea"/>
                <a:cs typeface="Noto Sans KR" pitchFamily="34" charset="-120"/>
              </a:rPr>
              <a:t>Word</a:t>
            </a:r>
            <a:endParaRPr lang="en-US" sz="731">
              <a:latin typeface="+mn-ea"/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2CC6E7C6-D75C-F237-2522-A9B3078B2F80}"/>
              </a:ext>
            </a:extLst>
          </p:cNvPr>
          <p:cNvSpPr txBox="1"/>
          <p:nvPr/>
        </p:nvSpPr>
        <p:spPr>
          <a:xfrm>
            <a:off x="681286" y="4121215"/>
            <a:ext cx="302381" cy="12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31" b="1">
                <a:solidFill>
                  <a:srgbClr val="555555"/>
                </a:solidFill>
                <a:latin typeface="+mn-ea"/>
                <a:cs typeface="Noto Sans KR" pitchFamily="34" charset="-120"/>
              </a:rPr>
              <a:t>Excel</a:t>
            </a:r>
            <a:endParaRPr lang="en-US" sz="731">
              <a:latin typeface="+mn-ea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6EE1A600-66B2-DEFF-0458-F2D7B028B0C3}"/>
              </a:ext>
            </a:extLst>
          </p:cNvPr>
          <p:cNvSpPr txBox="1"/>
          <p:nvPr/>
        </p:nvSpPr>
        <p:spPr>
          <a:xfrm>
            <a:off x="5169446" y="1139757"/>
            <a:ext cx="596589" cy="12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31" b="1">
                <a:solidFill>
                  <a:srgbClr val="555555"/>
                </a:solidFill>
                <a:latin typeface="+mn-ea"/>
                <a:cs typeface="Noto Sans KR" pitchFamily="34" charset="-120"/>
              </a:rPr>
              <a:t>PowerPoint</a:t>
            </a:r>
            <a:endParaRPr lang="en-US" sz="731">
              <a:latin typeface="+mn-ea"/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2E9453F3-8883-EE68-791C-7DBA276C1A5C}"/>
              </a:ext>
            </a:extLst>
          </p:cNvPr>
          <p:cNvSpPr txBox="1"/>
          <p:nvPr/>
        </p:nvSpPr>
        <p:spPr>
          <a:xfrm>
            <a:off x="5169446" y="2630858"/>
            <a:ext cx="441313" cy="12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31" b="1">
                <a:solidFill>
                  <a:srgbClr val="555555"/>
                </a:solidFill>
                <a:latin typeface="+mn-ea"/>
                <a:cs typeface="Noto Sans KR" pitchFamily="34" charset="-120"/>
              </a:rPr>
              <a:t>Outlook</a:t>
            </a:r>
            <a:endParaRPr lang="en-US" sz="731">
              <a:latin typeface="+mn-ea"/>
            </a:endParaRPr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E2D51434-9023-8466-A79D-6D9E878B5CC0}"/>
              </a:ext>
            </a:extLst>
          </p:cNvPr>
          <p:cNvSpPr txBox="1"/>
          <p:nvPr/>
        </p:nvSpPr>
        <p:spPr>
          <a:xfrm>
            <a:off x="5169446" y="3910960"/>
            <a:ext cx="364046" cy="12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31" b="1">
                <a:solidFill>
                  <a:srgbClr val="555555"/>
                </a:solidFill>
                <a:latin typeface="+mn-ea"/>
                <a:cs typeface="Noto Sans KR" pitchFamily="34" charset="-120"/>
              </a:rPr>
              <a:t>Teams</a:t>
            </a:r>
            <a:endParaRPr lang="en-US" sz="731">
              <a:latin typeface="+mn-ea"/>
            </a:endParaRPr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DD5AFB15-BC0F-E0D0-D976-86D87DD3623B}"/>
              </a:ext>
            </a:extLst>
          </p:cNvPr>
          <p:cNvSpPr txBox="1"/>
          <p:nvPr/>
        </p:nvSpPr>
        <p:spPr>
          <a:xfrm>
            <a:off x="618877" y="1338801"/>
            <a:ext cx="387077" cy="212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9" b="1">
                <a:latin typeface="+mn-ea"/>
                <a:cs typeface="Noto Sans KR" pitchFamily="34" charset="-120"/>
              </a:rPr>
              <a:t>Q1.</a:t>
            </a:r>
            <a:endParaRPr lang="en-US" sz="1219">
              <a:latin typeface="+mn-ea"/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B6AC1268-0F66-0B1E-81B1-60EEB9B95CA9}"/>
              </a:ext>
            </a:extLst>
          </p:cNvPr>
          <p:cNvSpPr txBox="1"/>
          <p:nvPr/>
        </p:nvSpPr>
        <p:spPr>
          <a:xfrm>
            <a:off x="618877" y="2829160"/>
            <a:ext cx="387077" cy="212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9" b="1">
                <a:latin typeface="+mn-ea"/>
                <a:cs typeface="Noto Sans KR" pitchFamily="34" charset="-120"/>
              </a:rPr>
              <a:t>Q2.</a:t>
            </a:r>
            <a:endParaRPr lang="en-US" sz="1219">
              <a:latin typeface="+mn-ea"/>
            </a:endParaRPr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22FF9723-24F9-CE53-D81D-BC2DB7A4F6C7}"/>
              </a:ext>
            </a:extLst>
          </p:cNvPr>
          <p:cNvSpPr txBox="1"/>
          <p:nvPr/>
        </p:nvSpPr>
        <p:spPr>
          <a:xfrm>
            <a:off x="618877" y="4320260"/>
            <a:ext cx="387077" cy="212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9" b="1">
                <a:latin typeface="+mn-ea"/>
                <a:cs typeface="Noto Sans KR" pitchFamily="34" charset="-120"/>
              </a:rPr>
              <a:t>Q3.</a:t>
            </a:r>
            <a:endParaRPr lang="en-US" sz="1219">
              <a:latin typeface="+mn-ea"/>
            </a:endParaRPr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5E240EB0-D938-C451-2A44-A892166D2149}"/>
              </a:ext>
            </a:extLst>
          </p:cNvPr>
          <p:cNvSpPr txBox="1"/>
          <p:nvPr/>
        </p:nvSpPr>
        <p:spPr>
          <a:xfrm>
            <a:off x="5107781" y="1338801"/>
            <a:ext cx="387077" cy="212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9" b="1">
                <a:latin typeface="+mn-ea"/>
                <a:cs typeface="Noto Sans KR" pitchFamily="34" charset="-120"/>
              </a:rPr>
              <a:t>Q4.</a:t>
            </a:r>
            <a:endParaRPr lang="en-US" sz="1219">
              <a:latin typeface="+mn-ea"/>
            </a:endParaRPr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279D4867-FE1C-09E3-0690-D38B7C3482B1}"/>
              </a:ext>
            </a:extLst>
          </p:cNvPr>
          <p:cNvSpPr txBox="1"/>
          <p:nvPr/>
        </p:nvSpPr>
        <p:spPr>
          <a:xfrm>
            <a:off x="5107781" y="2829160"/>
            <a:ext cx="387077" cy="212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9" b="1">
                <a:latin typeface="+mn-ea"/>
                <a:cs typeface="Noto Sans KR" pitchFamily="34" charset="-120"/>
              </a:rPr>
              <a:t>Q5.</a:t>
            </a:r>
            <a:endParaRPr lang="en-US" sz="1219">
              <a:latin typeface="+mn-ea"/>
            </a:endParaRPr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23D091F2-56A4-7365-DDCA-C5D5E7D0E7B8}"/>
              </a:ext>
            </a:extLst>
          </p:cNvPr>
          <p:cNvSpPr txBox="1"/>
          <p:nvPr/>
        </p:nvSpPr>
        <p:spPr>
          <a:xfrm>
            <a:off x="5107781" y="4109262"/>
            <a:ext cx="387077" cy="212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9" b="1">
                <a:latin typeface="+mn-ea"/>
                <a:cs typeface="Noto Sans KR" pitchFamily="34" charset="-120"/>
              </a:rPr>
              <a:t>Q6.</a:t>
            </a:r>
            <a:endParaRPr lang="en-US" sz="1219">
              <a:latin typeface="+mn-ea"/>
            </a:endParaRPr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182C7A31-F004-3302-FE6A-A5A68ED41A36}"/>
              </a:ext>
            </a:extLst>
          </p:cNvPr>
          <p:cNvSpPr txBox="1"/>
          <p:nvPr/>
        </p:nvSpPr>
        <p:spPr>
          <a:xfrm>
            <a:off x="951719" y="1345779"/>
            <a:ext cx="3102121" cy="204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9" b="1">
                <a:latin typeface="+mn-ea"/>
                <a:cs typeface="Noto Sans KR" pitchFamily="34" charset="-120"/>
              </a:rPr>
              <a:t>Copilot은 어떤 데이터로 답변을 만드나요?</a:t>
            </a:r>
            <a:endParaRPr lang="en-US" sz="1219">
              <a:latin typeface="+mn-ea"/>
            </a:endParaRPr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F8A66725-482A-1696-50BA-3CB155371423}"/>
              </a:ext>
            </a:extLst>
          </p:cNvPr>
          <p:cNvSpPr txBox="1"/>
          <p:nvPr/>
        </p:nvSpPr>
        <p:spPr>
          <a:xfrm>
            <a:off x="951719" y="2836880"/>
            <a:ext cx="2614441" cy="204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9" b="1">
                <a:latin typeface="+mn-ea"/>
                <a:cs typeface="Noto Sans KR" pitchFamily="34" charset="-120"/>
              </a:rPr>
              <a:t>Word에서 무엇을 지시할 수 있나요?</a:t>
            </a:r>
            <a:endParaRPr lang="en-US" sz="1219">
              <a:latin typeface="+mn-ea"/>
            </a:endParaRPr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A98C9F06-C0EC-4D81-1EFE-9220B5214664}"/>
              </a:ext>
            </a:extLst>
          </p:cNvPr>
          <p:cNvSpPr txBox="1"/>
          <p:nvPr/>
        </p:nvSpPr>
        <p:spPr>
          <a:xfrm>
            <a:off x="951718" y="4327238"/>
            <a:ext cx="3260617" cy="204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9" b="1">
                <a:latin typeface="+mn-ea"/>
                <a:cs typeface="Noto Sans KR" pitchFamily="34" charset="-120"/>
              </a:rPr>
              <a:t>Excel은 수식이나 계산도 자동으로 해주나요?</a:t>
            </a:r>
            <a:endParaRPr lang="en-US" sz="1219">
              <a:latin typeface="+mn-ea"/>
            </a:endParaRPr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9277E6F6-3D9A-0E3D-2B0B-F9EDBE1593A0}"/>
              </a:ext>
            </a:extLst>
          </p:cNvPr>
          <p:cNvSpPr txBox="1"/>
          <p:nvPr/>
        </p:nvSpPr>
        <p:spPr>
          <a:xfrm>
            <a:off x="5440622" y="1345779"/>
            <a:ext cx="3398577" cy="204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9" b="1">
                <a:latin typeface="+mn-ea"/>
                <a:cs typeface="Noto Sans KR" pitchFamily="34" charset="-120"/>
              </a:rPr>
              <a:t>슬라이드 생성 시 어떤 정보를 활용해야 하나요?</a:t>
            </a:r>
            <a:endParaRPr lang="en-US" sz="1219">
              <a:latin typeface="+mn-ea"/>
            </a:endParaRPr>
          </a:p>
        </p:txBody>
      </p:sp>
      <p:sp>
        <p:nvSpPr>
          <p:cNvPr id="52" name="Text 28">
            <a:extLst>
              <a:ext uri="{FF2B5EF4-FFF2-40B4-BE49-F238E27FC236}">
                <a16:creationId xmlns:a16="http://schemas.microsoft.com/office/drawing/2014/main" id="{A2231001-B975-FEB2-7549-33EF349327BE}"/>
              </a:ext>
            </a:extLst>
          </p:cNvPr>
          <p:cNvSpPr txBox="1"/>
          <p:nvPr/>
        </p:nvSpPr>
        <p:spPr>
          <a:xfrm>
            <a:off x="5440622" y="2836880"/>
            <a:ext cx="3660705" cy="204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9" b="1">
                <a:latin typeface="+mn-ea"/>
                <a:cs typeface="Noto Sans KR" pitchFamily="34" charset="-120"/>
              </a:rPr>
              <a:t>Outlook에서 이메일 작성 시간을 어떻게 줄이나요?</a:t>
            </a:r>
            <a:endParaRPr lang="en-US" sz="1219">
              <a:latin typeface="+mn-ea"/>
            </a:endParaRPr>
          </a:p>
        </p:txBody>
      </p:sp>
      <p:sp>
        <p:nvSpPr>
          <p:cNvPr id="53" name="Text 29">
            <a:extLst>
              <a:ext uri="{FF2B5EF4-FFF2-40B4-BE49-F238E27FC236}">
                <a16:creationId xmlns:a16="http://schemas.microsoft.com/office/drawing/2014/main" id="{13FC9F53-8D4D-34E3-E116-282E0C24D106}"/>
              </a:ext>
            </a:extLst>
          </p:cNvPr>
          <p:cNvSpPr txBox="1"/>
          <p:nvPr/>
        </p:nvSpPr>
        <p:spPr>
          <a:xfrm>
            <a:off x="5440622" y="4116982"/>
            <a:ext cx="3270561" cy="204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9" b="1">
                <a:latin typeface="+mn-ea"/>
                <a:cs typeface="Noto Sans KR" pitchFamily="34" charset="-120"/>
              </a:rPr>
              <a:t>Teams 회의 요약 기능은 어떻게 작동하나요?</a:t>
            </a:r>
            <a:endParaRPr lang="en-US" sz="1219">
              <a:latin typeface="+mn-ea"/>
            </a:endParaRPr>
          </a:p>
        </p:txBody>
      </p:sp>
      <p:sp>
        <p:nvSpPr>
          <p:cNvPr id="54" name="Shape 30">
            <a:extLst>
              <a:ext uri="{FF2B5EF4-FFF2-40B4-BE49-F238E27FC236}">
                <a16:creationId xmlns:a16="http://schemas.microsoft.com/office/drawing/2014/main" id="{523AF071-ABEC-48AA-8155-3416665A6ADA}"/>
              </a:ext>
            </a:extLst>
          </p:cNvPr>
          <p:cNvSpPr/>
          <p:nvPr/>
        </p:nvSpPr>
        <p:spPr>
          <a:xfrm>
            <a:off x="618877" y="1678675"/>
            <a:ext cx="23031" cy="59939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55" name="Shape 31">
            <a:extLst>
              <a:ext uri="{FF2B5EF4-FFF2-40B4-BE49-F238E27FC236}">
                <a16:creationId xmlns:a16="http://schemas.microsoft.com/office/drawing/2014/main" id="{3ED320CC-CBF7-3DBE-23A7-11E3A0B59911}"/>
              </a:ext>
            </a:extLst>
          </p:cNvPr>
          <p:cNvSpPr/>
          <p:nvPr/>
        </p:nvSpPr>
        <p:spPr>
          <a:xfrm>
            <a:off x="618877" y="3169033"/>
            <a:ext cx="23031" cy="59939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56" name="Shape 32">
            <a:extLst>
              <a:ext uri="{FF2B5EF4-FFF2-40B4-BE49-F238E27FC236}">
                <a16:creationId xmlns:a16="http://schemas.microsoft.com/office/drawing/2014/main" id="{81E6B7CB-9A70-9748-F1AF-50A63504F80C}"/>
              </a:ext>
            </a:extLst>
          </p:cNvPr>
          <p:cNvSpPr/>
          <p:nvPr/>
        </p:nvSpPr>
        <p:spPr>
          <a:xfrm>
            <a:off x="618877" y="4660133"/>
            <a:ext cx="23031" cy="59939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57" name="Shape 33">
            <a:extLst>
              <a:ext uri="{FF2B5EF4-FFF2-40B4-BE49-F238E27FC236}">
                <a16:creationId xmlns:a16="http://schemas.microsoft.com/office/drawing/2014/main" id="{33D84D85-49C4-0B41-2BD4-EA8781F4B2A8}"/>
              </a:ext>
            </a:extLst>
          </p:cNvPr>
          <p:cNvSpPr/>
          <p:nvPr/>
        </p:nvSpPr>
        <p:spPr>
          <a:xfrm>
            <a:off x="5107781" y="1678675"/>
            <a:ext cx="23031" cy="59939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58" name="Shape 34">
            <a:extLst>
              <a:ext uri="{FF2B5EF4-FFF2-40B4-BE49-F238E27FC236}">
                <a16:creationId xmlns:a16="http://schemas.microsoft.com/office/drawing/2014/main" id="{C1498E7C-73AF-2F19-E82E-23EB9E442E62}"/>
              </a:ext>
            </a:extLst>
          </p:cNvPr>
          <p:cNvSpPr/>
          <p:nvPr/>
        </p:nvSpPr>
        <p:spPr>
          <a:xfrm>
            <a:off x="5107781" y="3157490"/>
            <a:ext cx="23031" cy="402173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59" name="Shape 35">
            <a:extLst>
              <a:ext uri="{FF2B5EF4-FFF2-40B4-BE49-F238E27FC236}">
                <a16:creationId xmlns:a16="http://schemas.microsoft.com/office/drawing/2014/main" id="{F8AC5D4A-33C5-82DE-5F5B-F2EF784A8699}"/>
              </a:ext>
            </a:extLst>
          </p:cNvPr>
          <p:cNvSpPr/>
          <p:nvPr/>
        </p:nvSpPr>
        <p:spPr>
          <a:xfrm>
            <a:off x="5107781" y="4449136"/>
            <a:ext cx="23031" cy="59939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60" name="Text 36">
            <a:extLst>
              <a:ext uri="{FF2B5EF4-FFF2-40B4-BE49-F238E27FC236}">
                <a16:creationId xmlns:a16="http://schemas.microsoft.com/office/drawing/2014/main" id="{C1CCFE8D-CFA9-5A17-3ACE-B256CAE5A970}"/>
              </a:ext>
            </a:extLst>
          </p:cNvPr>
          <p:cNvSpPr txBox="1"/>
          <p:nvPr/>
        </p:nvSpPr>
        <p:spPr>
          <a:xfrm>
            <a:off x="835819" y="1712982"/>
            <a:ext cx="3983698" cy="585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내 M365 환경에서 접근 권한이 있는 데이터(문서, 이메일, 채팅 등)만 활용합니다. OneDrive, SharePoint, Exchange, Teams 등이 포함되며, 권한 없는 타인의 파일이나 조직 외부 데이터는 절대 사용하지 않습니다.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1" name="Text 37">
            <a:extLst>
              <a:ext uri="{FF2B5EF4-FFF2-40B4-BE49-F238E27FC236}">
                <a16:creationId xmlns:a16="http://schemas.microsoft.com/office/drawing/2014/main" id="{87C4EE81-D6B9-CBB9-DFD1-CF0520B691EE}"/>
              </a:ext>
            </a:extLst>
          </p:cNvPr>
          <p:cNvSpPr txBox="1"/>
          <p:nvPr/>
        </p:nvSpPr>
        <p:spPr>
          <a:xfrm>
            <a:off x="835819" y="3149017"/>
            <a:ext cx="4061708" cy="585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초안 작성, 요약, 재구성, 톤·스타일 변경, 추가 정보 삽입 등이 가능합니다. 예: "연구 보고서 초안 작성해 줘", "앞 5개 단락을 전문가 톤으로 바꿔 줘", "핵심 3가지로 요약해 줘"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2" name="Text 38">
            <a:extLst>
              <a:ext uri="{FF2B5EF4-FFF2-40B4-BE49-F238E27FC236}">
                <a16:creationId xmlns:a16="http://schemas.microsoft.com/office/drawing/2014/main" id="{E175E096-2503-F329-00CA-53D01FE01B01}"/>
              </a:ext>
            </a:extLst>
          </p:cNvPr>
          <p:cNvSpPr txBox="1"/>
          <p:nvPr/>
        </p:nvSpPr>
        <p:spPr>
          <a:xfrm>
            <a:off x="835819" y="4694441"/>
            <a:ext cx="4248931" cy="585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네, 데이터 분석, 수식 제안 및 적용, 시각화, 인사이트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도출을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수행합니다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예: "상위 10개 제품 막대 그래프 생성", "성장률 계산 수식 추가", </a:t>
            </a:r>
            <a:b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</a:b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"최저 매출 월 확인"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3" name="Text 39">
            <a:extLst>
              <a:ext uri="{FF2B5EF4-FFF2-40B4-BE49-F238E27FC236}">
                <a16:creationId xmlns:a16="http://schemas.microsoft.com/office/drawing/2014/main" id="{04B1B9F9-AE03-32AD-34AB-07EA3C1E3F60}"/>
              </a:ext>
            </a:extLst>
          </p:cNvPr>
          <p:cNvSpPr txBox="1"/>
          <p:nvPr/>
        </p:nvSpPr>
        <p:spPr>
          <a:xfrm>
            <a:off x="5324723" y="1599166"/>
            <a:ext cx="3983698" cy="585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주제만으로 초안을 만들거나, 기존 Word/PDF 문서를 기반으로 생성할 수 있습니다. 특정 문서를 지정하면 내용을 분석해 자동으로 슬라이드 구성 및 디자인을 제안합니다.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4" name="Text 40">
            <a:extLst>
              <a:ext uri="{FF2B5EF4-FFF2-40B4-BE49-F238E27FC236}">
                <a16:creationId xmlns:a16="http://schemas.microsoft.com/office/drawing/2014/main" id="{69F3560E-F45A-C8E6-E0E5-A71BB1745A41}"/>
              </a:ext>
            </a:extLst>
          </p:cNvPr>
          <p:cNvSpPr txBox="1"/>
          <p:nvPr/>
        </p:nvSpPr>
        <p:spPr>
          <a:xfrm>
            <a:off x="5324722" y="3137475"/>
            <a:ext cx="4248931" cy="388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이메일 초안 작성, 톤 변경, 길이 조정 기능을 활용하세요. </a:t>
            </a:r>
          </a:p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예: "회의록 바탕으로 후속 메일 작성", "더 간결하고 정중한 톤으로 수정"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5" name="Text 41">
            <a:extLst>
              <a:ext uri="{FF2B5EF4-FFF2-40B4-BE49-F238E27FC236}">
                <a16:creationId xmlns:a16="http://schemas.microsoft.com/office/drawing/2014/main" id="{A40E3BDF-C6AB-8B4C-AD28-2815CC4E72EB}"/>
              </a:ext>
            </a:extLst>
          </p:cNvPr>
          <p:cNvSpPr txBox="1"/>
          <p:nvPr/>
        </p:nvSpPr>
        <p:spPr>
          <a:xfrm>
            <a:off x="5324723" y="4484186"/>
            <a:ext cx="3999300" cy="585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회의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녹음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대화기록을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기반으로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주요 결정 사항, 논의 항목, 쟁점을 요약해 줍니다. 회의에 참석하지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못했더라도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요약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내용을 확인할 수 있습니다.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65646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553F8-7FF4-54FD-F484-32C47BEC7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텍스트 개체 틀 27">
            <a:extLst>
              <a:ext uri="{FF2B5EF4-FFF2-40B4-BE49-F238E27FC236}">
                <a16:creationId xmlns:a16="http://schemas.microsoft.com/office/drawing/2014/main" id="{017B5AC7-F464-D7BD-2F4A-9530C160D7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1800"/>
              <a:t>라이선스 </a:t>
            </a:r>
            <a:r>
              <a:rPr lang="en-US" altLang="ko-KR" sz="1800"/>
              <a:t>&amp; </a:t>
            </a:r>
            <a:r>
              <a:rPr lang="ko-KR" altLang="en-US" sz="1800"/>
              <a:t>보안 </a:t>
            </a:r>
            <a:r>
              <a:rPr lang="en-US" altLang="ko-KR" sz="1800"/>
              <a:t>FAQ</a:t>
            </a: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BE68F5C5-4636-438E-22B6-AA0A5FFA4001}"/>
              </a:ext>
            </a:extLst>
          </p:cNvPr>
          <p:cNvSpPr/>
          <p:nvPr/>
        </p:nvSpPr>
        <p:spPr>
          <a:xfrm>
            <a:off x="618877" y="1667357"/>
            <a:ext cx="1300163" cy="1560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5C77EB48-7B18-BFA4-5E6B-1AC5BFDC13AC}"/>
              </a:ext>
            </a:extLst>
          </p:cNvPr>
          <p:cNvSpPr/>
          <p:nvPr/>
        </p:nvSpPr>
        <p:spPr>
          <a:xfrm>
            <a:off x="5146415" y="1667357"/>
            <a:ext cx="959892" cy="1560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91A83838-455E-023B-D4AA-22E16DAA4C96}"/>
              </a:ext>
            </a:extLst>
          </p:cNvPr>
          <p:cNvSpPr txBox="1"/>
          <p:nvPr/>
        </p:nvSpPr>
        <p:spPr>
          <a:xfrm>
            <a:off x="618878" y="1311484"/>
            <a:ext cx="1439837" cy="271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3" b="1">
                <a:solidFill>
                  <a:srgbClr val="2B2B2B"/>
                </a:solidFill>
                <a:latin typeface="+mn-ea"/>
                <a:cs typeface="Noto Sans KR" pitchFamily="34" charset="-120"/>
              </a:rPr>
              <a:t>라이선스 및 사용</a:t>
            </a:r>
            <a:endParaRPr lang="en-US" sz="1463">
              <a:latin typeface="+mn-ea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66669CB9-922B-BA6C-4CA5-DD795FC83319}"/>
              </a:ext>
            </a:extLst>
          </p:cNvPr>
          <p:cNvSpPr txBox="1"/>
          <p:nvPr/>
        </p:nvSpPr>
        <p:spPr>
          <a:xfrm>
            <a:off x="5146415" y="1311484"/>
            <a:ext cx="1099566" cy="271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3" b="1">
                <a:solidFill>
                  <a:srgbClr val="2B2B2B"/>
                </a:solidFill>
                <a:latin typeface="+mn-ea"/>
                <a:cs typeface="Noto Sans KR" pitchFamily="34" charset="-120"/>
              </a:rPr>
              <a:t>보안 및 기타</a:t>
            </a:r>
            <a:endParaRPr lang="en-US" sz="1463">
              <a:latin typeface="+mn-ea"/>
            </a:endParaRPr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AA753B37-BBCD-AA03-5CAC-3FFA94CC5EBE}"/>
              </a:ext>
            </a:extLst>
          </p:cNvPr>
          <p:cNvSpPr txBox="1"/>
          <p:nvPr/>
        </p:nvSpPr>
        <p:spPr>
          <a:xfrm>
            <a:off x="618877" y="1838236"/>
            <a:ext cx="23997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>
                <a:latin typeface="+mn-ea"/>
                <a:cs typeface="Noto Sans KR" pitchFamily="34" charset="-120"/>
              </a:rPr>
              <a:t>Q.</a:t>
            </a:r>
            <a:endParaRPr lang="en-US" sz="975">
              <a:latin typeface="+mn-ea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DED0F12A-060C-E1F4-F1A0-C1DFB14547FD}"/>
              </a:ext>
            </a:extLst>
          </p:cNvPr>
          <p:cNvSpPr txBox="1"/>
          <p:nvPr/>
        </p:nvSpPr>
        <p:spPr>
          <a:xfrm>
            <a:off x="618877" y="2644337"/>
            <a:ext cx="23997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>
                <a:latin typeface="+mn-ea"/>
                <a:cs typeface="Noto Sans KR" pitchFamily="34" charset="-120"/>
              </a:rPr>
              <a:t>Q.</a:t>
            </a:r>
            <a:endParaRPr lang="en-US" sz="975">
              <a:latin typeface="+mn-ea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48CA86A8-28C8-DB34-EA80-8669351B17F9}"/>
              </a:ext>
            </a:extLst>
          </p:cNvPr>
          <p:cNvSpPr txBox="1"/>
          <p:nvPr/>
        </p:nvSpPr>
        <p:spPr>
          <a:xfrm>
            <a:off x="618877" y="4198783"/>
            <a:ext cx="23997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>
                <a:latin typeface="+mn-ea"/>
                <a:cs typeface="Noto Sans KR" pitchFamily="34" charset="-120"/>
              </a:rPr>
              <a:t>Q.</a:t>
            </a:r>
            <a:endParaRPr lang="en-US" sz="975">
              <a:latin typeface="+mn-ea"/>
            </a:endParaRPr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C8E131B0-10DE-B4A0-924B-67191F7EC994}"/>
              </a:ext>
            </a:extLst>
          </p:cNvPr>
          <p:cNvSpPr txBox="1"/>
          <p:nvPr/>
        </p:nvSpPr>
        <p:spPr>
          <a:xfrm>
            <a:off x="5146415" y="1838236"/>
            <a:ext cx="23997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>
                <a:latin typeface="+mn-ea"/>
                <a:cs typeface="Noto Sans KR" pitchFamily="34" charset="-120"/>
              </a:rPr>
              <a:t>Q.</a:t>
            </a:r>
            <a:endParaRPr lang="en-US" sz="975">
              <a:latin typeface="+mn-ea"/>
            </a:endParaRPr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53447288-39AA-9BB4-7E50-80357819612F}"/>
              </a:ext>
            </a:extLst>
          </p:cNvPr>
          <p:cNvSpPr txBox="1"/>
          <p:nvPr/>
        </p:nvSpPr>
        <p:spPr>
          <a:xfrm>
            <a:off x="5146415" y="2786983"/>
            <a:ext cx="23997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>
                <a:latin typeface="+mn-ea"/>
                <a:cs typeface="Noto Sans KR" pitchFamily="34" charset="-120"/>
              </a:rPr>
              <a:t>Q.</a:t>
            </a:r>
            <a:endParaRPr lang="en-US" sz="975">
              <a:latin typeface="+mn-ea"/>
            </a:endParaRPr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EB59FFC9-7974-F8C8-3B55-625C555012C3}"/>
              </a:ext>
            </a:extLst>
          </p:cNvPr>
          <p:cNvSpPr txBox="1"/>
          <p:nvPr/>
        </p:nvSpPr>
        <p:spPr>
          <a:xfrm>
            <a:off x="5146415" y="3619459"/>
            <a:ext cx="23997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>
                <a:latin typeface="+mn-ea"/>
                <a:cs typeface="Noto Sans KR" pitchFamily="34" charset="-120"/>
              </a:rPr>
              <a:t>Q.</a:t>
            </a:r>
            <a:endParaRPr lang="en-US" sz="975">
              <a:latin typeface="+mn-ea"/>
            </a:endParaRPr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33FE386C-412E-6C90-2647-8B109D012CC0}"/>
              </a:ext>
            </a:extLst>
          </p:cNvPr>
          <p:cNvSpPr txBox="1"/>
          <p:nvPr/>
        </p:nvSpPr>
        <p:spPr>
          <a:xfrm>
            <a:off x="5146415" y="4451935"/>
            <a:ext cx="23997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>
                <a:latin typeface="+mn-ea"/>
                <a:cs typeface="Noto Sans KR" pitchFamily="34" charset="-120"/>
              </a:rPr>
              <a:t>Q.</a:t>
            </a:r>
            <a:endParaRPr lang="en-US" sz="975">
              <a:latin typeface="+mn-ea"/>
            </a:endParaRPr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03666437-7B76-B4E8-FFCD-8B1EFEFC45BF}"/>
              </a:ext>
            </a:extLst>
          </p:cNvPr>
          <p:cNvSpPr txBox="1"/>
          <p:nvPr/>
        </p:nvSpPr>
        <p:spPr>
          <a:xfrm>
            <a:off x="822446" y="1838236"/>
            <a:ext cx="2465108" cy="20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6" b="1">
                <a:latin typeface="+mn-ea"/>
                <a:cs typeface="Noto Sans KR" pitchFamily="34" charset="-120"/>
              </a:rPr>
              <a:t>라이선스 구매 후 바로 사용할 수 있나요?</a:t>
            </a:r>
            <a:endParaRPr lang="en-US" sz="1056">
              <a:latin typeface="+mn-ea"/>
            </a:endParaRPr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0E0CDF7D-0861-7F6F-7A08-F6B3D87B4E8D}"/>
              </a:ext>
            </a:extLst>
          </p:cNvPr>
          <p:cNvSpPr txBox="1"/>
          <p:nvPr/>
        </p:nvSpPr>
        <p:spPr>
          <a:xfrm>
            <a:off x="822446" y="2644337"/>
            <a:ext cx="1536420" cy="20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6" b="1">
                <a:latin typeface="+mn-ea"/>
                <a:cs typeface="Noto Sans KR" pitchFamily="34" charset="-120"/>
              </a:rPr>
              <a:t>실행 위치는 어디인가요?</a:t>
            </a:r>
            <a:endParaRPr lang="en-US" sz="1056">
              <a:latin typeface="+mn-ea"/>
            </a:endParaRPr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7F3D92AE-460C-F647-8688-7902E25E0ADA}"/>
              </a:ext>
            </a:extLst>
          </p:cNvPr>
          <p:cNvSpPr txBox="1"/>
          <p:nvPr/>
        </p:nvSpPr>
        <p:spPr>
          <a:xfrm>
            <a:off x="822446" y="4198783"/>
            <a:ext cx="1923498" cy="20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6" b="1">
                <a:latin typeface="+mn-ea"/>
                <a:cs typeface="Noto Sans KR" pitchFamily="34" charset="-120"/>
              </a:rPr>
              <a:t>아이콘은 보이는데 무료인가요?</a:t>
            </a:r>
            <a:endParaRPr lang="en-US" sz="1056">
              <a:latin typeface="+mn-ea"/>
            </a:endParaRPr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03C97DA7-B981-8EAE-1E92-5962059558F3}"/>
              </a:ext>
            </a:extLst>
          </p:cNvPr>
          <p:cNvSpPr txBox="1"/>
          <p:nvPr/>
        </p:nvSpPr>
        <p:spPr>
          <a:xfrm>
            <a:off x="5349240" y="1838236"/>
            <a:ext cx="2511914" cy="20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6" b="1">
                <a:latin typeface="+mn-ea"/>
                <a:cs typeface="Noto Sans KR" pitchFamily="34" charset="-120"/>
              </a:rPr>
              <a:t>내 데이터가 유출되거나 학습에 쓰이나요?</a:t>
            </a:r>
            <a:endParaRPr lang="en-US" sz="1056">
              <a:latin typeface="+mn-ea"/>
            </a:endParaRPr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2E33B09C-BC8D-E4C6-8EF1-10EE1F154833}"/>
              </a:ext>
            </a:extLst>
          </p:cNvPr>
          <p:cNvSpPr txBox="1"/>
          <p:nvPr/>
        </p:nvSpPr>
        <p:spPr>
          <a:xfrm>
            <a:off x="5349240" y="2786983"/>
            <a:ext cx="2333606" cy="20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6" b="1">
                <a:latin typeface="+mn-ea"/>
                <a:cs typeface="Noto Sans KR" pitchFamily="34" charset="-120"/>
              </a:rPr>
              <a:t>다른 사람의 문서를 몰래 볼 수 있나요?</a:t>
            </a:r>
            <a:endParaRPr lang="en-US" sz="1056">
              <a:latin typeface="+mn-ea"/>
            </a:endParaRPr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DF59E3EB-6A92-DF87-5CB6-00DDCB32D03B}"/>
              </a:ext>
            </a:extLst>
          </p:cNvPr>
          <p:cNvSpPr txBox="1"/>
          <p:nvPr/>
        </p:nvSpPr>
        <p:spPr>
          <a:xfrm>
            <a:off x="5349241" y="3619459"/>
            <a:ext cx="1536420" cy="20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6" b="1">
                <a:latin typeface="+mn-ea"/>
                <a:cs typeface="Noto Sans KR" pitchFamily="34" charset="-120"/>
              </a:rPr>
              <a:t>한국어도 잘 이해하나요?</a:t>
            </a:r>
            <a:endParaRPr lang="en-US" sz="1056">
              <a:latin typeface="+mn-ea"/>
            </a:endParaRPr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0C57BCC8-BD55-C23F-4671-5E5EF29859A6}"/>
              </a:ext>
            </a:extLst>
          </p:cNvPr>
          <p:cNvSpPr txBox="1"/>
          <p:nvPr/>
        </p:nvSpPr>
        <p:spPr>
          <a:xfrm>
            <a:off x="5349240" y="4451935"/>
            <a:ext cx="1373715" cy="20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6" b="1">
                <a:latin typeface="+mn-ea"/>
                <a:cs typeface="Noto Sans KR" pitchFamily="34" charset="-120"/>
              </a:rPr>
              <a:t>컴퓨터가 느려지나요?</a:t>
            </a:r>
            <a:endParaRPr lang="en-US" sz="1056">
              <a:latin typeface="+mn-ea"/>
            </a:endParaRPr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6108AF6F-A047-D15D-E300-A2C7F563F4E0}"/>
              </a:ext>
            </a:extLst>
          </p:cNvPr>
          <p:cNvSpPr/>
          <p:nvPr/>
        </p:nvSpPr>
        <p:spPr>
          <a:xfrm>
            <a:off x="618877" y="2095297"/>
            <a:ext cx="23031" cy="40267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21" name="Shape 25">
            <a:extLst>
              <a:ext uri="{FF2B5EF4-FFF2-40B4-BE49-F238E27FC236}">
                <a16:creationId xmlns:a16="http://schemas.microsoft.com/office/drawing/2014/main" id="{176EC213-80D7-120C-1723-C3A3C141F825}"/>
              </a:ext>
            </a:extLst>
          </p:cNvPr>
          <p:cNvSpPr/>
          <p:nvPr/>
        </p:nvSpPr>
        <p:spPr>
          <a:xfrm>
            <a:off x="618877" y="2901398"/>
            <a:ext cx="23031" cy="113745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4E7F544E-44A9-454C-418F-A4E9F46ACDAC}"/>
              </a:ext>
            </a:extLst>
          </p:cNvPr>
          <p:cNvSpPr/>
          <p:nvPr/>
        </p:nvSpPr>
        <p:spPr>
          <a:xfrm>
            <a:off x="618877" y="4455844"/>
            <a:ext cx="23031" cy="40267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23" name="Shape 27">
            <a:extLst>
              <a:ext uri="{FF2B5EF4-FFF2-40B4-BE49-F238E27FC236}">
                <a16:creationId xmlns:a16="http://schemas.microsoft.com/office/drawing/2014/main" id="{A9310A59-5881-4C06-38BC-80CEA8C50AA1}"/>
              </a:ext>
            </a:extLst>
          </p:cNvPr>
          <p:cNvSpPr/>
          <p:nvPr/>
        </p:nvSpPr>
        <p:spPr>
          <a:xfrm>
            <a:off x="5146415" y="2095297"/>
            <a:ext cx="23031" cy="40267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24" name="Shape 28">
            <a:extLst>
              <a:ext uri="{FF2B5EF4-FFF2-40B4-BE49-F238E27FC236}">
                <a16:creationId xmlns:a16="http://schemas.microsoft.com/office/drawing/2014/main" id="{B673FD07-4854-1ECB-6F1C-1E70E400800E}"/>
              </a:ext>
            </a:extLst>
          </p:cNvPr>
          <p:cNvSpPr/>
          <p:nvPr/>
        </p:nvSpPr>
        <p:spPr>
          <a:xfrm>
            <a:off x="5146415" y="3044045"/>
            <a:ext cx="23031" cy="40267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25" name="Shape 29">
            <a:extLst>
              <a:ext uri="{FF2B5EF4-FFF2-40B4-BE49-F238E27FC236}">
                <a16:creationId xmlns:a16="http://schemas.microsoft.com/office/drawing/2014/main" id="{B604FE19-65F9-85BF-BE33-E815A294B82C}"/>
              </a:ext>
            </a:extLst>
          </p:cNvPr>
          <p:cNvSpPr/>
          <p:nvPr/>
        </p:nvSpPr>
        <p:spPr>
          <a:xfrm>
            <a:off x="5146415" y="3876520"/>
            <a:ext cx="23031" cy="40267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26" name="Shape 30">
            <a:extLst>
              <a:ext uri="{FF2B5EF4-FFF2-40B4-BE49-F238E27FC236}">
                <a16:creationId xmlns:a16="http://schemas.microsoft.com/office/drawing/2014/main" id="{9752EE20-48AE-EB81-1394-8C7A13E20603}"/>
              </a:ext>
            </a:extLst>
          </p:cNvPr>
          <p:cNvSpPr/>
          <p:nvPr/>
        </p:nvSpPr>
        <p:spPr>
          <a:xfrm>
            <a:off x="5146415" y="4708996"/>
            <a:ext cx="23031" cy="40267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27" name="Text 31">
            <a:extLst>
              <a:ext uri="{FF2B5EF4-FFF2-40B4-BE49-F238E27FC236}">
                <a16:creationId xmlns:a16="http://schemas.microsoft.com/office/drawing/2014/main" id="{58B83B90-2669-B690-9A71-E67A553B4490}"/>
              </a:ext>
            </a:extLst>
          </p:cNvPr>
          <p:cNvSpPr txBox="1"/>
          <p:nvPr/>
        </p:nvSpPr>
        <p:spPr>
          <a:xfrm>
            <a:off x="828390" y="2095296"/>
            <a:ext cx="3954723" cy="387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할당 후 최신 Office 앱에서 자동 활성화됩니다. 안 보일 경우 앱 업데이트 또는 재로그인이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필요합니다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29" name="Text 32">
            <a:extLst>
              <a:ext uri="{FF2B5EF4-FFF2-40B4-BE49-F238E27FC236}">
                <a16:creationId xmlns:a16="http://schemas.microsoft.com/office/drawing/2014/main" id="{84A3F5B1-EB8D-49CB-FDAC-EF0CB13CA2D2}"/>
              </a:ext>
            </a:extLst>
          </p:cNvPr>
          <p:cNvSpPr txBox="1"/>
          <p:nvPr/>
        </p:nvSpPr>
        <p:spPr>
          <a:xfrm>
            <a:off x="828389" y="2901399"/>
            <a:ext cx="2413102" cy="128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각 앱별로 실행 위치가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다릅니다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</a:p>
        </p:txBody>
      </p:sp>
      <p:sp>
        <p:nvSpPr>
          <p:cNvPr id="66" name="Text 33">
            <a:extLst>
              <a:ext uri="{FF2B5EF4-FFF2-40B4-BE49-F238E27FC236}">
                <a16:creationId xmlns:a16="http://schemas.microsoft.com/office/drawing/2014/main" id="{BC37F48E-0667-D4DB-722C-8FA0B40F788D}"/>
              </a:ext>
            </a:extLst>
          </p:cNvPr>
          <p:cNvSpPr txBox="1"/>
          <p:nvPr/>
        </p:nvSpPr>
        <p:spPr>
          <a:xfrm>
            <a:off x="828390" y="4455843"/>
            <a:ext cx="3947293" cy="387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아니요. 아이콘이 보여도 라이선스가 없으면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단순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안내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(Copilot Chat) 기능만 제한적으로 작동할 수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있습니다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67" name="Text 34">
            <a:extLst>
              <a:ext uri="{FF2B5EF4-FFF2-40B4-BE49-F238E27FC236}">
                <a16:creationId xmlns:a16="http://schemas.microsoft.com/office/drawing/2014/main" id="{3C5D5AFF-1997-473A-6AB5-8CF128610ED6}"/>
              </a:ext>
            </a:extLst>
          </p:cNvPr>
          <p:cNvSpPr txBox="1"/>
          <p:nvPr/>
        </p:nvSpPr>
        <p:spPr>
          <a:xfrm>
            <a:off x="5355184" y="2151759"/>
            <a:ext cx="3978497" cy="387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아니요. 프롬프트와 생성 데이터는 조직 내에만 유지되며, 사용자의 데이터는 LLM(인공지능 모델) 학습에 절대 사용되지 않습니다. (상용 데이터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보호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68" name="Text 35">
            <a:extLst>
              <a:ext uri="{FF2B5EF4-FFF2-40B4-BE49-F238E27FC236}">
                <a16:creationId xmlns:a16="http://schemas.microsoft.com/office/drawing/2014/main" id="{47494153-66BE-2456-999D-741F7DCF5E92}"/>
              </a:ext>
            </a:extLst>
          </p:cNvPr>
          <p:cNvSpPr txBox="1"/>
          <p:nvPr/>
        </p:nvSpPr>
        <p:spPr>
          <a:xfrm>
            <a:off x="5355183" y="3044044"/>
            <a:ext cx="3900488" cy="387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불가능합니다. Copilot은 사용자가 현재 접근 권한을 가진 데이터만 활용할 수 있습니다. 권한 없는 문서는 참조하지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않습니다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69" name="Text 36">
            <a:extLst>
              <a:ext uri="{FF2B5EF4-FFF2-40B4-BE49-F238E27FC236}">
                <a16:creationId xmlns:a16="http://schemas.microsoft.com/office/drawing/2014/main" id="{965F043C-E751-9632-83B1-CD7129653023}"/>
              </a:ext>
            </a:extLst>
          </p:cNvPr>
          <p:cNvSpPr txBox="1"/>
          <p:nvPr/>
        </p:nvSpPr>
        <p:spPr>
          <a:xfrm>
            <a:off x="5355184" y="3876519"/>
            <a:ext cx="3931692" cy="387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네, 다양한 언어를 지원하며 한국어도 잘 처리합니다. 다만 전문 용어나 복잡한 문맥은 사용자 검토가 필요할 수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있습니다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70" name="Text 37">
            <a:extLst>
              <a:ext uri="{FF2B5EF4-FFF2-40B4-BE49-F238E27FC236}">
                <a16:creationId xmlns:a16="http://schemas.microsoft.com/office/drawing/2014/main" id="{110D6C4C-3CAF-A41B-ED1F-6D7E688C7170}"/>
              </a:ext>
            </a:extLst>
          </p:cNvPr>
          <p:cNvSpPr txBox="1"/>
          <p:nvPr/>
        </p:nvSpPr>
        <p:spPr>
          <a:xfrm>
            <a:off x="5355183" y="4708995"/>
            <a:ext cx="3908660" cy="387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주요 연산은 클라우드에서 처리되므로 PC 성능에 큰 영향을 주지 않습니다. 단, 안정적인 인터넷 연결은 </a:t>
            </a: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필수입니다</a:t>
            </a: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71" name="Shape 38">
            <a:extLst>
              <a:ext uri="{FF2B5EF4-FFF2-40B4-BE49-F238E27FC236}">
                <a16:creationId xmlns:a16="http://schemas.microsoft.com/office/drawing/2014/main" id="{08973016-F70F-1CA3-AED6-A9F052B1E8F9}"/>
              </a:ext>
            </a:extLst>
          </p:cNvPr>
          <p:cNvSpPr/>
          <p:nvPr/>
        </p:nvSpPr>
        <p:spPr>
          <a:xfrm>
            <a:off x="828389" y="3086001"/>
            <a:ext cx="3931692" cy="882624"/>
          </a:xfrm>
          <a:prstGeom prst="roundRect">
            <a:avLst>
              <a:gd name="adj" fmla="val 5907"/>
            </a:avLst>
          </a:prstGeom>
          <a:solidFill>
            <a:srgbClr val="F9F9F9"/>
          </a:solidFill>
          <a:ln/>
        </p:spPr>
        <p:txBody>
          <a:bodyPr/>
          <a:lstStyle/>
          <a:p>
            <a:endParaRPr lang="ko-KR" altLang="en-US" sz="1463">
              <a:latin typeface="+mn-ea"/>
            </a:endParaRPr>
          </a:p>
        </p:txBody>
      </p:sp>
      <p:sp>
        <p:nvSpPr>
          <p:cNvPr id="72" name="Text 39">
            <a:extLst>
              <a:ext uri="{FF2B5EF4-FFF2-40B4-BE49-F238E27FC236}">
                <a16:creationId xmlns:a16="http://schemas.microsoft.com/office/drawing/2014/main" id="{987961D2-6D58-E5FD-7B7D-92F9D05A0603}"/>
              </a:ext>
            </a:extLst>
          </p:cNvPr>
          <p:cNvSpPr txBox="1"/>
          <p:nvPr/>
        </p:nvSpPr>
        <p:spPr>
          <a:xfrm>
            <a:off x="924972" y="3183132"/>
            <a:ext cx="933145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13" b="1">
                <a:solidFill>
                  <a:srgbClr val="333333"/>
                </a:solidFill>
                <a:latin typeface="+mn-ea"/>
                <a:cs typeface="Noto Sans KR" pitchFamily="34" charset="-120"/>
              </a:rPr>
              <a:t>Word/Excel/PPT</a:t>
            </a:r>
            <a:endParaRPr lang="en-US" sz="813">
              <a:latin typeface="+mn-ea"/>
            </a:endParaRPr>
          </a:p>
        </p:txBody>
      </p:sp>
      <p:sp>
        <p:nvSpPr>
          <p:cNvPr id="73" name="Text 40">
            <a:extLst>
              <a:ext uri="{FF2B5EF4-FFF2-40B4-BE49-F238E27FC236}">
                <a16:creationId xmlns:a16="http://schemas.microsoft.com/office/drawing/2014/main" id="{2AD8AB7D-4F20-75E5-3D04-B3987202C093}"/>
              </a:ext>
            </a:extLst>
          </p:cNvPr>
          <p:cNvSpPr txBox="1"/>
          <p:nvPr/>
        </p:nvSpPr>
        <p:spPr>
          <a:xfrm>
            <a:off x="944290" y="3520275"/>
            <a:ext cx="514864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13" b="1">
                <a:solidFill>
                  <a:srgbClr val="333333"/>
                </a:solidFill>
                <a:latin typeface="+mn-ea"/>
                <a:cs typeface="Noto Sans KR" pitchFamily="34" charset="-120"/>
              </a:rPr>
              <a:t>Outlook</a:t>
            </a:r>
            <a:endParaRPr lang="en-US" sz="813">
              <a:latin typeface="+mn-ea"/>
            </a:endParaRPr>
          </a:p>
        </p:txBody>
      </p:sp>
      <p:sp>
        <p:nvSpPr>
          <p:cNvPr id="74" name="Text 41">
            <a:extLst>
              <a:ext uri="{FF2B5EF4-FFF2-40B4-BE49-F238E27FC236}">
                <a16:creationId xmlns:a16="http://schemas.microsoft.com/office/drawing/2014/main" id="{3128B0BE-C742-4800-BDD7-64520485637A}"/>
              </a:ext>
            </a:extLst>
          </p:cNvPr>
          <p:cNvSpPr txBox="1"/>
          <p:nvPr/>
        </p:nvSpPr>
        <p:spPr>
          <a:xfrm>
            <a:off x="944289" y="3755791"/>
            <a:ext cx="430168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13" b="1">
                <a:solidFill>
                  <a:srgbClr val="333333"/>
                </a:solidFill>
                <a:latin typeface="+mn-ea"/>
                <a:cs typeface="Noto Sans KR" pitchFamily="34" charset="-120"/>
              </a:rPr>
              <a:t>Teams</a:t>
            </a:r>
            <a:endParaRPr lang="en-US" sz="813">
              <a:latin typeface="+mn-ea"/>
            </a:endParaRPr>
          </a:p>
        </p:txBody>
      </p:sp>
      <p:sp>
        <p:nvSpPr>
          <p:cNvPr id="75" name="Text 42">
            <a:extLst>
              <a:ext uri="{FF2B5EF4-FFF2-40B4-BE49-F238E27FC236}">
                <a16:creationId xmlns:a16="http://schemas.microsoft.com/office/drawing/2014/main" id="{A77021A9-AF67-50B8-EAB6-AE516B743869}"/>
              </a:ext>
            </a:extLst>
          </p:cNvPr>
          <p:cNvSpPr txBox="1"/>
          <p:nvPr/>
        </p:nvSpPr>
        <p:spPr>
          <a:xfrm>
            <a:off x="1858117" y="3158830"/>
            <a:ext cx="2756500" cy="142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13">
                <a:solidFill>
                  <a:srgbClr val="555555"/>
                </a:solidFill>
                <a:latin typeface="+mn-ea"/>
                <a:cs typeface="Noto Sans KR" pitchFamily="34" charset="-120"/>
              </a:rPr>
              <a:t>상단 메뉴(리본) 또는 [홈] 탭 &gt; Copilot </a:t>
            </a:r>
            <a:r>
              <a:rPr lang="ko-KR" altLang="en-US" sz="813">
                <a:solidFill>
                  <a:srgbClr val="555555"/>
                </a:solidFill>
                <a:latin typeface="+mn-ea"/>
                <a:cs typeface="Noto Sans KR" pitchFamily="34" charset="-120"/>
              </a:rPr>
              <a:t>아이콘</a:t>
            </a:r>
            <a:endParaRPr lang="en-US" altLang="ko-KR" sz="813">
              <a:solidFill>
                <a:srgbClr val="555555"/>
              </a:solidFill>
              <a:latin typeface="+mn-ea"/>
              <a:cs typeface="Noto Sans KR" pitchFamily="34" charset="-120"/>
            </a:endParaRPr>
          </a:p>
          <a:p>
            <a:r>
              <a:rPr lang="en-US" sz="813">
                <a:solidFill>
                  <a:srgbClr val="555555"/>
                </a:solidFill>
                <a:latin typeface="+mn-ea"/>
              </a:rPr>
              <a:t>*Word</a:t>
            </a:r>
            <a:r>
              <a:rPr lang="ko-KR" altLang="en-US" sz="813">
                <a:solidFill>
                  <a:srgbClr val="555555"/>
                </a:solidFill>
                <a:latin typeface="+mn-ea"/>
              </a:rPr>
              <a:t>는 캔버스 상 연필</a:t>
            </a:r>
            <a:r>
              <a:rPr lang="en-US" altLang="ko-KR" sz="813">
                <a:solidFill>
                  <a:srgbClr val="555555"/>
                </a:solidFill>
                <a:latin typeface="+mn-ea"/>
              </a:rPr>
              <a:t>(copilot) </a:t>
            </a:r>
            <a:r>
              <a:rPr lang="ko-KR" altLang="en-US" sz="813">
                <a:solidFill>
                  <a:srgbClr val="555555"/>
                </a:solidFill>
                <a:latin typeface="+mn-ea"/>
              </a:rPr>
              <a:t>아이콘</a:t>
            </a:r>
            <a:endParaRPr lang="en-US" sz="813">
              <a:latin typeface="+mn-ea"/>
            </a:endParaRPr>
          </a:p>
        </p:txBody>
      </p:sp>
      <p:sp>
        <p:nvSpPr>
          <p:cNvPr id="76" name="Text 43">
            <a:extLst>
              <a:ext uri="{FF2B5EF4-FFF2-40B4-BE49-F238E27FC236}">
                <a16:creationId xmlns:a16="http://schemas.microsoft.com/office/drawing/2014/main" id="{416941C7-685E-0F4A-8091-FA2055F7BF14}"/>
              </a:ext>
            </a:extLst>
          </p:cNvPr>
          <p:cNvSpPr txBox="1"/>
          <p:nvPr/>
        </p:nvSpPr>
        <p:spPr>
          <a:xfrm>
            <a:off x="1858117" y="3568567"/>
            <a:ext cx="2466750" cy="141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13">
                <a:solidFill>
                  <a:srgbClr val="555555"/>
                </a:solidFill>
                <a:latin typeface="+mn-ea"/>
                <a:cs typeface="Noto Sans KR" pitchFamily="34" charset="-120"/>
              </a:rPr>
              <a:t>새 메일 작성 시 본문 </a:t>
            </a:r>
            <a:r>
              <a:rPr lang="en-US" sz="813" err="1">
                <a:solidFill>
                  <a:srgbClr val="555555"/>
                </a:solidFill>
                <a:latin typeface="+mn-ea"/>
                <a:cs typeface="Noto Sans KR" pitchFamily="34" charset="-120"/>
              </a:rPr>
              <a:t>입력창</a:t>
            </a:r>
            <a:r>
              <a:rPr lang="en-US" sz="813">
                <a:solidFill>
                  <a:srgbClr val="5555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13" err="1">
                <a:solidFill>
                  <a:srgbClr val="555555"/>
                </a:solidFill>
                <a:latin typeface="+mn-ea"/>
                <a:cs typeface="Noto Sans KR" pitchFamily="34" charset="-120"/>
              </a:rPr>
              <a:t>근처</a:t>
            </a:r>
            <a:r>
              <a:rPr lang="en-US" sz="813">
                <a:solidFill>
                  <a:srgbClr val="555555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813">
                <a:solidFill>
                  <a:srgbClr val="555555"/>
                </a:solidFill>
                <a:latin typeface="+mn-ea"/>
              </a:rPr>
              <a:t>연필</a:t>
            </a:r>
            <a:r>
              <a:rPr lang="en-US" altLang="ko-KR" sz="813">
                <a:solidFill>
                  <a:srgbClr val="555555"/>
                </a:solidFill>
                <a:latin typeface="+mn-ea"/>
              </a:rPr>
              <a:t>(copilot)</a:t>
            </a:r>
            <a:r>
              <a:rPr lang="en-US" sz="813">
                <a:solidFill>
                  <a:srgbClr val="5555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813" err="1">
                <a:solidFill>
                  <a:srgbClr val="555555"/>
                </a:solidFill>
                <a:latin typeface="+mn-ea"/>
                <a:cs typeface="Noto Sans KR" pitchFamily="34" charset="-120"/>
              </a:rPr>
              <a:t>아이콘</a:t>
            </a:r>
            <a:endParaRPr lang="en-US" altLang="ko-KR" sz="813">
              <a:solidFill>
                <a:srgbClr val="555555"/>
              </a:solidFill>
              <a:latin typeface="+mn-ea"/>
              <a:cs typeface="Noto Sans KR" pitchFamily="34" charset="-120"/>
            </a:endParaRPr>
          </a:p>
          <a:p>
            <a:r>
              <a:rPr lang="en-US" altLang="ko-KR" sz="813" err="1">
                <a:solidFill>
                  <a:srgbClr val="555555"/>
                </a:solidFill>
                <a:latin typeface="+mn-ea"/>
                <a:cs typeface="Noto Sans KR" pitchFamily="34" charset="-120"/>
              </a:rPr>
              <a:t>상단</a:t>
            </a:r>
            <a:r>
              <a:rPr lang="en-US" altLang="ko-KR" sz="813">
                <a:solidFill>
                  <a:srgbClr val="5555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813" err="1">
                <a:solidFill>
                  <a:srgbClr val="555555"/>
                </a:solidFill>
                <a:latin typeface="+mn-ea"/>
                <a:cs typeface="Noto Sans KR" pitchFamily="34" charset="-120"/>
              </a:rPr>
              <a:t>메뉴</a:t>
            </a:r>
            <a:r>
              <a:rPr lang="en-US" altLang="ko-KR" sz="813">
                <a:solidFill>
                  <a:srgbClr val="555555"/>
                </a:solidFill>
                <a:latin typeface="+mn-ea"/>
                <a:cs typeface="Noto Sans KR" pitchFamily="34" charset="-120"/>
              </a:rPr>
              <a:t>(</a:t>
            </a:r>
            <a:r>
              <a:rPr lang="en-US" altLang="ko-KR" sz="813" err="1">
                <a:solidFill>
                  <a:srgbClr val="555555"/>
                </a:solidFill>
                <a:latin typeface="+mn-ea"/>
                <a:cs typeface="Noto Sans KR" pitchFamily="34" charset="-120"/>
              </a:rPr>
              <a:t>리본</a:t>
            </a:r>
            <a:r>
              <a:rPr lang="en-US" altLang="ko-KR" sz="813">
                <a:solidFill>
                  <a:srgbClr val="555555"/>
                </a:solidFill>
                <a:latin typeface="+mn-ea"/>
                <a:cs typeface="Noto Sans KR" pitchFamily="34" charset="-120"/>
              </a:rPr>
              <a:t>) </a:t>
            </a:r>
            <a:r>
              <a:rPr lang="en-US" altLang="ko-KR" sz="813" err="1">
                <a:solidFill>
                  <a:srgbClr val="555555"/>
                </a:solidFill>
                <a:latin typeface="+mn-ea"/>
                <a:cs typeface="Noto Sans KR" pitchFamily="34" charset="-120"/>
              </a:rPr>
              <a:t>또는</a:t>
            </a:r>
            <a:r>
              <a:rPr lang="en-US" altLang="ko-KR" sz="813">
                <a:solidFill>
                  <a:srgbClr val="555555"/>
                </a:solidFill>
                <a:latin typeface="+mn-ea"/>
                <a:cs typeface="Noto Sans KR" pitchFamily="34" charset="-120"/>
              </a:rPr>
              <a:t> [홈] 탭 &gt; Copilot </a:t>
            </a:r>
            <a:r>
              <a:rPr lang="en-US" altLang="ko-KR" sz="813" err="1">
                <a:solidFill>
                  <a:srgbClr val="555555"/>
                </a:solidFill>
                <a:latin typeface="+mn-ea"/>
                <a:cs typeface="Noto Sans KR" pitchFamily="34" charset="-120"/>
              </a:rPr>
              <a:t>아이콘</a:t>
            </a:r>
            <a:endParaRPr lang="en-US" altLang="ko-KR" sz="813">
              <a:latin typeface="+mn-ea"/>
            </a:endParaRPr>
          </a:p>
          <a:p>
            <a:endParaRPr lang="en-US" sz="813">
              <a:latin typeface="+mn-ea"/>
            </a:endParaRPr>
          </a:p>
        </p:txBody>
      </p:sp>
      <p:sp>
        <p:nvSpPr>
          <p:cNvPr id="77" name="Text 44">
            <a:extLst>
              <a:ext uri="{FF2B5EF4-FFF2-40B4-BE49-F238E27FC236}">
                <a16:creationId xmlns:a16="http://schemas.microsoft.com/office/drawing/2014/main" id="{8A0EAEC8-B0B4-0DC1-8067-2E330682DD5E}"/>
              </a:ext>
            </a:extLst>
          </p:cNvPr>
          <p:cNvSpPr txBox="1"/>
          <p:nvPr/>
        </p:nvSpPr>
        <p:spPr>
          <a:xfrm>
            <a:off x="1846231" y="3772134"/>
            <a:ext cx="1575054" cy="15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13">
                <a:solidFill>
                  <a:srgbClr val="555555"/>
                </a:solidFill>
                <a:latin typeface="+mn-ea"/>
                <a:cs typeface="Noto Sans KR" pitchFamily="34" charset="-120"/>
              </a:rPr>
              <a:t>채팅/회의 창 상단 또는 좌측 메뉴</a:t>
            </a:r>
            <a:endParaRPr lang="en-US" sz="813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42234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11E286A-BA9A-4F56-1033-52E3B09E72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0317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fY7NHrWhkCuqfJDGPUQo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1hRiKn210CgEOxQSUBr8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fY7NHrWhkCuqfJDGPUQo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1hRiKn210CgEOxQSUBr8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fY7NHrWhkCuqfJDGPUQo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1hRiKn210CgEOxQSUBr8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PTomk2svsdhaHgWeL7zG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fY7NHrWhkCuqfJDGPUQo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1hRiKn210CgEOxQSUBr8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fY7NHrWhkCuqfJDGPUQ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1hRiKn210CgEOxQSUBr8w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6350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 eaLnBrk="0" latinLnBrk="0" hangingPunct="0">
          <a:defRPr sz="120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bg1">
              <a:lumMod val="65000"/>
            </a:schemeClr>
          </a:solidFill>
        </a:ln>
      </a:spPr>
      <a:bodyPr rtlCol="0" anchor="ctr"/>
      <a:lstStyle>
        <a:defPPr algn="ctr">
          <a:spcBef>
            <a:spcPts val="300"/>
          </a:spcBef>
          <a:buFont typeface="Wingdings" pitchFamily="2" charset="2"/>
          <a:buChar char="§"/>
          <a:defRPr sz="150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9525">
          <a:noFill/>
        </a:ln>
      </a:spPr>
      <a:bodyPr lIns="0" rIns="0" rtlCol="0" anchor="ctr"/>
      <a:lstStyle>
        <a:defPPr algn="ctr">
          <a:spcBef>
            <a:spcPts val="300"/>
          </a:spcBef>
          <a:defRPr sz="10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5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6350">
          <a:solidFill>
            <a:schemeClr val="tx1">
              <a:lumMod val="50000"/>
              <a:lumOff val="50000"/>
            </a:schemeClr>
          </a:solidFill>
          <a:headEnd type="none"/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tx1">
              <a:lumMod val="85000"/>
              <a:lumOff val="15000"/>
            </a:schemeClr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98a4167-814d-4294-a186-82a61e1d4b53">
      <Terms xmlns="http://schemas.microsoft.com/office/infopath/2007/PartnerControls"/>
    </lcf76f155ced4ddcb4097134ff3c332f>
    <TaxCatchAll xmlns="057d063f-085f-4afd-ba29-e4d65f3ca62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37CD9BAB8BF3C4C8BF2B134ABE85029" ma:contentTypeVersion="14" ma:contentTypeDescription="새 문서를 만듭니다." ma:contentTypeScope="" ma:versionID="a76ce88ea2e82f1fd53700fa686200e7">
  <xsd:schema xmlns:xsd="http://www.w3.org/2001/XMLSchema" xmlns:xs="http://www.w3.org/2001/XMLSchema" xmlns:p="http://schemas.microsoft.com/office/2006/metadata/properties" xmlns:ns2="198a4167-814d-4294-a186-82a61e1d4b53" xmlns:ns3="057d063f-085f-4afd-ba29-e4d65f3ca627" targetNamespace="http://schemas.microsoft.com/office/2006/metadata/properties" ma:root="true" ma:fieldsID="de9ab8936974d14f00a0419d0394007d" ns2:_="" ns3:_="">
    <xsd:import namespace="198a4167-814d-4294-a186-82a61e1d4b53"/>
    <xsd:import namespace="057d063f-085f-4afd-ba29-e4d65f3ca6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8a4167-814d-4294-a186-82a61e1d4b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fdaa3e7a-fe5e-4d01-b6e4-84710e1e0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7d063f-085f-4afd-ba29-e4d65f3ca62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38f9d42-4b4a-48da-9f68-78868de95519}" ma:internalName="TaxCatchAll" ma:showField="CatchAllData" ma:web="057d063f-085f-4afd-ba29-e4d65f3ca6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F50E74-9D11-4734-B46F-DDE1F4813229}">
  <ds:schemaRefs>
    <ds:schemaRef ds:uri="057d063f-085f-4afd-ba29-e4d65f3ca627"/>
    <ds:schemaRef ds:uri="198a4167-814d-4294-a186-82a61e1d4b5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DAC0660-4D37-49BD-9CDB-214D51CF7C7C}">
  <ds:schemaRefs>
    <ds:schemaRef ds:uri="057d063f-085f-4afd-ba29-e4d65f3ca627"/>
    <ds:schemaRef ds:uri="198a4167-814d-4294-a186-82a61e1d4b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11589F8-2156-404D-AFB2-DDE964C71FA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dd78332-dacd-48d1-8d26-f88d9306c695}" enabled="0" method="" siteId="{2dd78332-dacd-48d1-8d26-f88d9306c6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A4 Paper (210x297 mm)</PresentationFormat>
  <Slides>19</Slides>
  <Notes>3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Office 테마</vt:lpstr>
      <vt:lpstr>1_Office 테마</vt:lpstr>
      <vt:lpstr>3_디자인 사용자 지정</vt:lpstr>
      <vt:lpstr>2_Office 테마</vt:lpstr>
      <vt:lpstr>3_Office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함재헌</dc:creator>
  <cp:revision>1</cp:revision>
  <cp:lastPrinted>2025-07-01T00:16:08Z</cp:lastPrinted>
  <dcterms:created xsi:type="dcterms:W3CDTF">2023-05-18T00:05:51Z</dcterms:created>
  <dcterms:modified xsi:type="dcterms:W3CDTF">2025-12-01T04:28:37Z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0x010100F37CD9BAB8BF3C4C8BF2B134ABE85029</vt:lpwstr>
  </property>
  <property fmtid="{D5CDD505-2E9C-101B-9397-08002B2CF9AE}" pid="3" name="MediaServiceImageTags">
    <vt:lpwstr/>
  </property>
  <property fmtid="{D5CDD505-2E9C-101B-9397-08002B2CF9AE}" pid="4" name="Order">
    <vt:r8>508600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
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1"/>
  </p:notesMasterIdLst>
  <p:sldIdLst>
    <p:sldId id="4463" r:id="rId5"/>
    <p:sldId id="4462" r:id="rId6"/>
    <p:sldId id="4464" r:id="rId7"/>
    <p:sldId id="353" r:id="rId8"/>
    <p:sldId id="4461" r:id="rId9"/>
    <p:sldId id="4482" r:id="rId10"/>
    <p:sldId id="4483" r:id="rId11"/>
    <p:sldId id="4484" r:id="rId12"/>
    <p:sldId id="4477" r:id="rId13"/>
    <p:sldId id="4465" r:id="rId14"/>
    <p:sldId id="4476" r:id="rId15"/>
    <p:sldId id="4478" r:id="rId16"/>
    <p:sldId id="4485" r:id="rId17"/>
    <p:sldId id="4486" r:id="rId18"/>
    <p:sldId id="4469" r:id="rId19"/>
    <p:sldId id="4470" r:id="rId20"/>
    <p:sldId id="4471" r:id="rId21"/>
    <p:sldId id="4472" r:id="rId22"/>
    <p:sldId id="4474" r:id="rId23"/>
    <p:sldId id="4475" r:id="rId24"/>
    <p:sldId id="4479" r:id="rId25"/>
    <p:sldId id="4480" r:id="rId26"/>
    <p:sldId id="4481" r:id="rId27"/>
    <p:sldId id="4490" r:id="rId28"/>
    <p:sldId id="4489" r:id="rId29"/>
    <p:sldId id="4491" r:id="rId30"/>
  </p:sldIdLst>
  <p:sldSz cx="18288000" cy="10287000"/>
  <p:notesSz cx="7315200" cy="9601200"/>
  <p:embeddedFontLst>
    <p:embeddedFont>
      <p:font typeface="맑은 고딕" panose="020B0503020000020004" pitchFamily="34" charset="-127"/>
      <p:regular r:id="rId32"/>
      <p:bold r:id="rId33"/>
    </p:embeddedFont>
    <p:embeddedFont>
      <p:font typeface="Source Han Sans KR" panose="020B0604020202020204" charset="-128"/>
      <p:regular r:id="rId34"/>
    </p:embeddedFont>
    <p:embeddedFont>
      <p:font typeface="Source Han Sans KR Bold" panose="020B0604020202020204" charset="-128"/>
      <p:regular r:id="rId35"/>
    </p:embeddedFont>
    <p:embeddedFont>
      <p:font typeface="Normung Bold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ce Breaking" id="{94A336BC-F04C-46B0-828B-98BEF0EC7E23}">
          <p14:sldIdLst>
            <p14:sldId id="4463"/>
            <p14:sldId id="4462"/>
            <p14:sldId id="4464"/>
          </p14:sldIdLst>
        </p14:section>
        <p14:section name="Chat 이동, 실습1" id="{54E3D629-EA91-4DD0-96AB-AE7385D01EFA}">
          <p14:sldIdLst>
            <p14:sldId id="353"/>
            <p14:sldId id="4461"/>
          </p14:sldIdLst>
        </p14:section>
        <p14:section name="Chat 시나리오 - 회사 분석" id="{8962A6B9-2E33-43BD-B6DD-7A7B1DDFAF7B}">
          <p14:sldIdLst>
            <p14:sldId id="4482"/>
            <p14:sldId id="4483"/>
            <p14:sldId id="4484"/>
          </p14:sldIdLst>
        </p14:section>
        <p14:section name="나쁜 사례" id="{9DDC928C-2DBF-4843-B98C-B844FB418A9D}">
          <p14:sldIdLst>
            <p14:sldId id="4477"/>
            <p14:sldId id="4465"/>
          </p14:sldIdLst>
        </p14:section>
        <p14:section name="좋은 사례" id="{31E4358B-509B-4B93-8F55-B41D80EA2176}">
          <p14:sldIdLst>
            <p14:sldId id="4476"/>
            <p14:sldId id="4478"/>
          </p14:sldIdLst>
        </p14:section>
        <p14:section name="Agent 실습 (템플릿)" id="{D9AC992A-B6CA-4FE2-8416-A6FA5C266EC4}">
          <p14:sldIdLst>
            <p14:sldId id="4485"/>
            <p14:sldId id="4486"/>
          </p14:sldIdLst>
        </p14:section>
        <p14:section name="Agent 실습(생성)" id="{05A5941B-5F60-4334-BA33-C2444E0BCBEC}">
          <p14:sldIdLst>
            <p14:sldId id="4469"/>
            <p14:sldId id="4470"/>
            <p14:sldId id="4471"/>
            <p14:sldId id="4472"/>
            <p14:sldId id="4474"/>
            <p14:sldId id="4475"/>
            <p14:sldId id="4479"/>
            <p14:sldId id="4480"/>
            <p14:sldId id="4481"/>
          </p14:sldIdLst>
        </p14:section>
        <p14:section name="Agent 실습_회의록" id="{AFB6B169-FA20-4666-96A4-115952AF109B}">
          <p14:sldIdLst>
            <p14:sldId id="4490"/>
            <p14:sldId id="4489"/>
            <p14:sldId id="44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7F0"/>
    <a:srgbClr val="F5F5F5"/>
    <a:srgbClr val="4877CD"/>
    <a:srgbClr val="82A2DD"/>
    <a:srgbClr val="C54822"/>
    <a:srgbClr val="5C93C4"/>
    <a:srgbClr val="00387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0A4E46-7121-B58A-9234-BEE5DDA1884B}" v="28" dt="2025-12-09T06:37:53.151"/>
    <p1510:client id="{EF400408-8AAA-58A2-F392-D8E4DAB8EDAF}" v="1" dt="2025-12-10T00:39:01.604"/>
    <p1510:client id="{FC643CC3-FFB2-520F-0A91-541FD45A91D7}" v="234" dt="2025-12-09T04:51:43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수현(hank.choi)" userId="S::hank.choi@spintech.co.kr::12abfc15-9d2d-4241-aee9-07a60ba187d6" providerId="AD" clId="Web-{0F0A4E46-7121-B58A-9234-BEE5DDA1884B}"/>
    <pc:docChg chg="modSld">
      <pc:chgData name="최수현(hank.choi)" userId="S::hank.choi@spintech.co.kr::12abfc15-9d2d-4241-aee9-07a60ba187d6" providerId="AD" clId="Web-{0F0A4E46-7121-B58A-9234-BEE5DDA1884B}" dt="2025-12-09T06:37:53.151" v="27" actId="1076"/>
      <pc:docMkLst>
        <pc:docMk/>
      </pc:docMkLst>
      <pc:sldChg chg="addSp delSp modSp">
        <pc:chgData name="최수현(hank.choi)" userId="S::hank.choi@spintech.co.kr::12abfc15-9d2d-4241-aee9-07a60ba187d6" providerId="AD" clId="Web-{0F0A4E46-7121-B58A-9234-BEE5DDA1884B}" dt="2025-12-09T06:37:53.151" v="27" actId="1076"/>
        <pc:sldMkLst>
          <pc:docMk/>
          <pc:sldMk cId="2724901267" sldId="4490"/>
        </pc:sldMkLst>
        <pc:grpChg chg="mod">
          <ac:chgData name="최수현(hank.choi)" userId="S::hank.choi@spintech.co.kr::12abfc15-9d2d-4241-aee9-07a60ba187d6" providerId="AD" clId="Web-{0F0A4E46-7121-B58A-9234-BEE5DDA1884B}" dt="2025-12-09T06:37:47.339" v="22" actId="1076"/>
          <ac:grpSpMkLst>
            <pc:docMk/>
            <pc:sldMk cId="2724901267" sldId="4490"/>
            <ac:grpSpMk id="5" creationId="{5954ACD4-8744-490B-E14F-AD3BF194F690}"/>
          </ac:grpSpMkLst>
        </pc:grpChg>
        <pc:picChg chg="add del mod">
          <ac:chgData name="최수현(hank.choi)" userId="S::hank.choi@spintech.co.kr::12abfc15-9d2d-4241-aee9-07a60ba187d6" providerId="AD" clId="Web-{0F0A4E46-7121-B58A-9234-BEE5DDA1884B}" dt="2025-12-09T06:36:21.024" v="12"/>
          <ac:picMkLst>
            <pc:docMk/>
            <pc:sldMk cId="2724901267" sldId="4490"/>
            <ac:picMk id="10" creationId="{57ACFD17-E781-866B-CCBB-260B692527F6}"/>
          </ac:picMkLst>
        </pc:picChg>
        <pc:picChg chg="add mod">
          <ac:chgData name="최수현(hank.choi)" userId="S::hank.choi@spintech.co.kr::12abfc15-9d2d-4241-aee9-07a60ba187d6" providerId="AD" clId="Web-{0F0A4E46-7121-B58A-9234-BEE5DDA1884B}" dt="2025-12-09T06:36:40.212" v="17" actId="1076"/>
          <ac:picMkLst>
            <pc:docMk/>
            <pc:sldMk cId="2724901267" sldId="4490"/>
            <ac:picMk id="11" creationId="{EE588146-0EAF-DCFB-B2D8-225221F1575E}"/>
          </ac:picMkLst>
        </pc:picChg>
        <pc:picChg chg="add del mod">
          <ac:chgData name="최수현(hank.choi)" userId="S::hank.choi@spintech.co.kr::12abfc15-9d2d-4241-aee9-07a60ba187d6" providerId="AD" clId="Web-{0F0A4E46-7121-B58A-9234-BEE5DDA1884B}" dt="2025-12-09T06:37:45.073" v="21"/>
          <ac:picMkLst>
            <pc:docMk/>
            <pc:sldMk cId="2724901267" sldId="4490"/>
            <ac:picMk id="14" creationId="{761EE89D-E6A8-5152-8E55-5F30A895DA5F}"/>
          </ac:picMkLst>
        </pc:picChg>
        <pc:picChg chg="add mod">
          <ac:chgData name="최수현(hank.choi)" userId="S::hank.choi@spintech.co.kr::12abfc15-9d2d-4241-aee9-07a60ba187d6" providerId="AD" clId="Web-{0F0A4E46-7121-B58A-9234-BEE5DDA1884B}" dt="2025-12-09T06:37:53.151" v="27" actId="1076"/>
          <ac:picMkLst>
            <pc:docMk/>
            <pc:sldMk cId="2724901267" sldId="4490"/>
            <ac:picMk id="16" creationId="{3AAC30C0-E1C3-0541-9B26-112DE4F5DAC3}"/>
          </ac:picMkLst>
        </pc:picChg>
        <pc:picChg chg="del">
          <ac:chgData name="최수현(hank.choi)" userId="S::hank.choi@spintech.co.kr::12abfc15-9d2d-4241-aee9-07a60ba187d6" providerId="AD" clId="Web-{0F0A4E46-7121-B58A-9234-BEE5DDA1884B}" dt="2025-12-09T06:36:41.353" v="18"/>
          <ac:picMkLst>
            <pc:docMk/>
            <pc:sldMk cId="2724901267" sldId="4490"/>
            <ac:picMk id="17" creationId="{6445EDFE-AFAB-124D-715C-62DD44D1409A}"/>
          </ac:picMkLst>
        </pc:picChg>
        <pc:picChg chg="del">
          <ac:chgData name="최수현(hank.choi)" userId="S::hank.choi@spintech.co.kr::12abfc15-9d2d-4241-aee9-07a60ba187d6" providerId="AD" clId="Web-{0F0A4E46-7121-B58A-9234-BEE5DDA1884B}" dt="2025-12-09T06:35:56.711" v="0"/>
          <ac:picMkLst>
            <pc:docMk/>
            <pc:sldMk cId="2724901267" sldId="4490"/>
            <ac:picMk id="21" creationId="{728D0422-E09A-C56B-5D2D-EFB49A1C9087}"/>
          </ac:picMkLst>
        </pc:picChg>
      </pc:sldChg>
    </pc:docChg>
  </pc:docChgLst>
  <pc:docChgLst>
    <pc:chgData name="공은정(heidi.kong)" userId="7a98d598-a5f2-4898-99a1-06c641d445e3" providerId="ADAL" clId="{1668ECDE-C4AB-4181-B379-8B6FEA5D98E0}"/>
    <pc:docChg chg="undo custSel addSld delSld modSld sldOrd modMainMaster addSection delSection modSection">
      <pc:chgData name="공은정(heidi.kong)" userId="7a98d598-a5f2-4898-99a1-06c641d445e3" providerId="ADAL" clId="{1668ECDE-C4AB-4181-B379-8B6FEA5D98E0}" dt="2025-11-21T02:23:21.980" v="2470" actId="20577"/>
      <pc:docMkLst>
        <pc:docMk/>
      </pc:docMkLst>
      <pc:sldMasterChg chg="modSp mod">
        <pc:chgData name="공은정(heidi.kong)" userId="7a98d598-a5f2-4898-99a1-06c641d445e3" providerId="ADAL" clId="{1668ECDE-C4AB-4181-B379-8B6FEA5D98E0}" dt="2025-11-21T02:03:08.677" v="2150" actId="3064"/>
        <pc:sldMasterMkLst>
          <pc:docMk/>
          <pc:sldMasterMk cId="0" sldId="2147483648"/>
        </pc:sldMasterMkLst>
        <pc:spChg chg="mod">
          <ac:chgData name="공은정(heidi.kong)" userId="7a98d598-a5f2-4898-99a1-06c641d445e3" providerId="ADAL" clId="{1668ECDE-C4AB-4181-B379-8B6FEA5D98E0}" dt="2025-11-21T02:03:08.677" v="2150" actId="3064"/>
          <ac:spMkLst>
            <pc:docMk/>
            <pc:sldMasterMk cId="0" sldId="2147483648"/>
            <ac:spMk id="3" creationId="{00000000-0000-0000-0000-000000000000}"/>
          </ac:spMkLst>
        </pc:spChg>
      </pc:sldMasterChg>
    </pc:docChg>
  </pc:docChgLst>
  <pc:docChgLst>
    <pc:chgData name="최수현(hank.choi)" userId="S::hank.choi@spintech.co.kr::12abfc15-9d2d-4241-aee9-07a60ba187d6" providerId="AD" clId="Web-{53E156EB-3062-954C-5788-75D6D33DA122}"/>
    <pc:docChg chg="delSld modSld sldOrd modSection">
      <pc:chgData name="최수현(hank.choi)" userId="S::hank.choi@spintech.co.kr::12abfc15-9d2d-4241-aee9-07a60ba187d6" providerId="AD" clId="Web-{53E156EB-3062-954C-5788-75D6D33DA122}" dt="2025-11-27T04:46:57.590" v="9" actId="1076"/>
      <pc:docMkLst>
        <pc:docMk/>
      </pc:docMkLst>
      <pc:sldChg chg="ord">
        <pc:chgData name="최수현(hank.choi)" userId="S::hank.choi@spintech.co.kr::12abfc15-9d2d-4241-aee9-07a60ba187d6" providerId="AD" clId="Web-{53E156EB-3062-954C-5788-75D6D33DA122}" dt="2025-11-27T04:00:40.771" v="5"/>
        <pc:sldMkLst>
          <pc:docMk/>
          <pc:sldMk cId="3799049467" sldId="4476"/>
        </pc:sldMkLst>
      </pc:sldChg>
      <pc:sldChg chg="modSp">
        <pc:chgData name="최수현(hank.choi)" userId="S::hank.choi@spintech.co.kr::12abfc15-9d2d-4241-aee9-07a60ba187d6" providerId="AD" clId="Web-{53E156EB-3062-954C-5788-75D6D33DA122}" dt="2025-11-27T02:32:10.070" v="3" actId="20577"/>
        <pc:sldMkLst>
          <pc:docMk/>
          <pc:sldMk cId="1375843741" sldId="4478"/>
        </pc:sldMkLst>
        <pc:spChg chg="mod">
          <ac:chgData name="최수현(hank.choi)" userId="S::hank.choi@spintech.co.kr::12abfc15-9d2d-4241-aee9-07a60ba187d6" providerId="AD" clId="Web-{53E156EB-3062-954C-5788-75D6D33DA122}" dt="2025-11-27T02:32:10.070" v="3" actId="20577"/>
          <ac:spMkLst>
            <pc:docMk/>
            <pc:sldMk cId="1375843741" sldId="4478"/>
            <ac:spMk id="16" creationId="{8019D535-C5CF-82B2-A1C3-AD9B894CE6A3}"/>
          </ac:spMkLst>
        </pc:spChg>
      </pc:sldChg>
      <pc:sldChg chg="modSp">
        <pc:chgData name="최수현(hank.choi)" userId="S::hank.choi@spintech.co.kr::12abfc15-9d2d-4241-aee9-07a60ba187d6" providerId="AD" clId="Web-{53E156EB-3062-954C-5788-75D6D33DA122}" dt="2025-11-27T04:46:57.590" v="9" actId="1076"/>
        <pc:sldMkLst>
          <pc:docMk/>
          <pc:sldMk cId="3198546363" sldId="4479"/>
        </pc:sldMkLst>
        <pc:picChg chg="mod">
          <ac:chgData name="최수현(hank.choi)" userId="S::hank.choi@spintech.co.kr::12abfc15-9d2d-4241-aee9-07a60ba187d6" providerId="AD" clId="Web-{53E156EB-3062-954C-5788-75D6D33DA122}" dt="2025-11-27T04:46:57.590" v="9" actId="1076"/>
          <ac:picMkLst>
            <pc:docMk/>
            <pc:sldMk cId="3198546363" sldId="4479"/>
            <ac:picMk id="16" creationId="{C7F6C60A-11AE-DD2F-5A23-EF8849BD2100}"/>
          </ac:picMkLst>
        </pc:picChg>
      </pc:sldChg>
    </pc:docChg>
  </pc:docChgLst>
  <pc:docChgLst>
    <pc:chgData name="최수현(hank.choi)" userId="S::hank.choi@spintech.co.kr::12abfc15-9d2d-4241-aee9-07a60ba187d6" providerId="AD" clId="Web-{FC643CC3-FFB2-520F-0A91-541FD45A91D7}"/>
    <pc:docChg chg="addSld delSld modSld sldOrd addSection delSection modSection">
      <pc:chgData name="최수현(hank.choi)" userId="S::hank.choi@spintech.co.kr::12abfc15-9d2d-4241-aee9-07a60ba187d6" providerId="AD" clId="Web-{FC643CC3-FFB2-520F-0A91-541FD45A91D7}" dt="2025-12-09T04:51:42.888" v="176" actId="20577"/>
      <pc:docMkLst>
        <pc:docMk/>
      </pc:docMkLst>
      <pc:sldChg chg="modSp">
        <pc:chgData name="최수현(hank.choi)" userId="S::hank.choi@spintech.co.kr::12abfc15-9d2d-4241-aee9-07a60ba187d6" providerId="AD" clId="Web-{FC643CC3-FFB2-520F-0A91-541FD45A91D7}" dt="2025-12-09T04:39:23.767" v="74" actId="20577"/>
        <pc:sldMkLst>
          <pc:docMk/>
          <pc:sldMk cId="3565362497" sldId="4470"/>
        </pc:sldMkLst>
        <pc:spChg chg="mod">
          <ac:chgData name="최수현(hank.choi)" userId="S::hank.choi@spintech.co.kr::12abfc15-9d2d-4241-aee9-07a60ba187d6" providerId="AD" clId="Web-{FC643CC3-FFB2-520F-0A91-541FD45A91D7}" dt="2025-12-09T04:39:23.767" v="74" actId="20577"/>
          <ac:spMkLst>
            <pc:docMk/>
            <pc:sldMk cId="3565362497" sldId="4470"/>
            <ac:spMk id="10" creationId="{0F7BF3BD-C4A4-92E9-EA05-2F3D9B204C59}"/>
          </ac:spMkLst>
        </pc:spChg>
      </pc:sldChg>
      <pc:sldChg chg="addSp delSp modSp">
        <pc:chgData name="최수현(hank.choi)" userId="S::hank.choi@spintech.co.kr::12abfc15-9d2d-4241-aee9-07a60ba187d6" providerId="AD" clId="Web-{FC643CC3-FFB2-520F-0A91-541FD45A91D7}" dt="2025-12-09T04:32:48.447" v="7" actId="1076"/>
        <pc:sldMkLst>
          <pc:docMk/>
          <pc:sldMk cId="3407784877" sldId="4485"/>
        </pc:sldMkLst>
        <pc:picChg chg="add mod">
          <ac:chgData name="최수현(hank.choi)" userId="S::hank.choi@spintech.co.kr::12abfc15-9d2d-4241-aee9-07a60ba187d6" providerId="AD" clId="Web-{FC643CC3-FFB2-520F-0A91-541FD45A91D7}" dt="2025-12-09T04:32:48.447" v="7" actId="1076"/>
          <ac:picMkLst>
            <pc:docMk/>
            <pc:sldMk cId="3407784877" sldId="4485"/>
            <ac:picMk id="10" creationId="{B486190B-E070-51E2-81D0-63853645ADB4}"/>
          </ac:picMkLst>
        </pc:picChg>
        <pc:picChg chg="del">
          <ac:chgData name="최수현(hank.choi)" userId="S::hank.choi@spintech.co.kr::12abfc15-9d2d-4241-aee9-07a60ba187d6" providerId="AD" clId="Web-{FC643CC3-FFB2-520F-0A91-541FD45A91D7}" dt="2025-12-09T04:32:05.976" v="0"/>
          <ac:picMkLst>
            <pc:docMk/>
            <pc:sldMk cId="3407784877" sldId="4485"/>
            <ac:picMk id="11" creationId="{16B55C1F-9B9B-CD54-285B-6D6D16F2CC56}"/>
          </ac:picMkLst>
        </pc:picChg>
      </pc:sldChg>
      <pc:sldChg chg="addSp delSp modSp">
        <pc:chgData name="최수현(hank.choi)" userId="S::hank.choi@spintech.co.kr::12abfc15-9d2d-4241-aee9-07a60ba187d6" providerId="AD" clId="Web-{FC643CC3-FFB2-520F-0A91-541FD45A91D7}" dt="2025-12-09T04:35:24.232" v="23" actId="1076"/>
        <pc:sldMkLst>
          <pc:docMk/>
          <pc:sldMk cId="3335299779" sldId="4486"/>
        </pc:sldMkLst>
        <pc:picChg chg="add del mod">
          <ac:chgData name="최수현(hank.choi)" userId="S::hank.choi@spintech.co.kr::12abfc15-9d2d-4241-aee9-07a60ba187d6" providerId="AD" clId="Web-{FC643CC3-FFB2-520F-0A91-541FD45A91D7}" dt="2025-12-09T04:35:04.966" v="15"/>
          <ac:picMkLst>
            <pc:docMk/>
            <pc:sldMk cId="3335299779" sldId="4486"/>
            <ac:picMk id="10" creationId="{81D34DFF-7866-76A3-8974-7410E05D67D7}"/>
          </ac:picMkLst>
        </pc:picChg>
        <pc:picChg chg="add mod">
          <ac:chgData name="최수현(hank.choi)" userId="S::hank.choi@spintech.co.kr::12abfc15-9d2d-4241-aee9-07a60ba187d6" providerId="AD" clId="Web-{FC643CC3-FFB2-520F-0A91-541FD45A91D7}" dt="2025-12-09T04:35:24.232" v="23" actId="1076"/>
          <ac:picMkLst>
            <pc:docMk/>
            <pc:sldMk cId="3335299779" sldId="4486"/>
            <ac:picMk id="11" creationId="{879EE039-F545-A588-23A1-9E5F236A1310}"/>
          </ac:picMkLst>
        </pc:picChg>
        <pc:picChg chg="del">
          <ac:chgData name="최수현(hank.choi)" userId="S::hank.choi@spintech.co.kr::12abfc15-9d2d-4241-aee9-07a60ba187d6" providerId="AD" clId="Web-{FC643CC3-FFB2-520F-0A91-541FD45A91D7}" dt="2025-12-09T04:32:52.010" v="8"/>
          <ac:picMkLst>
            <pc:docMk/>
            <pc:sldMk cId="3335299779" sldId="4486"/>
            <ac:picMk id="17" creationId="{25CF0F91-F5E7-0C1D-3B54-E19B9C1C8A96}"/>
          </ac:picMkLst>
        </pc:picChg>
      </pc:sldChg>
      <pc:sldChg chg="del">
        <pc:chgData name="최수현(hank.choi)" userId="S::hank.choi@spintech.co.kr::12abfc15-9d2d-4241-aee9-07a60ba187d6" providerId="AD" clId="Web-{FC643CC3-FFB2-520F-0A91-541FD45A91D7}" dt="2025-12-09T04:39:31.924" v="75"/>
        <pc:sldMkLst>
          <pc:docMk/>
          <pc:sldMk cId="3978125631" sldId="4488"/>
        </pc:sldMkLst>
      </pc:sldChg>
      <pc:sldChg chg="modSp add ord replId">
        <pc:chgData name="최수현(hank.choi)" userId="S::hank.choi@spintech.co.kr::12abfc15-9d2d-4241-aee9-07a60ba187d6" providerId="AD" clId="Web-{FC643CC3-FFB2-520F-0A91-541FD45A91D7}" dt="2025-12-09T04:45:01.260" v="122" actId="20577"/>
        <pc:sldMkLst>
          <pc:docMk/>
          <pc:sldMk cId="783336177" sldId="4489"/>
        </pc:sldMkLst>
        <pc:spChg chg="mod">
          <ac:chgData name="최수현(hank.choi)" userId="S::hank.choi@spintech.co.kr::12abfc15-9d2d-4241-aee9-07a60ba187d6" providerId="AD" clId="Web-{FC643CC3-FFB2-520F-0A91-541FD45A91D7}" dt="2025-12-09T04:38:57.579" v="61" actId="20577"/>
          <ac:spMkLst>
            <pc:docMk/>
            <pc:sldMk cId="783336177" sldId="4489"/>
            <ac:spMk id="9" creationId="{CA3C8A38-2F54-DF99-C59D-0AA1AE5144DC}"/>
          </ac:spMkLst>
        </pc:spChg>
        <pc:spChg chg="mod">
          <ac:chgData name="최수현(hank.choi)" userId="S::hank.choi@spintech.co.kr::12abfc15-9d2d-4241-aee9-07a60ba187d6" providerId="AD" clId="Web-{FC643CC3-FFB2-520F-0A91-541FD45A91D7}" dt="2025-12-09T04:45:01.260" v="122" actId="20577"/>
          <ac:spMkLst>
            <pc:docMk/>
            <pc:sldMk cId="783336177" sldId="4489"/>
            <ac:spMk id="10" creationId="{793011A7-249F-6C97-642E-1290C5DFA2E6}"/>
          </ac:spMkLst>
        </pc:spChg>
      </pc:sldChg>
      <pc:sldChg chg="add del replId">
        <pc:chgData name="최수현(hank.choi)" userId="S::hank.choi@spintech.co.kr::12abfc15-9d2d-4241-aee9-07a60ba187d6" providerId="AD" clId="Web-{FC643CC3-FFB2-520F-0A91-541FD45A91D7}" dt="2025-12-09T04:35:35.670" v="41"/>
        <pc:sldMkLst>
          <pc:docMk/>
          <pc:sldMk cId="1298583745" sldId="4489"/>
        </pc:sldMkLst>
      </pc:sldChg>
      <pc:sldChg chg="add del replId">
        <pc:chgData name="최수현(hank.choi)" userId="S::hank.choi@spintech.co.kr::12abfc15-9d2d-4241-aee9-07a60ba187d6" providerId="AD" clId="Web-{FC643CC3-FFB2-520F-0A91-541FD45A91D7}" dt="2025-12-09T04:36:22.561" v="45"/>
        <pc:sldMkLst>
          <pc:docMk/>
          <pc:sldMk cId="3731656019" sldId="4489"/>
        </pc:sldMkLst>
      </pc:sldChg>
      <pc:sldChg chg="addSp delSp modSp add ord replId">
        <pc:chgData name="최수현(hank.choi)" userId="S::hank.choi@spintech.co.kr::12abfc15-9d2d-4241-aee9-07a60ba187d6" providerId="AD" clId="Web-{FC643CC3-FFB2-520F-0A91-541FD45A91D7}" dt="2025-12-09T04:43:04.900" v="118" actId="1076"/>
        <pc:sldMkLst>
          <pc:docMk/>
          <pc:sldMk cId="2724901267" sldId="4490"/>
        </pc:sldMkLst>
        <pc:spChg chg="del">
          <ac:chgData name="최수현(hank.choi)" userId="S::hank.choi@spintech.co.kr::12abfc15-9d2d-4241-aee9-07a60ba187d6" providerId="AD" clId="Web-{FC643CC3-FFB2-520F-0A91-541FD45A91D7}" dt="2025-12-09T04:40:14.924" v="79"/>
          <ac:spMkLst>
            <pc:docMk/>
            <pc:sldMk cId="2724901267" sldId="4490"/>
            <ac:spMk id="10" creationId="{96909CEC-1557-161A-6687-50AF676C15BC}"/>
          </ac:spMkLst>
        </pc:spChg>
        <pc:grpChg chg="mod">
          <ac:chgData name="최수현(hank.choi)" userId="S::hank.choi@spintech.co.kr::12abfc15-9d2d-4241-aee9-07a60ba187d6" providerId="AD" clId="Web-{FC643CC3-FFB2-520F-0A91-541FD45A91D7}" dt="2025-12-09T04:41:54.644" v="97" actId="1076"/>
          <ac:grpSpMkLst>
            <pc:docMk/>
            <pc:sldMk cId="2724901267" sldId="4490"/>
            <ac:grpSpMk id="5" creationId="{5954ACD4-8744-490B-E14F-AD3BF194F690}"/>
          </ac:grpSpMkLst>
        </pc:grpChg>
        <pc:picChg chg="add del mod">
          <ac:chgData name="최수현(hank.choi)" userId="S::hank.choi@spintech.co.kr::12abfc15-9d2d-4241-aee9-07a60ba187d6" providerId="AD" clId="Web-{FC643CC3-FFB2-520F-0A91-541FD45A91D7}" dt="2025-12-09T04:42:03.644" v="103"/>
          <ac:picMkLst>
            <pc:docMk/>
            <pc:sldMk cId="2724901267" sldId="4490"/>
            <ac:picMk id="11" creationId="{E67BD31E-4DFA-0075-76EA-414EA415BF23}"/>
          </ac:picMkLst>
        </pc:picChg>
        <pc:picChg chg="add del mod">
          <ac:chgData name="최수현(hank.choi)" userId="S::hank.choi@spintech.co.kr::12abfc15-9d2d-4241-aee9-07a60ba187d6" providerId="AD" clId="Web-{FC643CC3-FFB2-520F-0A91-541FD45A91D7}" dt="2025-12-09T04:41:32.019" v="90"/>
          <ac:picMkLst>
            <pc:docMk/>
            <pc:sldMk cId="2724901267" sldId="4490"/>
            <ac:picMk id="14" creationId="{76CB1C42-AADA-D650-8802-618E8CDC1C61}"/>
          </ac:picMkLst>
        </pc:picChg>
        <pc:picChg chg="add del mod">
          <ac:chgData name="최수현(hank.choi)" userId="S::hank.choi@spintech.co.kr::12abfc15-9d2d-4241-aee9-07a60ba187d6" providerId="AD" clId="Web-{FC643CC3-FFB2-520F-0A91-541FD45A91D7}" dt="2025-12-09T04:41:39.847" v="96"/>
          <ac:picMkLst>
            <pc:docMk/>
            <pc:sldMk cId="2724901267" sldId="4490"/>
            <ac:picMk id="16" creationId="{9DA63083-9E9C-A091-2C1D-6AC7E669379F}"/>
          </ac:picMkLst>
        </pc:picChg>
        <pc:picChg chg="add mod">
          <ac:chgData name="최수현(hank.choi)" userId="S::hank.choi@spintech.co.kr::12abfc15-9d2d-4241-aee9-07a60ba187d6" providerId="AD" clId="Web-{FC643CC3-FFB2-520F-0A91-541FD45A91D7}" dt="2025-12-09T04:43:04.900" v="118" actId="1076"/>
          <ac:picMkLst>
            <pc:docMk/>
            <pc:sldMk cId="2724901267" sldId="4490"/>
            <ac:picMk id="17" creationId="{6445EDFE-AFAB-124D-715C-62DD44D1409A}"/>
          </ac:picMkLst>
        </pc:picChg>
        <pc:picChg chg="add del mod">
          <ac:chgData name="최수현(hank.choi)" userId="S::hank.choi@spintech.co.kr::12abfc15-9d2d-4241-aee9-07a60ba187d6" providerId="AD" clId="Web-{FC643CC3-FFB2-520F-0A91-541FD45A91D7}" dt="2025-12-09T04:42:18.800" v="107"/>
          <ac:picMkLst>
            <pc:docMk/>
            <pc:sldMk cId="2724901267" sldId="4490"/>
            <ac:picMk id="19" creationId="{A0D1E673-8B63-EFBC-8746-C3CB4D119016}"/>
          </ac:picMkLst>
        </pc:picChg>
        <pc:picChg chg="add del mod">
          <ac:chgData name="최수현(hank.choi)" userId="S::hank.choi@spintech.co.kr::12abfc15-9d2d-4241-aee9-07a60ba187d6" providerId="AD" clId="Web-{FC643CC3-FFB2-520F-0A91-541FD45A91D7}" dt="2025-12-09T04:42:27.691" v="109"/>
          <ac:picMkLst>
            <pc:docMk/>
            <pc:sldMk cId="2724901267" sldId="4490"/>
            <ac:picMk id="20" creationId="{AFEDF8E5-074A-5C18-0E0E-5679AD6302A9}"/>
          </ac:picMkLst>
        </pc:picChg>
        <pc:picChg chg="add mod">
          <ac:chgData name="최수현(hank.choi)" userId="S::hank.choi@spintech.co.kr::12abfc15-9d2d-4241-aee9-07a60ba187d6" providerId="AD" clId="Web-{FC643CC3-FFB2-520F-0A91-541FD45A91D7}" dt="2025-12-09T04:43:04.119" v="117" actId="1076"/>
          <ac:picMkLst>
            <pc:docMk/>
            <pc:sldMk cId="2724901267" sldId="4490"/>
            <ac:picMk id="21" creationId="{728D0422-E09A-C56B-5D2D-EFB49A1C9087}"/>
          </ac:picMkLst>
        </pc:picChg>
      </pc:sldChg>
      <pc:sldChg chg="add del replId">
        <pc:chgData name="최수현(hank.choi)" userId="S::hank.choi@spintech.co.kr::12abfc15-9d2d-4241-aee9-07a60ba187d6" providerId="AD" clId="Web-{FC643CC3-FFB2-520F-0A91-541FD45A91D7}" dt="2025-12-09T04:35:35.654" v="40"/>
        <pc:sldMkLst>
          <pc:docMk/>
          <pc:sldMk cId="3349478559" sldId="4490"/>
        </pc:sldMkLst>
      </pc:sldChg>
      <pc:sldChg chg="addSp delSp modSp add replId">
        <pc:chgData name="최수현(hank.choi)" userId="S::hank.choi@spintech.co.kr::12abfc15-9d2d-4241-aee9-07a60ba187d6" providerId="AD" clId="Web-{FC643CC3-FFB2-520F-0A91-541FD45A91D7}" dt="2025-12-09T04:51:42.888" v="176" actId="20577"/>
        <pc:sldMkLst>
          <pc:docMk/>
          <pc:sldMk cId="1792488105" sldId="4491"/>
        </pc:sldMkLst>
        <pc:spChg chg="mod">
          <ac:chgData name="최수현(hank.choi)" userId="S::hank.choi@spintech.co.kr::12abfc15-9d2d-4241-aee9-07a60ba187d6" providerId="AD" clId="Web-{FC643CC3-FFB2-520F-0A91-541FD45A91D7}" dt="2025-12-09T04:45:43.950" v="129" actId="20577"/>
          <ac:spMkLst>
            <pc:docMk/>
            <pc:sldMk cId="1792488105" sldId="4491"/>
            <ac:spMk id="9" creationId="{BBCA2684-9EAF-6A8D-C764-CCD193BE6AF3}"/>
          </ac:spMkLst>
        </pc:spChg>
        <pc:spChg chg="mod">
          <ac:chgData name="최수현(hank.choi)" userId="S::hank.choi@spintech.co.kr::12abfc15-9d2d-4241-aee9-07a60ba187d6" providerId="AD" clId="Web-{FC643CC3-FFB2-520F-0A91-541FD45A91D7}" dt="2025-12-09T04:51:42.888" v="176" actId="20577"/>
          <ac:spMkLst>
            <pc:docMk/>
            <pc:sldMk cId="1792488105" sldId="4491"/>
            <ac:spMk id="10" creationId="{29F0E3FB-28E3-4505-9D67-CFC1FFA54751}"/>
          </ac:spMkLst>
        </pc:spChg>
        <pc:spChg chg="add del mod">
          <ac:chgData name="최수현(hank.choi)" userId="S::hank.choi@spintech.co.kr::12abfc15-9d2d-4241-aee9-07a60ba187d6" providerId="AD" clId="Web-{FC643CC3-FFB2-520F-0A91-541FD45A91D7}" dt="2025-12-09T04:51:08.544" v="163"/>
          <ac:spMkLst>
            <pc:docMk/>
            <pc:sldMk cId="1792488105" sldId="4491"/>
            <ac:spMk id="11" creationId="{B41F18AF-C276-DEAA-8989-DE108B594C71}"/>
          </ac:spMkLst>
        </pc:spChg>
        <pc:grpChg chg="mod">
          <ac:chgData name="최수현(hank.choi)" userId="S::hank.choi@spintech.co.kr::12abfc15-9d2d-4241-aee9-07a60ba187d6" providerId="AD" clId="Web-{FC643CC3-FFB2-520F-0A91-541FD45A91D7}" dt="2025-12-09T04:51:15.247" v="172" actId="1076"/>
          <ac:grpSpMkLst>
            <pc:docMk/>
            <pc:sldMk cId="1792488105" sldId="4491"/>
            <ac:grpSpMk id="5" creationId="{9A1B6758-9BDB-25D2-A1C5-E52A9987E977}"/>
          </ac:grpSpMkLst>
        </pc:grpChg>
      </pc:sldChg>
      <pc:sldChg chg="add del replId">
        <pc:chgData name="최수현(hank.choi)" userId="S::hank.choi@spintech.co.kr::12abfc15-9d2d-4241-aee9-07a60ba187d6" providerId="AD" clId="Web-{FC643CC3-FFB2-520F-0A91-541FD45A91D7}" dt="2025-12-09T04:35:35.639" v="39"/>
        <pc:sldMkLst>
          <pc:docMk/>
          <pc:sldMk cId="2185221252" sldId="4491"/>
        </pc:sldMkLst>
      </pc:sldChg>
      <pc:sldChg chg="add del replId">
        <pc:chgData name="최수현(hank.choi)" userId="S::hank.choi@spintech.co.kr::12abfc15-9d2d-4241-aee9-07a60ba187d6" providerId="AD" clId="Web-{FC643CC3-FFB2-520F-0A91-541FD45A91D7}" dt="2025-12-09T04:35:35.639" v="38"/>
        <pc:sldMkLst>
          <pc:docMk/>
          <pc:sldMk cId="855063717" sldId="4492"/>
        </pc:sldMkLst>
      </pc:sldChg>
      <pc:sldChg chg="add del replId">
        <pc:chgData name="최수현(hank.choi)" userId="S::hank.choi@spintech.co.kr::12abfc15-9d2d-4241-aee9-07a60ba187d6" providerId="AD" clId="Web-{FC643CC3-FFB2-520F-0A91-541FD45A91D7}" dt="2025-12-09T04:35:35.623" v="37"/>
        <pc:sldMkLst>
          <pc:docMk/>
          <pc:sldMk cId="2972276835" sldId="4493"/>
        </pc:sldMkLst>
      </pc:sldChg>
      <pc:sldChg chg="add del replId">
        <pc:chgData name="최수현(hank.choi)" userId="S::hank.choi@spintech.co.kr::12abfc15-9d2d-4241-aee9-07a60ba187d6" providerId="AD" clId="Web-{FC643CC3-FFB2-520F-0A91-541FD45A91D7}" dt="2025-12-09T04:35:35.607" v="36"/>
        <pc:sldMkLst>
          <pc:docMk/>
          <pc:sldMk cId="1058508054" sldId="4494"/>
        </pc:sldMkLst>
      </pc:sldChg>
      <pc:sldChg chg="add del replId">
        <pc:chgData name="최수현(hank.choi)" userId="S::hank.choi@spintech.co.kr::12abfc15-9d2d-4241-aee9-07a60ba187d6" providerId="AD" clId="Web-{FC643CC3-FFB2-520F-0A91-541FD45A91D7}" dt="2025-12-09T04:35:35.592" v="35"/>
        <pc:sldMkLst>
          <pc:docMk/>
          <pc:sldMk cId="2019685496" sldId="4495"/>
        </pc:sldMkLst>
      </pc:sldChg>
      <pc:sldChg chg="add del replId">
        <pc:chgData name="최수현(hank.choi)" userId="S::hank.choi@spintech.co.kr::12abfc15-9d2d-4241-aee9-07a60ba187d6" providerId="AD" clId="Web-{FC643CC3-FFB2-520F-0A91-541FD45A91D7}" dt="2025-12-09T04:35:35.592" v="34"/>
        <pc:sldMkLst>
          <pc:docMk/>
          <pc:sldMk cId="498101548" sldId="4496"/>
        </pc:sldMkLst>
      </pc:sldChg>
      <pc:sldChg chg="add del replId">
        <pc:chgData name="최수현(hank.choi)" userId="S::hank.choi@spintech.co.kr::12abfc15-9d2d-4241-aee9-07a60ba187d6" providerId="AD" clId="Web-{FC643CC3-FFB2-520F-0A91-541FD45A91D7}" dt="2025-12-09T04:35:35.576" v="33"/>
        <pc:sldMkLst>
          <pc:docMk/>
          <pc:sldMk cId="2821991568" sldId="4497"/>
        </pc:sldMkLst>
      </pc:sldChg>
    </pc:docChg>
  </pc:docChgLst>
  <pc:docChgLst>
    <pc:chgData name="최수현(hank.choi)" userId="S::hank.choi@spintech.co.kr::12abfc15-9d2d-4241-aee9-07a60ba187d6" providerId="AD" clId="Web-{9AD958A6-420A-710B-68AA-4F46AE71FFAC}"/>
    <pc:docChg chg="modSld">
      <pc:chgData name="최수현(hank.choi)" userId="S::hank.choi@spintech.co.kr::12abfc15-9d2d-4241-aee9-07a60ba187d6" providerId="AD" clId="Web-{9AD958A6-420A-710B-68AA-4F46AE71FFAC}" dt="2025-11-26T12:45:00.519" v="22" actId="20577"/>
      <pc:docMkLst>
        <pc:docMk/>
      </pc:docMkLst>
    </pc:docChg>
  </pc:docChgLst>
  <pc:docChgLst>
    <pc:chgData name="최수현(hank.choi)" userId="S::hank.choi@spintech.co.kr::12abfc15-9d2d-4241-aee9-07a60ba187d6" providerId="AD" clId="Web-{25C99589-B1C8-3038-DA0C-756F3136FDF2}"/>
    <pc:docChg chg="modSld">
      <pc:chgData name="최수현(hank.choi)" userId="S::hank.choi@spintech.co.kr::12abfc15-9d2d-4241-aee9-07a60ba187d6" providerId="AD" clId="Web-{25C99589-B1C8-3038-DA0C-756F3136FDF2}" dt="2025-11-26T12:40:44.568" v="12" actId="20577"/>
      <pc:docMkLst>
        <pc:docMk/>
      </pc:docMkLst>
    </pc:docChg>
  </pc:docChgLst>
  <pc:docChgLst>
    <pc:chgData name="게스트 사용자" userId="S::urn:spo:tenantanon#f754124d-f841-4b68-aec4-092f484be5e1::" providerId="AD" clId="Web-{EF400408-8AAA-58A2-F392-D8E4DAB8EDAF}"/>
    <pc:docChg chg="sldOrd">
      <pc:chgData name="게스트 사용자" userId="S::urn:spo:tenantanon#f754124d-f841-4b68-aec4-092f484be5e1::" providerId="AD" clId="Web-{EF400408-8AAA-58A2-F392-D8E4DAB8EDAF}" dt="2025-12-10T00:39:01.604" v="0"/>
      <pc:docMkLst>
        <pc:docMk/>
      </pc:docMkLst>
      <pc:sldChg chg="ord">
        <pc:chgData name="게스트 사용자" userId="S::urn:spo:tenantanon#f754124d-f841-4b68-aec4-092f484be5e1::" providerId="AD" clId="Web-{EF400408-8AAA-58A2-F392-D8E4DAB8EDAF}" dt="2025-12-10T00:39:01.604" v="0"/>
        <pc:sldMkLst>
          <pc:docMk/>
          <pc:sldMk cId="3001387434" sldId="4484"/>
        </pc:sldMkLst>
      </pc:sldChg>
    </pc:docChg>
  </pc:docChgLst>
  <pc:docChgLst>
    <pc:chgData name="최수현(hank.choi)" userId="S::hank.choi@spintech.co.kr::12abfc15-9d2d-4241-aee9-07a60ba187d6" providerId="AD" clId="Web-{F5A7F2A2-20CA-E9CA-01EE-60527DC1E54B}"/>
    <pc:docChg chg="modSld">
      <pc:chgData name="최수현(hank.choi)" userId="S::hank.choi@spintech.co.kr::12abfc15-9d2d-4241-aee9-07a60ba187d6" providerId="AD" clId="Web-{F5A7F2A2-20CA-E9CA-01EE-60527DC1E54B}" dt="2025-11-26T12:48:24.358" v="0" actId="20577"/>
      <pc:docMkLst>
        <pc:docMk/>
      </pc:docMkLst>
    </pc:docChg>
  </pc:docChgLst>
  <pc:docChgLst>
    <pc:chgData name="최수현(hank.choi)" userId="S::hank.choi@spintech.co.kr::12abfc15-9d2d-4241-aee9-07a60ba187d6" providerId="AD" clId="Web-{82738552-6CE4-2769-7362-36912B7F1E34}"/>
    <pc:docChg chg="sldOrd modSection">
      <pc:chgData name="최수현(hank.choi)" userId="S::hank.choi@spintech.co.kr::12abfc15-9d2d-4241-aee9-07a60ba187d6" providerId="AD" clId="Web-{82738552-6CE4-2769-7362-36912B7F1E34}" dt="2025-11-26T11:58:29.005" v="2"/>
      <pc:docMkLst>
        <pc:docMk/>
      </pc:docMkLst>
      <pc:sldChg chg="ord">
        <pc:chgData name="최수현(hank.choi)" userId="S::hank.choi@spintech.co.kr::12abfc15-9d2d-4241-aee9-07a60ba187d6" providerId="AD" clId="Web-{82738552-6CE4-2769-7362-36912B7F1E34}" dt="2025-11-26T11:58:24.724" v="1"/>
        <pc:sldMkLst>
          <pc:docMk/>
          <pc:sldMk cId="1088769358" sldId="353"/>
        </pc:sldMkLst>
      </pc:sldChg>
    </pc:docChg>
  </pc:docChgLst>
  <pc:docChgLst>
    <pc:chgData name="최수현(hank.choi)" userId="12abfc15-9d2d-4241-aee9-07a60ba187d6" providerId="ADAL" clId="{7D73E2BD-CF5B-4233-B5E6-36D17C39B60E}"/>
    <pc:docChg chg="undo custSel addSld delSld modSld sldOrd addSection delSection modSection">
      <pc:chgData name="최수현(hank.choi)" userId="12abfc15-9d2d-4241-aee9-07a60ba187d6" providerId="ADAL" clId="{7D73E2BD-CF5B-4233-B5E6-36D17C39B60E}" dt="2025-11-26T11:54:20.637" v="2696" actId="1076"/>
      <pc:docMkLst>
        <pc:docMk/>
      </pc:docMkLst>
      <pc:sldChg chg="modSp mod">
        <pc:chgData name="최수현(hank.choi)" userId="12abfc15-9d2d-4241-aee9-07a60ba187d6" providerId="ADAL" clId="{7D73E2BD-CF5B-4233-B5E6-36D17C39B60E}" dt="2025-11-24T01:49:24.682" v="430" actId="1076"/>
        <pc:sldMkLst>
          <pc:docMk/>
          <pc:sldMk cId="1088769358" sldId="353"/>
        </pc:sldMkLst>
        <pc:spChg chg="mod">
          <ac:chgData name="최수현(hank.choi)" userId="12abfc15-9d2d-4241-aee9-07a60ba187d6" providerId="ADAL" clId="{7D73E2BD-CF5B-4233-B5E6-36D17C39B60E}" dt="2025-11-24T01:49:24.682" v="430" actId="1076"/>
          <ac:spMkLst>
            <pc:docMk/>
            <pc:sldMk cId="1088769358" sldId="353"/>
            <ac:spMk id="17" creationId="{AFE238AC-B674-5659-00C1-1818F8D62004}"/>
          </ac:spMkLst>
        </pc:spChg>
      </pc:sldChg>
      <pc:sldChg chg="addSp delSp modSp mod">
        <pc:chgData name="최수현(hank.choi)" userId="12abfc15-9d2d-4241-aee9-07a60ba187d6" providerId="ADAL" clId="{7D73E2BD-CF5B-4233-B5E6-36D17C39B60E}" dt="2025-11-24T01:48:54.365" v="418" actId="1076"/>
        <pc:sldMkLst>
          <pc:docMk/>
          <pc:sldMk cId="4291385616" sldId="4461"/>
        </pc:sldMkLst>
        <pc:spChg chg="mod">
          <ac:chgData name="최수현(hank.choi)" userId="12abfc15-9d2d-4241-aee9-07a60ba187d6" providerId="ADAL" clId="{7D73E2BD-CF5B-4233-B5E6-36D17C39B60E}" dt="2025-11-24T01:48:52.463" v="417"/>
          <ac:spMkLst>
            <pc:docMk/>
            <pc:sldMk cId="4291385616" sldId="4461"/>
            <ac:spMk id="20" creationId="{96716B55-F501-6546-8416-8B68249496EA}"/>
          </ac:spMkLst>
        </pc:spChg>
        <pc:grpChg chg="add mod">
          <ac:chgData name="최수현(hank.choi)" userId="12abfc15-9d2d-4241-aee9-07a60ba187d6" providerId="ADAL" clId="{7D73E2BD-CF5B-4233-B5E6-36D17C39B60E}" dt="2025-11-24T01:48:54.365" v="418" actId="1076"/>
          <ac:grpSpMkLst>
            <pc:docMk/>
            <pc:sldMk cId="4291385616" sldId="4461"/>
            <ac:grpSpMk id="17" creationId="{DE5CD8D3-5455-2429-E345-249520AFB6A0}"/>
          </ac:grpSpMkLst>
        </pc:grpChg>
        <pc:picChg chg="mod">
          <ac:chgData name="최수현(hank.choi)" userId="12abfc15-9d2d-4241-aee9-07a60ba187d6" providerId="ADAL" clId="{7D73E2BD-CF5B-4233-B5E6-36D17C39B60E}" dt="2025-11-24T01:48:52.463" v="417"/>
          <ac:picMkLst>
            <pc:docMk/>
            <pc:sldMk cId="4291385616" sldId="4461"/>
            <ac:picMk id="19" creationId="{84C87B9A-15B9-7685-0F56-7FBDB8AA16B2}"/>
          </ac:picMkLst>
        </pc:picChg>
      </pc:sldChg>
      <pc:sldChg chg="addSp delSp modSp mod">
        <pc:chgData name="최수현(hank.choi)" userId="12abfc15-9d2d-4241-aee9-07a60ba187d6" providerId="ADAL" clId="{7D73E2BD-CF5B-4233-B5E6-36D17C39B60E}" dt="2025-11-24T01:48:58.074" v="420"/>
        <pc:sldMkLst>
          <pc:docMk/>
          <pc:sldMk cId="4195702273" sldId="4462"/>
        </pc:sldMkLst>
        <pc:picChg chg="add mod">
          <ac:chgData name="최수현(hank.choi)" userId="12abfc15-9d2d-4241-aee9-07a60ba187d6" providerId="ADAL" clId="{7D73E2BD-CF5B-4233-B5E6-36D17C39B60E}" dt="2025-11-24T01:48:58.074" v="420"/>
          <ac:picMkLst>
            <pc:docMk/>
            <pc:sldMk cId="4195702273" sldId="4462"/>
            <ac:picMk id="21" creationId="{6FEF6C9B-5213-34BA-9EE6-24D29B289814}"/>
          </ac:picMkLst>
        </pc:picChg>
      </pc:sldChg>
      <pc:sldChg chg="modSp mod setBg">
        <pc:chgData name="최수현(hank.choi)" userId="12abfc15-9d2d-4241-aee9-07a60ba187d6" providerId="ADAL" clId="{7D73E2BD-CF5B-4233-B5E6-36D17C39B60E}" dt="2025-11-24T04:27:47.923" v="2210"/>
        <pc:sldMkLst>
          <pc:docMk/>
          <pc:sldMk cId="4134063296" sldId="4465"/>
        </pc:sldMkLst>
        <pc:spChg chg="mod">
          <ac:chgData name="최수현(hank.choi)" userId="12abfc15-9d2d-4241-aee9-07a60ba187d6" providerId="ADAL" clId="{7D73E2BD-CF5B-4233-B5E6-36D17C39B60E}" dt="2025-11-24T01:54:20.060" v="837" actId="6549"/>
          <ac:spMkLst>
            <pc:docMk/>
            <pc:sldMk cId="4134063296" sldId="4465"/>
            <ac:spMk id="9" creationId="{B8DD8C26-A5B4-1915-900B-1E8D69EC5CEC}"/>
          </ac:spMkLst>
        </pc:spChg>
        <pc:spChg chg="mod">
          <ac:chgData name="최수현(hank.choi)" userId="12abfc15-9d2d-4241-aee9-07a60ba187d6" providerId="ADAL" clId="{7D73E2BD-CF5B-4233-B5E6-36D17C39B60E}" dt="2025-11-24T01:57:41.766" v="842" actId="20577"/>
          <ac:spMkLst>
            <pc:docMk/>
            <pc:sldMk cId="4134063296" sldId="4465"/>
            <ac:spMk id="16" creationId="{12AA51F6-50E6-07F6-C36C-AF82058E564D}"/>
          </ac:spMkLst>
        </pc:spChg>
      </pc:sldChg>
      <pc:sldChg chg="addSp delSp modSp mod">
        <pc:chgData name="최수현(hank.choi)" userId="12abfc15-9d2d-4241-aee9-07a60ba187d6" providerId="ADAL" clId="{7D73E2BD-CF5B-4233-B5E6-36D17C39B60E}" dt="2025-11-25T00:47:02.592" v="2543" actId="20577"/>
        <pc:sldMkLst>
          <pc:docMk/>
          <pc:sldMk cId="2099293336" sldId="4469"/>
        </pc:sldMkLst>
        <pc:spChg chg="mod">
          <ac:chgData name="최수현(hank.choi)" userId="12abfc15-9d2d-4241-aee9-07a60ba187d6" providerId="ADAL" clId="{7D73E2BD-CF5B-4233-B5E6-36D17C39B60E}" dt="2025-11-25T00:47:02.592" v="2543" actId="20577"/>
          <ac:spMkLst>
            <pc:docMk/>
            <pc:sldMk cId="2099293336" sldId="4469"/>
            <ac:spMk id="9" creationId="{3C9B6AC2-4F25-870E-920F-EC41EB88257C}"/>
          </ac:spMkLst>
        </pc:spChg>
        <pc:picChg chg="add mod">
          <ac:chgData name="최수현(hank.choi)" userId="12abfc15-9d2d-4241-aee9-07a60ba187d6" providerId="ADAL" clId="{7D73E2BD-CF5B-4233-B5E6-36D17C39B60E}" dt="2025-11-24T02:07:25.526" v="1341" actId="1076"/>
          <ac:picMkLst>
            <pc:docMk/>
            <pc:sldMk cId="2099293336" sldId="4469"/>
            <ac:picMk id="17" creationId="{6B8677C9-BF8D-6FB6-CEE7-CD5C5EE6AF6E}"/>
          </ac:picMkLst>
        </pc:picChg>
      </pc:sldChg>
      <pc:sldChg chg="modSp mod">
        <pc:chgData name="최수현(hank.choi)" userId="12abfc15-9d2d-4241-aee9-07a60ba187d6" providerId="ADAL" clId="{7D73E2BD-CF5B-4233-B5E6-36D17C39B60E}" dt="2025-11-24T02:26:27.026" v="1972" actId="207"/>
        <pc:sldMkLst>
          <pc:docMk/>
          <pc:sldMk cId="3565362497" sldId="4470"/>
        </pc:sldMkLst>
        <pc:spChg chg="mod">
          <ac:chgData name="최수현(hank.choi)" userId="12abfc15-9d2d-4241-aee9-07a60ba187d6" providerId="ADAL" clId="{7D73E2BD-CF5B-4233-B5E6-36D17C39B60E}" dt="2025-11-24T02:26:27.026" v="1972" actId="207"/>
          <ac:spMkLst>
            <pc:docMk/>
            <pc:sldMk cId="3565362497" sldId="4470"/>
            <ac:spMk id="10" creationId="{0F7BF3BD-C4A4-92E9-EA05-2F3D9B204C59}"/>
          </ac:spMkLst>
        </pc:spChg>
      </pc:sldChg>
      <pc:sldChg chg="modSp mod">
        <pc:chgData name="최수현(hank.choi)" userId="12abfc15-9d2d-4241-aee9-07a60ba187d6" providerId="ADAL" clId="{7D73E2BD-CF5B-4233-B5E6-36D17C39B60E}" dt="2025-11-24T02:25:56.489" v="1969" actId="20577"/>
        <pc:sldMkLst>
          <pc:docMk/>
          <pc:sldMk cId="2085897030" sldId="4471"/>
        </pc:sldMkLst>
        <pc:spChg chg="mod">
          <ac:chgData name="최수현(hank.choi)" userId="12abfc15-9d2d-4241-aee9-07a60ba187d6" providerId="ADAL" clId="{7D73E2BD-CF5B-4233-B5E6-36D17C39B60E}" dt="2025-11-24T02:25:56.489" v="1969" actId="20577"/>
          <ac:spMkLst>
            <pc:docMk/>
            <pc:sldMk cId="2085897030" sldId="4471"/>
            <ac:spMk id="10" creationId="{6D9356E0-DA63-FBB8-E198-B28E95FA7C7C}"/>
          </ac:spMkLst>
        </pc:spChg>
      </pc:sldChg>
      <pc:sldChg chg="addSp delSp modSp mod">
        <pc:chgData name="최수현(hank.choi)" userId="12abfc15-9d2d-4241-aee9-07a60ba187d6" providerId="ADAL" clId="{7D73E2BD-CF5B-4233-B5E6-36D17C39B60E}" dt="2025-11-24T04:06:54.060" v="1979" actId="1076"/>
        <pc:sldMkLst>
          <pc:docMk/>
          <pc:sldMk cId="4085209388" sldId="4472"/>
        </pc:sldMkLst>
        <pc:picChg chg="add mod">
          <ac:chgData name="최수현(hank.choi)" userId="12abfc15-9d2d-4241-aee9-07a60ba187d6" providerId="ADAL" clId="{7D73E2BD-CF5B-4233-B5E6-36D17C39B60E}" dt="2025-11-24T04:06:54.060" v="1979" actId="1076"/>
          <ac:picMkLst>
            <pc:docMk/>
            <pc:sldMk cId="4085209388" sldId="4472"/>
            <ac:picMk id="16" creationId="{095A37AD-8A79-CC94-F90E-3F17F51FD87E}"/>
          </ac:picMkLst>
        </pc:picChg>
      </pc:sldChg>
      <pc:sldChg chg="addSp delSp modSp mod setBg">
        <pc:chgData name="최수현(hank.choi)" userId="12abfc15-9d2d-4241-aee9-07a60ba187d6" providerId="ADAL" clId="{7D73E2BD-CF5B-4233-B5E6-36D17C39B60E}" dt="2025-11-24T04:26:58.063" v="2203"/>
        <pc:sldMkLst>
          <pc:docMk/>
          <pc:sldMk cId="2256195752" sldId="4474"/>
        </pc:sldMkLst>
        <pc:picChg chg="add mod">
          <ac:chgData name="최수현(hank.choi)" userId="12abfc15-9d2d-4241-aee9-07a60ba187d6" providerId="ADAL" clId="{7D73E2BD-CF5B-4233-B5E6-36D17C39B60E}" dt="2025-11-24T04:11:07.564" v="1984" actId="1076"/>
          <ac:picMkLst>
            <pc:docMk/>
            <pc:sldMk cId="2256195752" sldId="4474"/>
            <ac:picMk id="16" creationId="{950C7BF0-065D-55BB-DEFE-5CE886221629}"/>
          </ac:picMkLst>
        </pc:picChg>
      </pc:sldChg>
      <pc:sldChg chg="addSp delSp modSp mod">
        <pc:chgData name="최수현(hank.choi)" userId="12abfc15-9d2d-4241-aee9-07a60ba187d6" providerId="ADAL" clId="{7D73E2BD-CF5B-4233-B5E6-36D17C39B60E}" dt="2025-11-24T04:27:19.614" v="2205" actId="207"/>
        <pc:sldMkLst>
          <pc:docMk/>
          <pc:sldMk cId="1588802675" sldId="4475"/>
        </pc:sldMkLst>
        <pc:spChg chg="mod">
          <ac:chgData name="최수현(hank.choi)" userId="12abfc15-9d2d-4241-aee9-07a60ba187d6" providerId="ADAL" clId="{7D73E2BD-CF5B-4233-B5E6-36D17C39B60E}" dt="2025-11-24T04:27:19.614" v="2205" actId="207"/>
          <ac:spMkLst>
            <pc:docMk/>
            <pc:sldMk cId="1588802675" sldId="4475"/>
            <ac:spMk id="6" creationId="{EDC89E9D-D8D6-B25A-C6CD-7BDD82316DBE}"/>
          </ac:spMkLst>
        </pc:spChg>
        <pc:spChg chg="mod">
          <ac:chgData name="최수현(hank.choi)" userId="12abfc15-9d2d-4241-aee9-07a60ba187d6" providerId="ADAL" clId="{7D73E2BD-CF5B-4233-B5E6-36D17C39B60E}" dt="2025-11-24T04:27:19.614" v="2205" actId="207"/>
          <ac:spMkLst>
            <pc:docMk/>
            <pc:sldMk cId="1588802675" sldId="4475"/>
            <ac:spMk id="7" creationId="{DF3B4E50-5214-16E6-4DB1-F6BD7DA91EC3}"/>
          </ac:spMkLst>
        </pc:spChg>
        <pc:grpChg chg="mod">
          <ac:chgData name="최수현(hank.choi)" userId="12abfc15-9d2d-4241-aee9-07a60ba187d6" providerId="ADAL" clId="{7D73E2BD-CF5B-4233-B5E6-36D17C39B60E}" dt="2025-11-24T04:27:19.614" v="2205" actId="207"/>
          <ac:grpSpMkLst>
            <pc:docMk/>
            <pc:sldMk cId="1588802675" sldId="4475"/>
            <ac:grpSpMk id="5" creationId="{4294E932-DF78-9CFF-F7F1-036A414FAE94}"/>
          </ac:grpSpMkLst>
        </pc:grpChg>
        <pc:picChg chg="add mod">
          <ac:chgData name="최수현(hank.choi)" userId="12abfc15-9d2d-4241-aee9-07a60ba187d6" providerId="ADAL" clId="{7D73E2BD-CF5B-4233-B5E6-36D17C39B60E}" dt="2025-11-24T04:19:05.053" v="1998" actId="1076"/>
          <ac:picMkLst>
            <pc:docMk/>
            <pc:sldMk cId="1588802675" sldId="4475"/>
            <ac:picMk id="19" creationId="{2903ECC6-8CEF-45FF-1F7E-4884B16D0265}"/>
          </ac:picMkLst>
        </pc:picChg>
      </pc:sldChg>
      <pc:sldChg chg="modSp add mod setBg">
        <pc:chgData name="최수현(hank.choi)" userId="12abfc15-9d2d-4241-aee9-07a60ba187d6" providerId="ADAL" clId="{7D73E2BD-CF5B-4233-B5E6-36D17C39B60E}" dt="2025-11-24T04:27:41.337" v="2209"/>
        <pc:sldMkLst>
          <pc:docMk/>
          <pc:sldMk cId="3799049467" sldId="4476"/>
        </pc:sldMkLst>
        <pc:spChg chg="mod">
          <ac:chgData name="최수현(hank.choi)" userId="12abfc15-9d2d-4241-aee9-07a60ba187d6" providerId="ADAL" clId="{7D73E2BD-CF5B-4233-B5E6-36D17C39B60E}" dt="2025-11-24T01:57:38.690" v="841" actId="20577"/>
          <ac:spMkLst>
            <pc:docMk/>
            <pc:sldMk cId="3799049467" sldId="4476"/>
            <ac:spMk id="16" creationId="{B4F2D7F2-F8AF-33A2-4CEA-AF952244E711}"/>
          </ac:spMkLst>
        </pc:spChg>
      </pc:sldChg>
      <pc:sldChg chg="modSp add mod ord setBg">
        <pc:chgData name="최수현(hank.choi)" userId="12abfc15-9d2d-4241-aee9-07a60ba187d6" providerId="ADAL" clId="{7D73E2BD-CF5B-4233-B5E6-36D17C39B60E}" dt="2025-11-24T04:27:47.923" v="2210"/>
        <pc:sldMkLst>
          <pc:docMk/>
          <pc:sldMk cId="3231972270" sldId="4477"/>
        </pc:sldMkLst>
        <pc:spChg chg="mod">
          <ac:chgData name="최수현(hank.choi)" userId="12abfc15-9d2d-4241-aee9-07a60ba187d6" providerId="ADAL" clId="{7D73E2BD-CF5B-4233-B5E6-36D17C39B60E}" dt="2025-11-24T01:54:04.606" v="834" actId="20577"/>
          <ac:spMkLst>
            <pc:docMk/>
            <pc:sldMk cId="3231972270" sldId="4477"/>
            <ac:spMk id="9" creationId="{53707CCB-BBA8-50E8-A7B2-79D597277636}"/>
          </ac:spMkLst>
        </pc:spChg>
        <pc:spChg chg="mod">
          <ac:chgData name="최수현(hank.choi)" userId="12abfc15-9d2d-4241-aee9-07a60ba187d6" providerId="ADAL" clId="{7D73E2BD-CF5B-4233-B5E6-36D17C39B60E}" dt="2025-11-24T01:57:45.035" v="843" actId="20577"/>
          <ac:spMkLst>
            <pc:docMk/>
            <pc:sldMk cId="3231972270" sldId="4477"/>
            <ac:spMk id="16" creationId="{4DDB6BEC-F71C-21DE-3C4D-6D5678509D70}"/>
          </ac:spMkLst>
        </pc:spChg>
      </pc:sldChg>
      <pc:sldChg chg="modSp add mod setBg">
        <pc:chgData name="최수현(hank.choi)" userId="12abfc15-9d2d-4241-aee9-07a60ba187d6" providerId="ADAL" clId="{7D73E2BD-CF5B-4233-B5E6-36D17C39B60E}" dt="2025-11-24T04:27:38.249" v="2208"/>
        <pc:sldMkLst>
          <pc:docMk/>
          <pc:sldMk cId="1375843741" sldId="4478"/>
        </pc:sldMkLst>
        <pc:spChg chg="mod">
          <ac:chgData name="최수현(hank.choi)" userId="12abfc15-9d2d-4241-aee9-07a60ba187d6" providerId="ADAL" clId="{7D73E2BD-CF5B-4233-B5E6-36D17C39B60E}" dt="2025-11-24T02:00:03.743" v="1324" actId="20577"/>
          <ac:spMkLst>
            <pc:docMk/>
            <pc:sldMk cId="1375843741" sldId="4478"/>
            <ac:spMk id="16" creationId="{8019D535-C5CF-82B2-A1C3-AD9B894CE6A3}"/>
          </ac:spMkLst>
        </pc:spChg>
      </pc:sldChg>
      <pc:sldChg chg="addSp delSp modSp add mod setBg">
        <pc:chgData name="최수현(hank.choi)" userId="12abfc15-9d2d-4241-aee9-07a60ba187d6" providerId="ADAL" clId="{7D73E2BD-CF5B-4233-B5E6-36D17C39B60E}" dt="2025-11-24T04:27:25.746" v="2206"/>
        <pc:sldMkLst>
          <pc:docMk/>
          <pc:sldMk cId="3198546363" sldId="4479"/>
        </pc:sldMkLst>
        <pc:spChg chg="mod">
          <ac:chgData name="최수현(hank.choi)" userId="12abfc15-9d2d-4241-aee9-07a60ba187d6" providerId="ADAL" clId="{7D73E2BD-CF5B-4233-B5E6-36D17C39B60E}" dt="2025-11-24T04:21:56.653" v="2101" actId="20577"/>
          <ac:spMkLst>
            <pc:docMk/>
            <pc:sldMk cId="3198546363" sldId="4479"/>
            <ac:spMk id="10" creationId="{55C9FA95-747F-E1F3-0F36-0F9379CF0C3A}"/>
          </ac:spMkLst>
        </pc:spChg>
        <pc:picChg chg="add mod">
          <ac:chgData name="최수현(hank.choi)" userId="12abfc15-9d2d-4241-aee9-07a60ba187d6" providerId="ADAL" clId="{7D73E2BD-CF5B-4233-B5E6-36D17C39B60E}" dt="2025-11-24T04:21:29.738" v="2012"/>
          <ac:picMkLst>
            <pc:docMk/>
            <pc:sldMk cId="3198546363" sldId="4479"/>
            <ac:picMk id="16" creationId="{C7F6C60A-11AE-DD2F-5A23-EF8849BD2100}"/>
          </ac:picMkLst>
        </pc:picChg>
      </pc:sldChg>
      <pc:sldChg chg="addSp delSp modSp add mod setBg">
        <pc:chgData name="최수현(hank.choi)" userId="12abfc15-9d2d-4241-aee9-07a60ba187d6" providerId="ADAL" clId="{7D73E2BD-CF5B-4233-B5E6-36D17C39B60E}" dt="2025-11-24T04:27:29.359" v="2207"/>
        <pc:sldMkLst>
          <pc:docMk/>
          <pc:sldMk cId="3056856703" sldId="4480"/>
        </pc:sldMkLst>
        <pc:spChg chg="mod">
          <ac:chgData name="최수현(hank.choi)" userId="12abfc15-9d2d-4241-aee9-07a60ba187d6" providerId="ADAL" clId="{7D73E2BD-CF5B-4233-B5E6-36D17C39B60E}" dt="2025-11-24T04:26:28.353" v="2199" actId="20577"/>
          <ac:spMkLst>
            <pc:docMk/>
            <pc:sldMk cId="3056856703" sldId="4480"/>
            <ac:spMk id="10" creationId="{6F1D904B-A3BD-E133-9ACB-6B7F496B3A51}"/>
          </ac:spMkLst>
        </pc:spChg>
        <pc:picChg chg="add mod">
          <ac:chgData name="최수현(hank.choi)" userId="12abfc15-9d2d-4241-aee9-07a60ba187d6" providerId="ADAL" clId="{7D73E2BD-CF5B-4233-B5E6-36D17C39B60E}" dt="2025-11-24T04:25:12.870" v="2113" actId="1076"/>
          <ac:picMkLst>
            <pc:docMk/>
            <pc:sldMk cId="3056856703" sldId="4480"/>
            <ac:picMk id="19" creationId="{11F84A1C-DFB5-36C1-5476-C7FAA52D0154}"/>
          </ac:picMkLst>
        </pc:picChg>
        <pc:picChg chg="add mod">
          <ac:chgData name="최수현(hank.choi)" userId="12abfc15-9d2d-4241-aee9-07a60ba187d6" providerId="ADAL" clId="{7D73E2BD-CF5B-4233-B5E6-36D17C39B60E}" dt="2025-11-24T04:26:05.823" v="2123" actId="1076"/>
          <ac:picMkLst>
            <pc:docMk/>
            <pc:sldMk cId="3056856703" sldId="4480"/>
            <ac:picMk id="23" creationId="{096C56EE-17EC-EC21-E06C-F51D44631F84}"/>
          </ac:picMkLst>
        </pc:picChg>
      </pc:sldChg>
      <pc:sldChg chg="addSp delSp modSp add mod setBg">
        <pc:chgData name="최수현(hank.choi)" userId="12abfc15-9d2d-4241-aee9-07a60ba187d6" providerId="ADAL" clId="{7D73E2BD-CF5B-4233-B5E6-36D17C39B60E}" dt="2025-11-25T00:47:26.604" v="2544"/>
        <pc:sldMkLst>
          <pc:docMk/>
          <pc:sldMk cId="555638952" sldId="4481"/>
        </pc:sldMkLst>
        <pc:spChg chg="mod">
          <ac:chgData name="최수현(hank.choi)" userId="12abfc15-9d2d-4241-aee9-07a60ba187d6" providerId="ADAL" clId="{7D73E2BD-CF5B-4233-B5E6-36D17C39B60E}" dt="2025-11-24T05:43:11.502" v="2324" actId="20577"/>
          <ac:spMkLst>
            <pc:docMk/>
            <pc:sldMk cId="555638952" sldId="4481"/>
            <ac:spMk id="10" creationId="{81C37EC3-BC1B-479A-0AF4-65E6586CE3BB}"/>
          </ac:spMkLst>
        </pc:spChg>
        <pc:picChg chg="add mod">
          <ac:chgData name="최수현(hank.choi)" userId="12abfc15-9d2d-4241-aee9-07a60ba187d6" providerId="ADAL" clId="{7D73E2BD-CF5B-4233-B5E6-36D17C39B60E}" dt="2025-11-24T05:42:49.221" v="2217" actId="1076"/>
          <ac:picMkLst>
            <pc:docMk/>
            <pc:sldMk cId="555638952" sldId="4481"/>
            <ac:picMk id="14" creationId="{CFE5DCE2-5595-DD13-51E8-26866856E5B6}"/>
          </ac:picMkLst>
        </pc:picChg>
      </pc:sldChg>
      <pc:sldChg chg="addSp modSp add mod ord setBg">
        <pc:chgData name="최수현(hank.choi)" userId="12abfc15-9d2d-4241-aee9-07a60ba187d6" providerId="ADAL" clId="{7D73E2BD-CF5B-4233-B5E6-36D17C39B60E}" dt="2025-11-24T05:48:16.835" v="2527" actId="1076"/>
        <pc:sldMkLst>
          <pc:docMk/>
          <pc:sldMk cId="2562966855" sldId="4482"/>
        </pc:sldMkLst>
        <pc:spChg chg="mod">
          <ac:chgData name="최수현(hank.choi)" userId="12abfc15-9d2d-4241-aee9-07a60ba187d6" providerId="ADAL" clId="{7D73E2BD-CF5B-4233-B5E6-36D17C39B60E}" dt="2025-11-24T05:46:00.529" v="2386" actId="20577"/>
          <ac:spMkLst>
            <pc:docMk/>
            <pc:sldMk cId="2562966855" sldId="4482"/>
            <ac:spMk id="9" creationId="{488C64FC-B284-15C6-C48C-04B66547C431}"/>
          </ac:spMkLst>
        </pc:spChg>
        <pc:spChg chg="mod">
          <ac:chgData name="최수현(hank.choi)" userId="12abfc15-9d2d-4241-aee9-07a60ba187d6" providerId="ADAL" clId="{7D73E2BD-CF5B-4233-B5E6-36D17C39B60E}" dt="2025-11-24T05:46:45.116" v="2497" actId="20577"/>
          <ac:spMkLst>
            <pc:docMk/>
            <pc:sldMk cId="2562966855" sldId="4482"/>
            <ac:spMk id="16" creationId="{31B59BDA-74EC-01E1-A286-7601A2CFDD27}"/>
          </ac:spMkLst>
        </pc:spChg>
        <pc:picChg chg="add mod">
          <ac:chgData name="최수현(hank.choi)" userId="12abfc15-9d2d-4241-aee9-07a60ba187d6" providerId="ADAL" clId="{7D73E2BD-CF5B-4233-B5E6-36D17C39B60E}" dt="2025-11-24T05:48:16.835" v="2527" actId="1076"/>
          <ac:picMkLst>
            <pc:docMk/>
            <pc:sldMk cId="2562966855" sldId="4482"/>
            <ac:picMk id="11" creationId="{073D25CD-459F-1C13-E310-B2E03C56C25B}"/>
          </ac:picMkLst>
        </pc:picChg>
      </pc:sldChg>
      <pc:sldChg chg="addSp delSp modSp add mod setBg">
        <pc:chgData name="최수현(hank.choi)" userId="12abfc15-9d2d-4241-aee9-07a60ba187d6" providerId="ADAL" clId="{7D73E2BD-CF5B-4233-B5E6-36D17C39B60E}" dt="2025-11-24T05:48:53.798" v="2529" actId="1076"/>
        <pc:sldMkLst>
          <pc:docMk/>
          <pc:sldMk cId="587881159" sldId="4483"/>
        </pc:sldMkLst>
        <pc:spChg chg="mod">
          <ac:chgData name="최수현(hank.choi)" userId="12abfc15-9d2d-4241-aee9-07a60ba187d6" providerId="ADAL" clId="{7D73E2BD-CF5B-4233-B5E6-36D17C39B60E}" dt="2025-11-24T05:47:10.949" v="2516" actId="20577"/>
          <ac:spMkLst>
            <pc:docMk/>
            <pc:sldMk cId="587881159" sldId="4483"/>
            <ac:spMk id="16" creationId="{FBA7BDC8-E097-5CAB-15A4-557C67F9170A}"/>
          </ac:spMkLst>
        </pc:spChg>
        <pc:picChg chg="add mod">
          <ac:chgData name="최수현(hank.choi)" userId="12abfc15-9d2d-4241-aee9-07a60ba187d6" providerId="ADAL" clId="{7D73E2BD-CF5B-4233-B5E6-36D17C39B60E}" dt="2025-11-24T05:48:53.798" v="2529" actId="1076"/>
          <ac:picMkLst>
            <pc:docMk/>
            <pc:sldMk cId="587881159" sldId="4483"/>
            <ac:picMk id="17" creationId="{76E1BEFF-4966-0A3B-4BF2-F8E7F9B6CDE5}"/>
          </ac:picMkLst>
        </pc:picChg>
      </pc:sldChg>
      <pc:sldChg chg="addSp modSp add mod setBg">
        <pc:chgData name="최수현(hank.choi)" userId="12abfc15-9d2d-4241-aee9-07a60ba187d6" providerId="ADAL" clId="{7D73E2BD-CF5B-4233-B5E6-36D17C39B60E}" dt="2025-11-24T05:52:15.084" v="2537" actId="1076"/>
        <pc:sldMkLst>
          <pc:docMk/>
          <pc:sldMk cId="3001387434" sldId="4484"/>
        </pc:sldMkLst>
        <pc:spChg chg="mod">
          <ac:chgData name="최수현(hank.choi)" userId="12abfc15-9d2d-4241-aee9-07a60ba187d6" providerId="ADAL" clId="{7D73E2BD-CF5B-4233-B5E6-36D17C39B60E}" dt="2025-11-24T05:47:22.108" v="2520"/>
          <ac:spMkLst>
            <pc:docMk/>
            <pc:sldMk cId="3001387434" sldId="4484"/>
            <ac:spMk id="16" creationId="{B07CA482-595E-2477-723E-0549E50FA457}"/>
          </ac:spMkLst>
        </pc:spChg>
        <pc:picChg chg="add mod">
          <ac:chgData name="최수현(hank.choi)" userId="12abfc15-9d2d-4241-aee9-07a60ba187d6" providerId="ADAL" clId="{7D73E2BD-CF5B-4233-B5E6-36D17C39B60E}" dt="2025-11-24T05:50:48.373" v="2531" actId="1076"/>
          <ac:picMkLst>
            <pc:docMk/>
            <pc:sldMk cId="3001387434" sldId="4484"/>
            <ac:picMk id="11" creationId="{FFB2DEBF-0E26-B376-6B23-136D11177E25}"/>
          </ac:picMkLst>
        </pc:picChg>
        <pc:picChg chg="add mod">
          <ac:chgData name="최수현(hank.choi)" userId="12abfc15-9d2d-4241-aee9-07a60ba187d6" providerId="ADAL" clId="{7D73E2BD-CF5B-4233-B5E6-36D17C39B60E}" dt="2025-11-24T05:52:15.084" v="2537" actId="1076"/>
          <ac:picMkLst>
            <pc:docMk/>
            <pc:sldMk cId="3001387434" sldId="4484"/>
            <ac:picMk id="17" creationId="{C355FF80-446D-45E8-2A14-CC63AA28AFF2}"/>
          </ac:picMkLst>
        </pc:picChg>
      </pc:sldChg>
      <pc:sldChg chg="addSp delSp modSp add mod setBg">
        <pc:chgData name="최수현(hank.choi)" userId="12abfc15-9d2d-4241-aee9-07a60ba187d6" providerId="ADAL" clId="{7D73E2BD-CF5B-4233-B5E6-36D17C39B60E}" dt="2025-11-25T00:49:17.601" v="2603" actId="20577"/>
        <pc:sldMkLst>
          <pc:docMk/>
          <pc:sldMk cId="3407784877" sldId="4485"/>
        </pc:sldMkLst>
        <pc:spChg chg="mod">
          <ac:chgData name="최수현(hank.choi)" userId="12abfc15-9d2d-4241-aee9-07a60ba187d6" providerId="ADAL" clId="{7D73E2BD-CF5B-4233-B5E6-36D17C39B60E}" dt="2025-11-25T00:49:17.601" v="2603" actId="20577"/>
          <ac:spMkLst>
            <pc:docMk/>
            <pc:sldMk cId="3407784877" sldId="4485"/>
            <ac:spMk id="9" creationId="{7DF54517-194F-A0B0-6470-2C7CF227517D}"/>
          </ac:spMkLst>
        </pc:spChg>
      </pc:sldChg>
      <pc:sldChg chg="addSp delSp modSp add mod setBg">
        <pc:chgData name="최수현(hank.choi)" userId="12abfc15-9d2d-4241-aee9-07a60ba187d6" providerId="ADAL" clId="{7D73E2BD-CF5B-4233-B5E6-36D17C39B60E}" dt="2025-11-25T00:53:48.815" v="2614"/>
        <pc:sldMkLst>
          <pc:docMk/>
          <pc:sldMk cId="3335299779" sldId="44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0F3A8F-84F1-4EEB-B881-F91C6421E9E5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5E8464-247B-4828-8E7F-9746B228F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501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13A53D-29F6-54B8-75E7-3C39D80B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5F1386-2CBF-5C24-D022-5E601A12F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6F1AF0-0EBC-EEFE-095C-4F4BA2DD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72D038-B060-1635-6770-AC4BEA3C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7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283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sctek01-my.sharepoint.com/:t:/g/personal/hank_choi_spintech_co_kr/IQCMGq-yimg3TLW5GQno_PDhAcDx6Fi-prHQfzlIUGntsOs?e=sJTWcO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265ACC-829D-0D71-B7EE-F2D296B38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204A2A-AFC9-46BB-054A-5FE63B4137BF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6EFA58E-B542-718D-66CA-A067596BB36A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67CDC96-594D-FC56-D59A-9D0A0209258B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1D32336-F7BB-44B7-7DD8-C404010695C7}"/>
              </a:ext>
            </a:extLst>
          </p:cNvPr>
          <p:cNvGrpSpPr/>
          <p:nvPr/>
        </p:nvGrpSpPr>
        <p:grpSpPr>
          <a:xfrm>
            <a:off x="1179077" y="1081494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E55A677-CB16-08AF-A3C0-598CE6F010B9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0172943-DBF5-DFDF-294B-342B7841D78C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A75455D6-4952-0040-5697-C6845CB599EC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1F566CF-2BF0-67CF-9FEA-D9BCC58DA663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6001809-1376-90D8-D0E0-EA76EFA02D2D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51C8FF08-A40B-A736-7EB8-70367809E656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1A145E8-5B0E-86FB-2547-54E8A61DC79B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 err="1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</a:t>
            </a: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1900" b="1" spc="-38" err="1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방향성</a:t>
            </a:r>
            <a:endParaRPr lang="en-US" sz="1900" b="1" spc="-38">
              <a:solidFill>
                <a:srgbClr val="FFFFFF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7" name="TextBox 49">
            <a:extLst>
              <a:ext uri="{FF2B5EF4-FFF2-40B4-BE49-F238E27FC236}">
                <a16:creationId xmlns:a16="http://schemas.microsoft.com/office/drawing/2014/main" id="{D0C48835-BAD9-EB43-CE2E-F5B3AD4DDCE9}"/>
              </a:ext>
            </a:extLst>
          </p:cNvPr>
          <p:cNvSpPr txBox="1"/>
          <p:nvPr/>
        </p:nvSpPr>
        <p:spPr>
          <a:xfrm>
            <a:off x="5734204" y="4581106"/>
            <a:ext cx="701751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ko-KR" sz="6600" b="1" spc="-62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IceBreaking</a:t>
            </a:r>
            <a:endParaRPr lang="ko-KR" altLang="en-US" sz="6600" b="1" spc="-62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4" name="TextBox 51">
            <a:extLst>
              <a:ext uri="{FF2B5EF4-FFF2-40B4-BE49-F238E27FC236}">
                <a16:creationId xmlns:a16="http://schemas.microsoft.com/office/drawing/2014/main" id="{98C488FF-D18F-4CB6-D132-066D7D4069D3}"/>
              </a:ext>
            </a:extLst>
          </p:cNvPr>
          <p:cNvSpPr txBox="1"/>
          <p:nvPr/>
        </p:nvSpPr>
        <p:spPr>
          <a:xfrm>
            <a:off x="8852967" y="3829978"/>
            <a:ext cx="631663" cy="443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6000" b="1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1</a:t>
            </a:r>
          </a:p>
        </p:txBody>
      </p:sp>
      <p:sp>
        <p:nvSpPr>
          <p:cNvPr id="25" name="AutoShape 21">
            <a:extLst>
              <a:ext uri="{FF2B5EF4-FFF2-40B4-BE49-F238E27FC236}">
                <a16:creationId xmlns:a16="http://schemas.microsoft.com/office/drawing/2014/main" id="{6CAD7EB9-013A-5D0A-B3A8-E73BF6EFABB0}"/>
              </a:ext>
            </a:extLst>
          </p:cNvPr>
          <p:cNvSpPr/>
          <p:nvPr/>
        </p:nvSpPr>
        <p:spPr>
          <a:xfrm flipV="1">
            <a:off x="5605273" y="6057900"/>
            <a:ext cx="72390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AutoShape 21">
            <a:extLst>
              <a:ext uri="{FF2B5EF4-FFF2-40B4-BE49-F238E27FC236}">
                <a16:creationId xmlns:a16="http://schemas.microsoft.com/office/drawing/2014/main" id="{83D64529-27B1-6901-562C-C35C21313BA8}"/>
              </a:ext>
            </a:extLst>
          </p:cNvPr>
          <p:cNvSpPr/>
          <p:nvPr/>
        </p:nvSpPr>
        <p:spPr>
          <a:xfrm flipV="1">
            <a:off x="5585395" y="4063810"/>
            <a:ext cx="72390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081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AA7F63-8597-CE39-A665-D4DF9B57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D8AE244-7AD3-0FBF-637D-770E01833F73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7E4CB2C-FFAC-7FA2-8256-1FC8A4EECA2A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5D0FB65-E136-4DB6-2B3C-FE3D86A3CE0A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77F8211-6E83-5271-4358-E4D9800A5795}"/>
              </a:ext>
            </a:extLst>
          </p:cNvPr>
          <p:cNvGrpSpPr/>
          <p:nvPr/>
        </p:nvGrpSpPr>
        <p:grpSpPr>
          <a:xfrm>
            <a:off x="1085373" y="1141575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9010FA3-4BCB-8C74-A000-DC3AE456E1C3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AEE75CE-9E66-C34D-9258-3FE89803C4C3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E538BC4F-A4B7-A6D8-ED15-3F06588E11A1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22FA9FB-A991-ED43-1AA2-4F04E52A6F69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88EB2C7-29D1-563B-C692-1BD7E7FA2E9D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89D218EC-3786-2D2B-35EC-C51493BFF3DC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8A93D39-53CC-B2E6-0EB9-250FD81AEE0F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09194BCD-B73A-037E-1C9B-90426DC5DE3D}"/>
              </a:ext>
            </a:extLst>
          </p:cNvPr>
          <p:cNvSpPr txBox="1"/>
          <p:nvPr/>
        </p:nvSpPr>
        <p:spPr>
          <a:xfrm>
            <a:off x="1371135" y="2201557"/>
            <a:ext cx="1534781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1.Copilot Chat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접속하기</a:t>
            </a:r>
            <a:endParaRPr lang="en-US" altLang="ko-KR" sz="4800" b="1" spc="-8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FEF6C9B-5213-34BA-9EE6-24D29B2898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5474" y="3819525"/>
            <a:ext cx="10943448" cy="582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70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7AABD-67E4-CA17-3F4D-EB23C87DA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2749A04-6062-9058-42D9-56F438A34A18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EFE3B92-66F5-B426-290B-593068E0E259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E35A4F2-020B-358A-CA07-9206ADE196A9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8C9159E-D573-F758-329B-BF35F5928980}"/>
              </a:ext>
            </a:extLst>
          </p:cNvPr>
          <p:cNvGrpSpPr/>
          <p:nvPr/>
        </p:nvGrpSpPr>
        <p:grpSpPr>
          <a:xfrm>
            <a:off x="1085373" y="1141575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304A4C1-52F1-BA7E-AE14-8054C08317AA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3358AA5-1108-301D-0CF9-7FA8908EE819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91C8AA23-72AE-EC5E-FCC5-6236819A6A61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41E564A-B9F0-5A13-832C-F4010EAF6B61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27D5C16-ED1D-0C15-F6BC-0063618DC50D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D058FEB9-96A7-568B-0116-7A98F673FC93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C134C56-1E66-2C48-E4F2-DFD12CBE2697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1EFD4976-F1A1-95D8-E294-9FA68F2079E9}"/>
              </a:ext>
            </a:extLst>
          </p:cNvPr>
          <p:cNvSpPr txBox="1"/>
          <p:nvPr/>
        </p:nvSpPr>
        <p:spPr>
          <a:xfrm>
            <a:off x="1371135" y="2201557"/>
            <a:ext cx="1534781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2.[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웹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프롬프트 입력하기</a:t>
            </a:r>
            <a:endParaRPr lang="en-US" altLang="ko-KR" sz="4800" b="1" spc="-8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77A2196C-2ACA-5620-6878-2DDEB5A39D36}"/>
              </a:ext>
            </a:extLst>
          </p:cNvPr>
          <p:cNvSpPr txBox="1"/>
          <p:nvPr/>
        </p:nvSpPr>
        <p:spPr>
          <a:xfrm>
            <a:off x="1384582" y="3173980"/>
            <a:ext cx="15347810" cy="2405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최근 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10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년 치 로또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등 당첨 번호 분석해서</a:t>
            </a:r>
            <a:endParaRPr lang="en-US" altLang="ko-KR" sz="36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가장 많이 당첨된 번호를 계산하고</a:t>
            </a:r>
            <a:endParaRPr lang="en-US" altLang="ko-KR" sz="36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그 데이터를 기반으로 로또 번호를 추천해줘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endParaRPr lang="en-US" altLang="ko-KR" sz="36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584806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734761-1C8B-DD08-8A18-65F721220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CAA1DDE-18E5-6B61-AFA8-17D7BEBED19E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C447771-E6D7-8103-C19A-39F6DE04F149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132A42-2472-B0AB-0A19-699EEB622E74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8932025-E0A2-2474-04A0-F3CD04A98E68}"/>
              </a:ext>
            </a:extLst>
          </p:cNvPr>
          <p:cNvGrpSpPr/>
          <p:nvPr/>
        </p:nvGrpSpPr>
        <p:grpSpPr>
          <a:xfrm>
            <a:off x="1179077" y="1081494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E539395-9F5D-84F5-BE43-0AB218B8AD66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89E39DF-701B-197E-2DA4-27FB1EB861EE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505F6528-DBAC-2685-C9CF-5441C866CA55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3A88684-8957-041C-6BD6-2E698DBD1000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7D747E6-BC8E-0841-F815-CD7F391B2DC7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E5531CBD-1E1B-5736-6289-8C0D502962EA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5E41304-8CE4-9742-EAFC-7C3763598A24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 err="1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</a:t>
            </a: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1900" b="1" spc="-38" err="1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방향성</a:t>
            </a:r>
            <a:endParaRPr lang="en-US" sz="1900" b="1" spc="-38">
              <a:solidFill>
                <a:srgbClr val="FFFFFF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4" name="AutoShape 21">
            <a:extLst>
              <a:ext uri="{FF2B5EF4-FFF2-40B4-BE49-F238E27FC236}">
                <a16:creationId xmlns:a16="http://schemas.microsoft.com/office/drawing/2014/main" id="{7BFE0F65-F106-FBBC-8B43-D7882BE95AB9}"/>
              </a:ext>
            </a:extLst>
          </p:cNvPr>
          <p:cNvSpPr/>
          <p:nvPr/>
        </p:nvSpPr>
        <p:spPr>
          <a:xfrm flipV="1">
            <a:off x="5524499" y="3847217"/>
            <a:ext cx="72390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49">
            <a:extLst>
              <a:ext uri="{FF2B5EF4-FFF2-40B4-BE49-F238E27FC236}">
                <a16:creationId xmlns:a16="http://schemas.microsoft.com/office/drawing/2014/main" id="{AFE238AC-B674-5659-00C1-1818F8D62004}"/>
              </a:ext>
            </a:extLst>
          </p:cNvPr>
          <p:cNvSpPr txBox="1"/>
          <p:nvPr/>
        </p:nvSpPr>
        <p:spPr>
          <a:xfrm>
            <a:off x="5734204" y="4857843"/>
            <a:ext cx="701751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ko-KR" sz="66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Chat </a:t>
            </a:r>
            <a:r>
              <a:rPr lang="ko-KR" altLang="en-US" sz="66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</a:t>
            </a:r>
            <a:endParaRPr lang="en-US" altLang="ko-KR" sz="6600" b="1" spc="-62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1" name="Group 29">
            <a:extLst>
              <a:ext uri="{FF2B5EF4-FFF2-40B4-BE49-F238E27FC236}">
                <a16:creationId xmlns:a16="http://schemas.microsoft.com/office/drawing/2014/main" id="{5F42FDC8-2872-C5AA-D4FE-2A1EA65DB0F8}"/>
              </a:ext>
            </a:extLst>
          </p:cNvPr>
          <p:cNvGrpSpPr/>
          <p:nvPr/>
        </p:nvGrpSpPr>
        <p:grpSpPr>
          <a:xfrm>
            <a:off x="8571888" y="3262358"/>
            <a:ext cx="1200387" cy="1169718"/>
            <a:chOff x="0" y="0"/>
            <a:chExt cx="812800" cy="812800"/>
          </a:xfrm>
        </p:grpSpPr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F4B20746-BB83-5133-102E-5D309DC1B18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31">
              <a:extLst>
                <a:ext uri="{FF2B5EF4-FFF2-40B4-BE49-F238E27FC236}">
                  <a16:creationId xmlns:a16="http://schemas.microsoft.com/office/drawing/2014/main" id="{76A25D3D-E874-572A-24D1-5AB075302961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51">
            <a:extLst>
              <a:ext uri="{FF2B5EF4-FFF2-40B4-BE49-F238E27FC236}">
                <a16:creationId xmlns:a16="http://schemas.microsoft.com/office/drawing/2014/main" id="{39DBF5DB-3F45-07C0-BDA1-150DF378465B}"/>
              </a:ext>
            </a:extLst>
          </p:cNvPr>
          <p:cNvSpPr txBox="1"/>
          <p:nvPr/>
        </p:nvSpPr>
        <p:spPr>
          <a:xfrm>
            <a:off x="8852967" y="3829978"/>
            <a:ext cx="631663" cy="443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6000" b="1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1</a:t>
            </a:r>
          </a:p>
        </p:txBody>
      </p:sp>
      <p:sp>
        <p:nvSpPr>
          <p:cNvPr id="25" name="AutoShape 21">
            <a:extLst>
              <a:ext uri="{FF2B5EF4-FFF2-40B4-BE49-F238E27FC236}">
                <a16:creationId xmlns:a16="http://schemas.microsoft.com/office/drawing/2014/main" id="{8A6DDCF5-C4D7-1E55-4FBB-2588DE44E0ED}"/>
              </a:ext>
            </a:extLst>
          </p:cNvPr>
          <p:cNvSpPr/>
          <p:nvPr/>
        </p:nvSpPr>
        <p:spPr>
          <a:xfrm flipV="1">
            <a:off x="5585395" y="6819900"/>
            <a:ext cx="72390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769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B260A3-FF5E-F45D-09B8-18F23E7B9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4CA8CE-86B7-B166-6385-D0C41F7B7B89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3B3A0A-D08D-0976-5280-F3B8F396F732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734AA0B-1BB7-7DE7-1E14-9907A5D80A0C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181E5A3-DAE8-D0E3-353E-AAC966ADE351}"/>
              </a:ext>
            </a:extLst>
          </p:cNvPr>
          <p:cNvGrpSpPr/>
          <p:nvPr/>
        </p:nvGrpSpPr>
        <p:grpSpPr>
          <a:xfrm>
            <a:off x="1085373" y="1141575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D3766C9-0113-0BF1-F33E-A76FA0574E8F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AF4DF5F-CF21-6E66-C5C3-091011898B19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B501FA46-2BB8-C63E-1A61-286C7CF53A0F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2679AC4-9FD0-AEC3-8819-A7B8A8EF6722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95EE24C-4A9E-B48F-2C2B-B4BE3C0FCED2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0E0EBF36-B63C-5EDA-67FF-F821A1BD0091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65D755C-BB75-6A26-EEF8-B9B8871CB39B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30B7107C-8D84-36A4-64D3-926012295FD8}"/>
              </a:ext>
            </a:extLst>
          </p:cNvPr>
          <p:cNvSpPr txBox="1"/>
          <p:nvPr/>
        </p:nvSpPr>
        <p:spPr>
          <a:xfrm>
            <a:off x="1371135" y="2201557"/>
            <a:ext cx="15347810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Chat 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 실습</a:t>
            </a:r>
          </a:p>
          <a:p>
            <a:pPr algn="ctr">
              <a:lnSpc>
                <a:spcPts val="5739"/>
              </a:lnSpc>
            </a:pP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1.Copilot Chat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접속하기</a:t>
            </a:r>
            <a:endParaRPr lang="en-US" altLang="ko-KR" sz="4800" b="1" spc="-8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E5CD8D3-5455-2429-E345-249520AFB6A0}"/>
              </a:ext>
            </a:extLst>
          </p:cNvPr>
          <p:cNvGrpSpPr/>
          <p:nvPr/>
        </p:nvGrpSpPr>
        <p:grpSpPr>
          <a:xfrm>
            <a:off x="3485474" y="3819525"/>
            <a:ext cx="10943448" cy="5827702"/>
            <a:chOff x="3485474" y="3317723"/>
            <a:chExt cx="10943448" cy="5827702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84C87B9A-15B9-7685-0F56-7FBDB8AA1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85474" y="3317723"/>
              <a:ext cx="10943448" cy="5827702"/>
            </a:xfrm>
            <a:prstGeom prst="rect">
              <a:avLst/>
            </a:prstGeom>
          </p:spPr>
        </p:pic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6716B55-F501-6546-8416-8B68249496EA}"/>
                </a:ext>
              </a:extLst>
            </p:cNvPr>
            <p:cNvSpPr/>
            <p:nvPr/>
          </p:nvSpPr>
          <p:spPr>
            <a:xfrm>
              <a:off x="3626602" y="6230319"/>
              <a:ext cx="1642821" cy="2296846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91385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21EB6D-98A3-3E88-D24D-18D01DCD4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D2A87CE-B5F8-3379-2C1E-4A8B5343FB42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C51C910-2C7E-F6DD-18EA-879D3DF4C04A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71257D0-B82D-931E-A334-EFFE905D52F3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48B7D09-B4AA-0D03-4428-21F263536F25}"/>
              </a:ext>
            </a:extLst>
          </p:cNvPr>
          <p:cNvGrpSpPr/>
          <p:nvPr/>
        </p:nvGrpSpPr>
        <p:grpSpPr>
          <a:xfrm>
            <a:off x="1085373" y="1141575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AB98AD6-B41A-F065-37B7-AD46B276F691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CA09FC0-B9FA-A8D0-B2A8-B603488697C2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C895D365-E819-3D56-CCE2-745B07237A2F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1E27B31-FCDC-613E-5577-9E06431934A6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2767D5E-DBAA-024F-C0E7-420174A11A51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8FBE2C6C-7EAB-7085-A40B-6276A0FC6991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F3DAA48-1097-8E5D-9F76-53B931CED963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488C64FC-B284-15C6-C48C-04B66547C431}"/>
              </a:ext>
            </a:extLst>
          </p:cNvPr>
          <p:cNvSpPr txBox="1"/>
          <p:nvPr/>
        </p:nvSpPr>
        <p:spPr>
          <a:xfrm>
            <a:off x="1371135" y="2201557"/>
            <a:ext cx="15347810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Chat 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응용 실습</a:t>
            </a:r>
          </a:p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회사 분석</a:t>
            </a:r>
            <a:endParaRPr lang="en-US" altLang="ko-KR" sz="4800" b="1" spc="-8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31B59BDA-74EC-01E1-A286-7601A2CFDD27}"/>
              </a:ext>
            </a:extLst>
          </p:cNvPr>
          <p:cNvSpPr txBox="1"/>
          <p:nvPr/>
        </p:nvSpPr>
        <p:spPr>
          <a:xfrm>
            <a:off x="1278894" y="3873457"/>
            <a:ext cx="15347810" cy="743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대동은 현재 한국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/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전세계 시장에서 어떠한 평가를 받고 있어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73D25CD-459F-1C13-E310-B2E03C56C2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1908" y="4867439"/>
            <a:ext cx="5946264" cy="527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66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63201-6434-9D94-7CCC-405366870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20B3D9E-BF4A-597C-007A-6341656050A2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A978E8E-AC20-3DC9-DC6B-FAF648271DD1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6A9EFB8-A338-FAF8-6488-8D7AFAE1993C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3876E5A-B3F4-5019-9E02-451F3BAEF829}"/>
              </a:ext>
            </a:extLst>
          </p:cNvPr>
          <p:cNvGrpSpPr/>
          <p:nvPr/>
        </p:nvGrpSpPr>
        <p:grpSpPr>
          <a:xfrm>
            <a:off x="1085373" y="1141575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E4E24DA-ED25-99A4-48E3-5D4A54644B65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8A1EA97-89C7-A163-D9C3-1EC476EE8594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5388BA52-B73B-3FCC-2FC2-65472257FDDE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22775DD-2391-002B-DDE4-E88BC0BA86A2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04C602CB-F476-EF5F-5262-7EA252A668F5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FD974165-8AB1-A8B8-6073-3F8150B02D29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F7A53E3-A171-B3B5-E6EC-F5AFB338C17D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0352DEE3-647B-6F9E-810A-BC81723B1255}"/>
              </a:ext>
            </a:extLst>
          </p:cNvPr>
          <p:cNvSpPr txBox="1"/>
          <p:nvPr/>
        </p:nvSpPr>
        <p:spPr>
          <a:xfrm>
            <a:off x="1371135" y="2201557"/>
            <a:ext cx="15347810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Chat 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응용 실습</a:t>
            </a:r>
          </a:p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회사 분석</a:t>
            </a:r>
            <a:endParaRPr lang="en-US" altLang="ko-KR" sz="4800" b="1" spc="-8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FBA7BDC8-E097-5CAB-15A4-557C67F9170A}"/>
              </a:ext>
            </a:extLst>
          </p:cNvPr>
          <p:cNvSpPr txBox="1"/>
          <p:nvPr/>
        </p:nvSpPr>
        <p:spPr>
          <a:xfrm>
            <a:off x="1278894" y="3873457"/>
            <a:ext cx="15347810" cy="743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우리 회사를 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SWOT 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분석 기법으로 정리해서 보고해줘</a:t>
            </a:r>
            <a:endParaRPr lang="en-US" altLang="ko-KR" sz="36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6E1BEFF-4966-0A3B-4BF2-F8E7F9B6CD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2785" y="5009433"/>
            <a:ext cx="7360028" cy="381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881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F80EC-E20B-EA17-B07C-41F04F861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7830B1F-75BB-0FA6-B7AB-B2DC98B69FEC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FFCC610-DFD1-1AF2-1FDD-8FA24E51E4B4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2A5578D-AE2D-1B07-7F4B-E460AFC3D55D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437AAE2-BA11-3333-928B-9630DED75DCA}"/>
              </a:ext>
            </a:extLst>
          </p:cNvPr>
          <p:cNvGrpSpPr/>
          <p:nvPr/>
        </p:nvGrpSpPr>
        <p:grpSpPr>
          <a:xfrm>
            <a:off x="1085373" y="1141575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D714286-D621-D068-1B50-F2A77177574D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C045C43-393B-C58F-97D1-0DEB030A8B89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5A88D8A1-A095-64EF-F74C-8D5120228D3A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D04A64D-05A2-F558-3909-C83B9740D779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B11EBB7A-C87F-A827-B2ED-8AEB96FEC2DE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0F50BEF0-03D7-C029-AADB-4AA6EEB8C512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5367726-22FA-86E8-5D9A-569A6BCBF96D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6AB342B7-9AA0-1183-5657-C5BEF9D27673}"/>
              </a:ext>
            </a:extLst>
          </p:cNvPr>
          <p:cNvSpPr txBox="1"/>
          <p:nvPr/>
        </p:nvSpPr>
        <p:spPr>
          <a:xfrm>
            <a:off x="1371135" y="2201557"/>
            <a:ext cx="15347810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Chat 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응용 실습</a:t>
            </a:r>
          </a:p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회사 분석</a:t>
            </a:r>
            <a:endParaRPr lang="en-US" altLang="ko-KR" sz="4800" b="1" spc="-8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B07CA482-595E-2477-723E-0549E50FA457}"/>
              </a:ext>
            </a:extLst>
          </p:cNvPr>
          <p:cNvSpPr txBox="1"/>
          <p:nvPr/>
        </p:nvSpPr>
        <p:spPr>
          <a:xfrm>
            <a:off x="1278894" y="3873457"/>
            <a:ext cx="15347810" cy="743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마지막으로 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PPT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로 정리해서 쉽게 </a:t>
            </a:r>
            <a:r>
              <a:rPr lang="ko-KR" altLang="en-US" sz="3600" spc="-72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볼수있게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만들어줘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FB2DEBF-0E26-B376-6B23-136D11177E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0004" y="5052858"/>
            <a:ext cx="6140766" cy="356888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355FF80-446D-45E8-2A14-CC63AA28AF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0581" y="4959374"/>
            <a:ext cx="8509966" cy="375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87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367612-D327-A029-0DD9-8391CCE6F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E0A4C1A-E8F9-FD4E-3AD0-0DBFCCE18CE0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2FE7A21-C06C-D509-3751-FB179F2ABBBD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1E7BA25-810A-880B-4DB4-F189CB2F3C0B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DA21381-DE6E-5557-779E-1CA0A29602AA}"/>
              </a:ext>
            </a:extLst>
          </p:cNvPr>
          <p:cNvGrpSpPr/>
          <p:nvPr/>
        </p:nvGrpSpPr>
        <p:grpSpPr>
          <a:xfrm>
            <a:off x="1085373" y="1141575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078B2BB-D270-DC83-1A26-D5F88018C85D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25A0727-35A4-127F-F51C-AA472C009068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C6B8DD09-F47B-4987-0EEA-98DD7DF1B542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E1BF965-A628-A140-8DA0-417593B87B59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3353266-2D22-A1DE-C714-E1EE95408591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F84C0C85-B3A4-7477-B19E-86FE129AE682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3D106B7-D9A4-CFDB-0794-465DA5C68B1A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53707CCB-BBA8-50E8-A7B2-79D597277636}"/>
              </a:ext>
            </a:extLst>
          </p:cNvPr>
          <p:cNvSpPr txBox="1"/>
          <p:nvPr/>
        </p:nvSpPr>
        <p:spPr>
          <a:xfrm>
            <a:off x="1371135" y="2201557"/>
            <a:ext cx="15347810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Chat 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 실습 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(Bad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사례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)</a:t>
            </a:r>
            <a:endParaRPr lang="ko-KR" altLang="en-US" sz="4800" b="1" spc="-8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algn="ctr">
              <a:lnSpc>
                <a:spcPts val="5739"/>
              </a:lnSpc>
            </a:pP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[1.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전결규정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</a:t>
            </a:r>
            <a:r>
              <a:rPr lang="ko-KR" altLang="en-US" sz="4800" spc="-81">
                <a:solidFill>
                  <a:srgbClr val="000000"/>
                </a:solidFill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업로드 후 프롬프트 입력</a:t>
            </a:r>
            <a:endParaRPr lang="en-US" altLang="ko-KR" sz="4800" b="1" spc="-8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4DDB6BEC-F71C-21DE-3C4D-6D5678509D70}"/>
              </a:ext>
            </a:extLst>
          </p:cNvPr>
          <p:cNvSpPr txBox="1"/>
          <p:nvPr/>
        </p:nvSpPr>
        <p:spPr>
          <a:xfrm>
            <a:off x="1278894" y="3873457"/>
            <a:ext cx="15347810" cy="743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출장비 규정 좀 </a:t>
            </a:r>
            <a:r>
              <a:rPr lang="ko-KR" altLang="en-US" sz="3600" spc="-72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알아봐줘</a:t>
            </a:r>
            <a:endParaRPr lang="en-US" altLang="ko-KR" sz="36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231972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E9052-7DA7-9D8C-D69A-CDABB659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84A5C2B-977F-B3AD-2BFB-5ED6694F7BBB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8804106-3115-6B17-2515-210B1DC5FBA5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6EA36CF-6B06-15AD-8ACA-168C0D8F22BC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515704D-4551-3D53-55BC-06E7216E6CB5}"/>
              </a:ext>
            </a:extLst>
          </p:cNvPr>
          <p:cNvGrpSpPr/>
          <p:nvPr/>
        </p:nvGrpSpPr>
        <p:grpSpPr>
          <a:xfrm>
            <a:off x="1085373" y="1141575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97516CC-37FC-7FF4-9BB6-304A11D6C66E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BE814CF-4E22-B4CA-877C-57F49A00A250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9414F1E5-AF33-FE95-B4E3-5E6E3BB7E5A8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19F63FD-16DA-0F20-FD1F-3D96C272C47E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51B1AC63-3BA3-C182-35E0-D9FAB413EF2D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24A520B3-8CD5-6325-17D4-514AB10E83EC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80B9D2C-69BF-8E1E-6A21-C36560C9FD58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B8DD8C26-A5B4-1915-900B-1E8D69EC5CEC}"/>
              </a:ext>
            </a:extLst>
          </p:cNvPr>
          <p:cNvSpPr txBox="1"/>
          <p:nvPr/>
        </p:nvSpPr>
        <p:spPr>
          <a:xfrm>
            <a:off x="1371135" y="2201557"/>
            <a:ext cx="15347810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Chat 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 실습 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(Bad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사례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)</a:t>
            </a:r>
            <a:endParaRPr lang="ko-KR" altLang="en-US" sz="4800" b="1" spc="-8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algn="ctr">
              <a:lnSpc>
                <a:spcPts val="5739"/>
              </a:lnSpc>
            </a:pP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[1.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전결규정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</a:t>
            </a:r>
            <a:r>
              <a:rPr lang="ko-KR" altLang="en-US" sz="4800" spc="-81">
                <a:solidFill>
                  <a:srgbClr val="000000"/>
                </a:solidFill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업로드 후 프롬프트 입력</a:t>
            </a:r>
            <a:endParaRPr lang="en-US" altLang="ko-KR" sz="4800" b="1" spc="-8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12AA51F6-50E6-07F6-C36C-AF82058E564D}"/>
              </a:ext>
            </a:extLst>
          </p:cNvPr>
          <p:cNvSpPr txBox="1"/>
          <p:nvPr/>
        </p:nvSpPr>
        <p:spPr>
          <a:xfrm>
            <a:off x="1278894" y="3873457"/>
            <a:ext cx="15347810" cy="743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출장비 승인은 누가 하는지 알려줘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 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예전에 우리가 쓰던 규정 기준으로</a:t>
            </a:r>
            <a:endParaRPr lang="en-US" altLang="ko-KR" sz="36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4134063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4E1ED-93DD-F7FA-E117-11DD3C6B3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226C3EE-DC82-DE8F-D3D8-565941757B82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F892197-E1BF-5DF6-42B7-C9A6013A1FC3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684EC81-1BD1-6C3E-FB5B-BE99841832FA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B0F6EFF-0470-1888-C21E-C7B2702C9115}"/>
              </a:ext>
            </a:extLst>
          </p:cNvPr>
          <p:cNvGrpSpPr/>
          <p:nvPr/>
        </p:nvGrpSpPr>
        <p:grpSpPr>
          <a:xfrm>
            <a:off x="1085373" y="1141575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9543B13-D12F-640F-B820-93DF9C31D013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0E72765-7308-95D2-36E6-01C6FCA26400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07861B41-A649-7ECA-971C-EA725FEA7285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7B406E9-2245-6089-9DF7-67F53F5AA32C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2082A96-F3F8-7F90-6A93-908EEF6849E3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783CEDF7-1F1B-D56C-987E-F47746C43CCB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5DA67FE-9EEE-4628-1B0F-1E1001EBD959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137848B3-FC64-DFFC-6F56-8A63F6B3C55E}"/>
              </a:ext>
            </a:extLst>
          </p:cNvPr>
          <p:cNvSpPr txBox="1"/>
          <p:nvPr/>
        </p:nvSpPr>
        <p:spPr>
          <a:xfrm>
            <a:off x="1371135" y="2201557"/>
            <a:ext cx="15347810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Chat 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 실습</a:t>
            </a:r>
          </a:p>
          <a:p>
            <a:pPr algn="ctr">
              <a:lnSpc>
                <a:spcPts val="5739"/>
              </a:lnSpc>
            </a:pP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[1.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전결규정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</a:t>
            </a:r>
            <a:r>
              <a:rPr lang="ko-KR" altLang="en-US" sz="4800" spc="-81">
                <a:solidFill>
                  <a:srgbClr val="000000"/>
                </a:solidFill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업로드 후 프롬프트 입력</a:t>
            </a:r>
            <a:endParaRPr lang="en-US" altLang="ko-KR" sz="4800" b="1" spc="-8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B4F2D7F2-F8AF-33A2-4CEA-AF952244E711}"/>
              </a:ext>
            </a:extLst>
          </p:cNvPr>
          <p:cNvSpPr txBox="1"/>
          <p:nvPr/>
        </p:nvSpPr>
        <p:spPr>
          <a:xfrm>
            <a:off x="1278894" y="3873457"/>
            <a:ext cx="15347810" cy="1574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첨부한 전결규정 파일에서 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‘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출장비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’ 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항목만 추출하고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팀원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팀장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임원 기준으로 승인권자와 한도를 표로 정리해줘</a:t>
            </a:r>
            <a:endParaRPr lang="en-US" altLang="ko-KR" sz="36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799049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96895-63C0-63DE-3B60-89F1A83FF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0F9346-81DA-242D-B88E-BBC1A92AE108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00425C0-DCCD-4B66-FBFE-3D44498EB3CB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C006D74-358C-F58F-0238-10B91CB4CFA1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68613F0-811D-4294-5B15-A03F1B35DF32}"/>
              </a:ext>
            </a:extLst>
          </p:cNvPr>
          <p:cNvGrpSpPr/>
          <p:nvPr/>
        </p:nvGrpSpPr>
        <p:grpSpPr>
          <a:xfrm>
            <a:off x="1085373" y="1141575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5F4100B-45F0-8936-A155-7DBB6C4F247C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71B5FA9-BE9C-9D95-4ABB-4FEB52E8F727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0DD7C303-CF57-20CD-22BE-01EA48150E26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E57D44D-7FEE-6C93-4635-9B6EE99F6D27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E4A7662-A6C2-4E7F-6FCD-7440341737E1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2DC0E1AB-0AF4-316A-DA07-ABA84606790B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319FD02-420F-DF60-0EC3-AD9F5303AFA4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7504EB8B-0D72-047F-B5DE-FA56037B68CC}"/>
              </a:ext>
            </a:extLst>
          </p:cNvPr>
          <p:cNvSpPr txBox="1"/>
          <p:nvPr/>
        </p:nvSpPr>
        <p:spPr>
          <a:xfrm>
            <a:off x="1371135" y="2201557"/>
            <a:ext cx="15347810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Chat 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 실습</a:t>
            </a:r>
          </a:p>
          <a:p>
            <a:pPr algn="ctr">
              <a:lnSpc>
                <a:spcPts val="5739"/>
              </a:lnSpc>
            </a:pP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[1.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전결규정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</a:t>
            </a:r>
            <a:r>
              <a:rPr lang="ko-KR" altLang="en-US" sz="4800" spc="-81">
                <a:solidFill>
                  <a:srgbClr val="000000"/>
                </a:solidFill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업로드 후 프롬프트 입력</a:t>
            </a:r>
            <a:endParaRPr lang="en-US" altLang="ko-KR" sz="4800" b="1" spc="-8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8019D535-C5CF-82B2-A1C3-AD9B894CE6A3}"/>
              </a:ext>
            </a:extLst>
          </p:cNvPr>
          <p:cNvSpPr txBox="1"/>
          <p:nvPr/>
        </p:nvSpPr>
        <p:spPr>
          <a:xfrm>
            <a:off x="1278894" y="3873457"/>
            <a:ext cx="15347810" cy="1574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전결규정 파일 내용 중 비용 관련 조항만 분석해서 팀원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팀장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임원의 승인 범위를 구체적으로 금액과 근거조항을 포함해서 요약해줘</a:t>
            </a:r>
            <a:endParaRPr lang="en-US" altLang="ko-KR" sz="36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37584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D45CE9-F9BF-5DD5-7142-6959062E3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72158E1-D0B1-716C-700C-9E7FCAE63732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F404863-DB3A-18E6-9CD3-078396BAFB0E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BF80255-AC65-8AD4-1E32-A0983465D46D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7DCEBAA-E97A-4107-7083-7570B68B970A}"/>
              </a:ext>
            </a:extLst>
          </p:cNvPr>
          <p:cNvGrpSpPr/>
          <p:nvPr/>
        </p:nvGrpSpPr>
        <p:grpSpPr>
          <a:xfrm>
            <a:off x="1085373" y="1141575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EAF5D88-4767-5CA5-6F66-FA285B185090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93C2564-0CD0-B798-D0AA-7196680AE3D9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08134D60-5601-4D4E-AB63-98037ADF08E6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62CEE28-DBDA-FA3A-4360-8400DF75051F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1589CD4-E116-1C63-9787-D04503AFEC87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AA170913-DC76-1CB3-6745-196AD3DBD8DA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F801A55-96CC-B0E1-688E-BA954BB4C6A0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7DF54517-194F-A0B0-6470-2C7CF227517D}"/>
              </a:ext>
            </a:extLst>
          </p:cNvPr>
          <p:cNvSpPr txBox="1"/>
          <p:nvPr/>
        </p:nvSpPr>
        <p:spPr>
          <a:xfrm>
            <a:off x="1371135" y="2201557"/>
            <a:ext cx="15347810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Agent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 실습</a:t>
            </a:r>
          </a:p>
          <a:p>
            <a:pPr algn="ctr">
              <a:lnSpc>
                <a:spcPts val="5739"/>
              </a:lnSpc>
            </a:pP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1.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모든 에이전트 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&gt;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템플릿 선택</a:t>
            </a:r>
            <a:endParaRPr lang="en-US" altLang="ko-KR" sz="4800" b="1" spc="-8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86190B-E070-51E2-81D0-63853645AD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3239" y="3660068"/>
            <a:ext cx="9389700" cy="585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784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4876A3-59DB-D8E7-1B42-87BCE975B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F8F1F5E-74BC-4AE8-EBE2-A3083E3AB3AE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5EB80B1-5C41-FDD4-FB10-2E776236AEEC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95C01F8-D975-FDA4-D567-21780518D33C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702A5E7-3CAF-0D43-6ECA-B2AEEE1750BC}"/>
              </a:ext>
            </a:extLst>
          </p:cNvPr>
          <p:cNvGrpSpPr/>
          <p:nvPr/>
        </p:nvGrpSpPr>
        <p:grpSpPr>
          <a:xfrm>
            <a:off x="1085373" y="1141575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208CA96-A31D-9507-8CFE-FD08E60A621A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0D78EA9-37F7-5539-DACF-839066D2B2AC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76FECBA1-9FF1-CBB6-A3C3-9DBB477FF473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0C9C9AF-99C0-D08E-719A-0FD4A8FB565A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B2FD072-48AB-F3FD-0D55-544873DE3366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5BE61DBD-9FEF-AB3A-4299-E7F5E3C474A8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094D3D6-8D20-8DCF-245D-5EA9EB48D4D1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DAE1A355-2479-E53F-FF4E-CE40643BB4E6}"/>
              </a:ext>
            </a:extLst>
          </p:cNvPr>
          <p:cNvSpPr txBox="1"/>
          <p:nvPr/>
        </p:nvSpPr>
        <p:spPr>
          <a:xfrm>
            <a:off x="1371135" y="2201557"/>
            <a:ext cx="15347810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Agent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 실습</a:t>
            </a:r>
          </a:p>
          <a:p>
            <a:pPr algn="ctr">
              <a:lnSpc>
                <a:spcPts val="5739"/>
              </a:lnSpc>
            </a:pP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1.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모든 에이전트 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&gt;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템플릿 선택</a:t>
            </a:r>
            <a:endParaRPr lang="en-US" altLang="ko-KR" sz="4800" b="1" spc="-8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9EE039-F545-A588-23A1-9E5F236A13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3885" y="3656969"/>
            <a:ext cx="9548412" cy="607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99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DB4F1-5312-B591-A3DD-59E2A4DEC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30304A3-F927-914A-9A75-A1B888E0892D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1D1B60C-7896-A1FA-683C-B942B1E4E765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3CC86F9-D05B-627E-2BFF-1DC6837D03EA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F8E56E8-C29F-990F-BCD9-A85E71272870}"/>
              </a:ext>
            </a:extLst>
          </p:cNvPr>
          <p:cNvGrpSpPr/>
          <p:nvPr/>
        </p:nvGrpSpPr>
        <p:grpSpPr>
          <a:xfrm>
            <a:off x="1085373" y="1141575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3C0B091-9E9C-4DB6-4A6F-E558381D54E5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42D8C70-836A-CC06-AB58-25FD083188AF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7E94054F-D428-1678-2F66-61BF84D253A5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626B6B7-06E6-B96B-535F-CBA2CE444CFC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AAEAFB1-C355-49F8-027F-85E669684DA3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C18C747B-3AB9-F0E7-C924-3BE4634E2F66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B6CE46A-C37B-2AFB-C5C0-D5E06C65FA50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3C9B6AC2-4F25-870E-920F-EC41EB88257C}"/>
              </a:ext>
            </a:extLst>
          </p:cNvPr>
          <p:cNvSpPr txBox="1"/>
          <p:nvPr/>
        </p:nvSpPr>
        <p:spPr>
          <a:xfrm>
            <a:off x="1371135" y="2201557"/>
            <a:ext cx="15347810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Agent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 실습</a:t>
            </a:r>
          </a:p>
          <a:p>
            <a:pPr algn="ctr">
              <a:lnSpc>
                <a:spcPts val="5739"/>
              </a:lnSpc>
            </a:pP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2.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에이전트 만들기 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&gt;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구성</a:t>
            </a:r>
            <a:endParaRPr lang="en-US" altLang="ko-KR" sz="4800" b="1" spc="-8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B8677C9-BF8D-6FB6-CEE7-CD5C5EE6AF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5159" y="3674625"/>
            <a:ext cx="11684078" cy="616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93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4DB4B2-69EF-3586-663F-A7FFB513C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5B3B765-7F6D-C990-4892-0C5C75D0B7CC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1735991-DA93-5E6E-33D1-FDA8D931C7F7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E37D268-C9FC-6203-170A-AF85E042F2FE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1733109-C919-8CEE-C7D8-A660442C671A}"/>
              </a:ext>
            </a:extLst>
          </p:cNvPr>
          <p:cNvGrpSpPr/>
          <p:nvPr/>
        </p:nvGrpSpPr>
        <p:grpSpPr>
          <a:xfrm>
            <a:off x="1085373" y="1141575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07294CF-4058-CCAD-5F05-91917AB0B322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132BF62-D2A1-8FD6-023C-E3AF8917216B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047CE57C-2F9A-7C53-A147-1E73ABE324B4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37A50A6-F96B-1DAC-1217-50B5BC300268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FC5A0B6-A6D8-A85D-C8FA-2E289B9E0D79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CB6D49CA-51D1-B274-43D7-DAD573151EA5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C54353A-5116-B494-9628-C9694F06BEB1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D13AD303-18A7-2A9D-9603-1DDC86434711}"/>
              </a:ext>
            </a:extLst>
          </p:cNvPr>
          <p:cNvSpPr txBox="1"/>
          <p:nvPr/>
        </p:nvSpPr>
        <p:spPr>
          <a:xfrm>
            <a:off x="1371135" y="2201557"/>
            <a:ext cx="1534781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Agent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 실습</a:t>
            </a: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0F7BF3BD-C4A4-92E9-EA05-2F3D9B204C59}"/>
              </a:ext>
            </a:extLst>
          </p:cNvPr>
          <p:cNvSpPr txBox="1"/>
          <p:nvPr/>
        </p:nvSpPr>
        <p:spPr>
          <a:xfrm>
            <a:off x="1278894" y="3873457"/>
            <a:ext cx="15347810" cy="2405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에이전트의 이름과 설명을 입력합니다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이름</a:t>
            </a:r>
            <a:r>
              <a:rPr lang="en-US" altLang="ko-KR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: 251210_(</a:t>
            </a:r>
            <a:r>
              <a:rPr lang="ko-KR" altLang="en-US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성함</a:t>
            </a:r>
            <a:r>
              <a:rPr lang="en-US" altLang="ko-KR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)</a:t>
            </a:r>
            <a:endParaRPr lang="en-US" altLang="ko-KR" sz="3600" spc="-72">
              <a:latin typeface="Source Han Sans KR"/>
              <a:ea typeface="Source Han Sans KR"/>
              <a:cs typeface="Source Han Sans KR"/>
            </a:endParaRPr>
          </a:p>
          <a:p>
            <a:pPr algn="ctr">
              <a:lnSpc>
                <a:spcPct val="150000"/>
              </a:lnSpc>
            </a:pPr>
            <a:r>
              <a:rPr lang="en-US" altLang="ko-KR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ko-KR" altLang="en-US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설명</a:t>
            </a:r>
            <a:r>
              <a:rPr lang="en-US" altLang="ko-KR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: </a:t>
            </a:r>
            <a:r>
              <a:rPr lang="ko-KR" altLang="en-US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전결규정 </a:t>
            </a:r>
            <a:r>
              <a:rPr lang="en-US" altLang="ko-KR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FAQ </a:t>
            </a:r>
            <a:r>
              <a:rPr lang="ko-KR" altLang="en-US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에이전트입니다</a:t>
            </a:r>
            <a:r>
              <a:rPr lang="en-US" altLang="ko-KR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endParaRPr lang="en-US" altLang="ko-KR" sz="3600" spc="-72">
              <a:latin typeface="Source Han Sans KR"/>
              <a:ea typeface="Source Han Sans KR"/>
              <a:cs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565362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51F616-FF9B-9B4A-C256-94F0F1055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E24EE9-0BAC-3004-5A02-5C824D74685C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81A760-53B8-3D47-EFEA-6B77C7549819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F3FC54B-0397-2903-D2EC-E100EB644286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685414C-8A5A-9969-73C8-950720A410E0}"/>
              </a:ext>
            </a:extLst>
          </p:cNvPr>
          <p:cNvGrpSpPr/>
          <p:nvPr/>
        </p:nvGrpSpPr>
        <p:grpSpPr>
          <a:xfrm>
            <a:off x="975295" y="1114730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3D0FEF9-F96A-BB35-5A30-A135A2FF46C4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4B13A7C-D291-3E1A-5FDF-D000BCAF537C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814C8EE4-CBDF-EFCA-D0E5-27FEFCE327A5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D5F04CE-2E86-34AB-2701-973AA77EFAA0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0CA763C3-B5D2-FF48-E96C-5561C97674D6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6BEC7690-7EB5-EFE2-BCE3-5D04128138B3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633BA09-6F18-B7FC-0C1F-F888EEFD3E5F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ACA75042-CD61-A4A0-C427-E3D41331C14E}"/>
              </a:ext>
            </a:extLst>
          </p:cNvPr>
          <p:cNvSpPr txBox="1"/>
          <p:nvPr/>
        </p:nvSpPr>
        <p:spPr>
          <a:xfrm>
            <a:off x="1371135" y="2201557"/>
            <a:ext cx="1534781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Agent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 실습</a:t>
            </a: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6D9356E0-DA63-FBB8-E198-B28E95FA7C7C}"/>
              </a:ext>
            </a:extLst>
          </p:cNvPr>
          <p:cNvSpPr txBox="1"/>
          <p:nvPr/>
        </p:nvSpPr>
        <p:spPr>
          <a:xfrm>
            <a:off x="1278894" y="3873457"/>
            <a:ext cx="15347810" cy="489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[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지침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] 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창에 입력 할 프롬프트를 작성합니다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b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</a:b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## 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에이전트 역할</a:t>
            </a:r>
            <a:b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</a:b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1. 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질문에 포함된 업무유형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금액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국내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/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해외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조건을 분석하여 전결 규정 파일에서 데이터를 식별한다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b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</a:b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2. 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정보가 부족하면 필요한 조건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예 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: 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금액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)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을 요청하고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규정이 애매한 경우 가장 근접한 항목과 그 이유를 명확히 설명한다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5897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BAC47-8ACE-DEB7-2E9C-5BCF5EB16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DA8434E-E3B8-E282-DC54-29F061D5C9B7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7E44220-544E-C9CD-9730-C4C417578446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ABA314F-DF52-420C-8EB6-E0F05078D4C8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1B42263-FCD7-A322-E61C-D8665BE8229C}"/>
              </a:ext>
            </a:extLst>
          </p:cNvPr>
          <p:cNvGrpSpPr/>
          <p:nvPr/>
        </p:nvGrpSpPr>
        <p:grpSpPr>
          <a:xfrm>
            <a:off x="975295" y="1114730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346BEF9-E4F9-82AA-B3CC-C212F7E45375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B443426-E7D9-F264-C3D8-4FDED6F48BA8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8438D4AA-9045-C817-21BB-7E7E793779E1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AF7CFBE-AEDC-6DDC-1A46-B414E8B71F38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6646EF2-BD50-4593-9971-B0D615ADD8F5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ACA81AB1-F1C1-C6B0-4546-DDF82FE9594E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13EE683-4E38-6AB3-B371-4FB73DA177A2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5FA17E7B-5125-1C36-70EF-29579F87904F}"/>
              </a:ext>
            </a:extLst>
          </p:cNvPr>
          <p:cNvSpPr txBox="1"/>
          <p:nvPr/>
        </p:nvSpPr>
        <p:spPr>
          <a:xfrm>
            <a:off x="1371135" y="2201557"/>
            <a:ext cx="1534781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Agent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 실습</a:t>
            </a: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6833F073-A74C-34B1-86AA-6618568BA70E}"/>
              </a:ext>
            </a:extLst>
          </p:cNvPr>
          <p:cNvSpPr txBox="1"/>
          <p:nvPr/>
        </p:nvSpPr>
        <p:spPr>
          <a:xfrm>
            <a:off x="1173215" y="3217326"/>
            <a:ext cx="15347810" cy="743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[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지식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]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에 첨부파일을 첨부합니다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95A37AD-8A79-CC94-F90E-3F17F51FD8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3309" y="4197441"/>
            <a:ext cx="5286352" cy="479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09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AAF6D-7BE0-A0EA-AF9E-46DB3C26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7D91AD1-D2A9-2C99-1A6A-A6837B1F1B24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DF1162B-2298-113A-C4F4-332D422AF5D4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99B7706-E5A3-3811-4DB0-A5BD2E502296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1C5F46C-5DDF-D4D6-E1C8-992341C0A0CF}"/>
              </a:ext>
            </a:extLst>
          </p:cNvPr>
          <p:cNvGrpSpPr/>
          <p:nvPr/>
        </p:nvGrpSpPr>
        <p:grpSpPr>
          <a:xfrm>
            <a:off x="975295" y="1114730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0C4DFBA-B9D5-F352-C36E-FA5341EEA658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2E246B9-9FE7-1A08-4B6B-C55221E62D95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21E6B523-CE1B-A0A4-3BEF-3AA16A7D5E70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3EA0E66-D149-7EE8-10D0-6B93F7D532DA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CF561CDF-6C07-4BA9-A488-19DB75D0BA53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54E42B9-B53B-4D90-F9C3-1D30013DF562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F8197D2-7553-72C0-40A9-167FE6C9575C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DE206B93-C171-E887-AE11-18096B81EB6F}"/>
              </a:ext>
            </a:extLst>
          </p:cNvPr>
          <p:cNvSpPr txBox="1"/>
          <p:nvPr/>
        </p:nvSpPr>
        <p:spPr>
          <a:xfrm>
            <a:off x="1371135" y="2201557"/>
            <a:ext cx="1534781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Agent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 실습</a:t>
            </a: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92A4B563-348F-6295-25FB-2637650E986C}"/>
              </a:ext>
            </a:extLst>
          </p:cNvPr>
          <p:cNvSpPr txBox="1"/>
          <p:nvPr/>
        </p:nvSpPr>
        <p:spPr>
          <a:xfrm>
            <a:off x="1173215" y="3217326"/>
            <a:ext cx="15347810" cy="743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[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추천 프롬프트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]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에 제목과 메시지를 작성합니다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50C7BF0-065D-55BB-DEFE-5CE8862216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1778" y="4661332"/>
            <a:ext cx="9330684" cy="330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95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91093-726E-6A5C-ABE1-DB43C857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9920F9C-8697-4D61-CFAE-0377D1A9786F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A0A3D2A-C5B4-2365-F270-FF4B4A477106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9159FCD-E898-AF3C-8970-0BCBA5E85BCD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294E932-DF78-9CFF-F7F1-036A414FAE94}"/>
              </a:ext>
            </a:extLst>
          </p:cNvPr>
          <p:cNvGrpSpPr/>
          <p:nvPr/>
        </p:nvGrpSpPr>
        <p:grpSpPr>
          <a:xfrm>
            <a:off x="975295" y="1114730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DC89E9D-D8D6-B25A-C6CD-7BDD82316DBE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F3B4E50-5214-16E6-4DB1-F6BD7DA91EC3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0D1DF272-273E-D3AD-EE20-7BAE96D61FE7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068AC05-CF54-88B4-3D1E-257FC55DF7E3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1B11D05-D1A5-DE6E-0340-696B2135B9BD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AC3EE02A-EF3A-B37A-36C4-944DDF67C927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7A93297-FAFA-91CE-3787-2290CDBC86AF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3DAD8AFD-E5BF-3A33-AF0D-1CFE267DE8DF}"/>
              </a:ext>
            </a:extLst>
          </p:cNvPr>
          <p:cNvSpPr txBox="1"/>
          <p:nvPr/>
        </p:nvSpPr>
        <p:spPr>
          <a:xfrm>
            <a:off x="1371135" y="2201557"/>
            <a:ext cx="1534781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Agent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 실습</a:t>
            </a: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26D37390-6031-7427-5466-DAF535CFB5C6}"/>
              </a:ext>
            </a:extLst>
          </p:cNvPr>
          <p:cNvSpPr txBox="1"/>
          <p:nvPr/>
        </p:nvSpPr>
        <p:spPr>
          <a:xfrm>
            <a:off x="1173215" y="3217326"/>
            <a:ext cx="15347810" cy="743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[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만들기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]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버튼을 눌러 에이전트를 생성합니다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903ECC6-8CEF-45FF-1F7E-4884B16D02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2785" y="4134583"/>
            <a:ext cx="8248669" cy="456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02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0EC5C-2A4C-404E-2D3C-126132A28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989E6E9-E9A2-2419-2B04-6A32BEBEA765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37EB7FA-F7F5-DC9E-7B28-A609A7EA721C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28F80B8-5447-0C50-EE70-4586EC7D81E9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5551861-FDEB-0793-203D-4589236DBA14}"/>
              </a:ext>
            </a:extLst>
          </p:cNvPr>
          <p:cNvGrpSpPr/>
          <p:nvPr/>
        </p:nvGrpSpPr>
        <p:grpSpPr>
          <a:xfrm>
            <a:off x="975295" y="1114730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87BD81C-AC59-43B5-DE83-F09F65B2D083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48CF551-76A2-CBE2-F194-97CC88D2228A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36B6C852-88A3-4CA1-B36A-D20A920E6073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4032BA7-AFC9-39BC-D2AB-ACBBCF21E0A4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DCC71E2-6162-051A-6604-7ED235F42DAA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C4B79F6F-7CE0-B410-4ED6-64093BF280E1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F1B5C98-2147-FCBF-DA8A-C4DD546D5935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853C3674-57A0-3BB7-90C5-E5E47207A9CC}"/>
              </a:ext>
            </a:extLst>
          </p:cNvPr>
          <p:cNvSpPr txBox="1"/>
          <p:nvPr/>
        </p:nvSpPr>
        <p:spPr>
          <a:xfrm>
            <a:off x="1371135" y="2201557"/>
            <a:ext cx="1534781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Agent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 실습</a:t>
            </a: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55C9FA95-747F-E1F3-0F36-0F9379CF0C3A}"/>
              </a:ext>
            </a:extLst>
          </p:cNvPr>
          <p:cNvSpPr txBox="1"/>
          <p:nvPr/>
        </p:nvSpPr>
        <p:spPr>
          <a:xfrm>
            <a:off x="1173215" y="3217326"/>
            <a:ext cx="15347810" cy="743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[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편집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]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버튼을 눌러 에이전트의 내용을 보강합니다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7F6C60A-11AE-DD2F-5A23-EF8849BD21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4345" y="1309189"/>
            <a:ext cx="15137283" cy="798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5463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3F5B6-CBCA-7304-D7D1-1E0C425B9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267A9F-8241-8B69-A9A8-5B88D9F361C4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F4A5F2F-52DA-D774-4384-9553294D318C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711DB3D-DD38-4521-4D64-1FC30384CACB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A3899FE-8AC8-1C71-79E1-1BE8BFE08623}"/>
              </a:ext>
            </a:extLst>
          </p:cNvPr>
          <p:cNvGrpSpPr/>
          <p:nvPr/>
        </p:nvGrpSpPr>
        <p:grpSpPr>
          <a:xfrm>
            <a:off x="975295" y="1114730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9C57007-73A3-FAD9-C3D9-566BF9033925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001FDD9-8380-3ABC-B490-D934C1E03C5B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6EDC52DB-E351-A552-C932-A113124FA483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05D23CA-BC02-40B1-D7F9-086DB377FF2F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8DEAD81-BC8B-1DFF-BAEC-D2BE86206EDC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522E9745-A735-1794-D7B0-472BBF673D32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2588B5C-9DE3-572E-00D4-20F0385082EB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36F5AE8E-2AA5-42FF-CA5C-B5D0DEF1B48C}"/>
              </a:ext>
            </a:extLst>
          </p:cNvPr>
          <p:cNvSpPr txBox="1"/>
          <p:nvPr/>
        </p:nvSpPr>
        <p:spPr>
          <a:xfrm>
            <a:off x="1371135" y="2201557"/>
            <a:ext cx="1534781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Agent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 실습</a:t>
            </a: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6F1D904B-A3BD-E133-9ACB-6B7F496B3A51}"/>
              </a:ext>
            </a:extLst>
          </p:cNvPr>
          <p:cNvSpPr txBox="1"/>
          <p:nvPr/>
        </p:nvSpPr>
        <p:spPr>
          <a:xfrm>
            <a:off x="1173215" y="3217326"/>
            <a:ext cx="15347810" cy="743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[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공유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]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버튼을 눌러 생성한 에이전트를 팀원과 공유합니다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1F84A1C-DFB5-36C1-5476-C7FAA52D01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1728" y="5156821"/>
            <a:ext cx="6235302" cy="226211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96C56EE-17EC-EC21-E06C-F51D44631F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4922" y="4102734"/>
            <a:ext cx="5742192" cy="493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56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D76BA-AE18-BCCC-92A7-CC4BF9478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0427627-685C-040A-9DC2-25C9E1F1E551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2F116C9-5C2E-5AA8-694D-2B89FEA37746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719B43F-4DDA-706A-C4AB-69FD9DF633FB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F2B1C53-FF15-E93A-9E05-E19B7867210D}"/>
              </a:ext>
            </a:extLst>
          </p:cNvPr>
          <p:cNvGrpSpPr/>
          <p:nvPr/>
        </p:nvGrpSpPr>
        <p:grpSpPr>
          <a:xfrm>
            <a:off x="975295" y="1114730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9BB2BD7-A41A-49CF-7FC3-6816C6A15E08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1453B01-B4B7-EC7B-9420-CE14DC7453C8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41875284-C315-4EC2-57CD-B618C29C2881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EC23C69-80DA-73CB-BB3F-F86670B5A01C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5B983C6-021E-E7D4-319D-8F8F28BEFECD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2989814C-46BF-590D-C2B5-06FC14F35299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F180560-DCB1-E14D-0350-137876E4DE5D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83BFEBC4-18C0-710E-EA8F-EC858C238B6C}"/>
              </a:ext>
            </a:extLst>
          </p:cNvPr>
          <p:cNvSpPr txBox="1"/>
          <p:nvPr/>
        </p:nvSpPr>
        <p:spPr>
          <a:xfrm>
            <a:off x="1371135" y="2201557"/>
            <a:ext cx="1534781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[</a:t>
            </a:r>
            <a:r>
              <a:rPr lang="en-US" altLang="ko-KR" sz="4800" b="1" spc="-6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Copilot Agent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] </a:t>
            </a: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 실습</a:t>
            </a: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81C37EC3-BC1B-479A-0AF4-65E6586CE3BB}"/>
              </a:ext>
            </a:extLst>
          </p:cNvPr>
          <p:cNvSpPr txBox="1"/>
          <p:nvPr/>
        </p:nvSpPr>
        <p:spPr>
          <a:xfrm>
            <a:off x="1173215" y="3217326"/>
            <a:ext cx="15347810" cy="743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[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모든 에이전트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] 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에서 공유 받은 에이전트를 추가합니다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FE5DCE2-5595-DD13-51E8-26866856E5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9112" y="4307792"/>
            <a:ext cx="11189776" cy="464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38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38850-D9C2-A2B6-8FF9-95F0FDA69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7799092-5851-2033-C0D2-CD1DD4B78B4B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62E9290-6E34-364E-9DCA-427280F89249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FC0581A-18C6-0FEE-38F2-C22559D6CA84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954ACD4-8744-490B-E14F-AD3BF194F690}"/>
              </a:ext>
            </a:extLst>
          </p:cNvPr>
          <p:cNvGrpSpPr/>
          <p:nvPr/>
        </p:nvGrpSpPr>
        <p:grpSpPr>
          <a:xfrm>
            <a:off x="975204" y="1182888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E0424DD-43BD-E1DF-CE61-54F67962C407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ECACF9B-3CF0-2A7A-B714-7244396ADBD9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80CFA1E5-B8AA-B2C3-DBD4-9A5DB6A24B44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4C359D4-C0ED-D881-42AF-398AE810C0E3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1D51EC5-17CC-9673-AC98-5C8153814ECA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B6911BEA-FB40-AF8B-13A7-EFFAA9692479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DC308B1-BF45-4F80-798D-74450D4F2572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DDE50182-8A22-1538-BDB6-CF58CB92FCC9}"/>
              </a:ext>
            </a:extLst>
          </p:cNvPr>
          <p:cNvSpPr txBox="1"/>
          <p:nvPr/>
        </p:nvSpPr>
        <p:spPr>
          <a:xfrm>
            <a:off x="1371135" y="2201557"/>
            <a:ext cx="1534781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</a:t>
            </a:r>
            <a:r>
              <a:rPr lang="en-US" altLang="ko-KR" sz="4800" b="1" spc="-81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회의록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4800" b="1" spc="-81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요약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4800" b="1" spc="-81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에이전트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4800" b="1" spc="-81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만들기</a:t>
            </a:r>
            <a:endParaRPr lang="en-US" altLang="ko-KR" sz="4800" b="1" spc="-81" err="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588146-0EAF-DCFB-B2D8-225221F157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6553" y="3237089"/>
            <a:ext cx="6132337" cy="67479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AC30C0-E1C3-0541-9B26-112DE4F5DA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90767" y="3242557"/>
            <a:ext cx="5461353" cy="707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012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B1271-CAC4-3D1A-8D0D-0B14EC3C8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61AEB7A-6CC4-85EC-4965-9A10CEDDFA53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198FCFE-1D31-1295-81CA-5B836E1F8971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1318045-6C80-FC8A-E403-7A7A27FC17C7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393187A-1DA9-302F-8A31-9CE9EB0F53F3}"/>
              </a:ext>
            </a:extLst>
          </p:cNvPr>
          <p:cNvGrpSpPr/>
          <p:nvPr/>
        </p:nvGrpSpPr>
        <p:grpSpPr>
          <a:xfrm>
            <a:off x="1085373" y="1141575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932739E-3CC1-F76E-1E81-072B2258F7F0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101D41A-0EAF-926C-7FEE-81B1C1284E1E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2E2D46BF-B9A4-7916-9565-0D8787BAC409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11E09A9-4DF2-677F-8E07-E53CCD799B9D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7083243-D147-F503-C555-C9A656459422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0B1B49F6-D375-2FE6-3FEB-F8A18C6B27BA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E0E8672-0409-C489-B42B-12EB1839AA80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CA3C8A38-2F54-DF99-C59D-0AA1AE5144DC}"/>
              </a:ext>
            </a:extLst>
          </p:cNvPr>
          <p:cNvSpPr txBox="1"/>
          <p:nvPr/>
        </p:nvSpPr>
        <p:spPr>
          <a:xfrm>
            <a:off x="1371135" y="2201557"/>
            <a:ext cx="1534781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</a:t>
            </a:r>
            <a:r>
              <a:rPr lang="en-US" altLang="ko-KR" sz="4800" b="1" spc="-81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회의록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4800" b="1" spc="-81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요약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4800" b="1" spc="-81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에이전트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4800" b="1" spc="-81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만들기</a:t>
            </a:r>
            <a:endParaRPr lang="en-US" altLang="ko-KR" sz="4800" b="1" spc="-81" err="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</a:endParaRP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793011A7-249F-6C97-642E-1290C5DFA2E6}"/>
              </a:ext>
            </a:extLst>
          </p:cNvPr>
          <p:cNvSpPr txBox="1"/>
          <p:nvPr/>
        </p:nvSpPr>
        <p:spPr>
          <a:xfrm>
            <a:off x="1278894" y="3873457"/>
            <a:ext cx="15347810" cy="2405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에이전트의 이름과 설명을 입력합니다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이름</a:t>
            </a:r>
            <a:r>
              <a:rPr lang="en-US" altLang="ko-KR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: 251210_(</a:t>
            </a:r>
            <a:r>
              <a:rPr lang="ko-KR" altLang="en-US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성함</a:t>
            </a:r>
            <a:r>
              <a:rPr lang="en-US" altLang="ko-KR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)_</a:t>
            </a:r>
            <a:r>
              <a:rPr lang="en-US" altLang="ko-KR" sz="3600" spc="-72" err="1">
                <a:latin typeface="Source Han Sans KR"/>
                <a:ea typeface="Source Han Sans KR"/>
                <a:cs typeface="Source Han Sans KR"/>
                <a:sym typeface="Source Han Sans KR"/>
              </a:rPr>
              <a:t>회의록</a:t>
            </a:r>
            <a:endParaRPr lang="en-US" altLang="ko-KR" sz="3600" spc="-72" err="1">
              <a:latin typeface="Source Han Sans KR"/>
              <a:ea typeface="Source Han Sans KR"/>
              <a:cs typeface="Source Han Sans KR"/>
            </a:endParaRPr>
          </a:p>
          <a:p>
            <a:pPr algn="ctr">
              <a:lnSpc>
                <a:spcPct val="150000"/>
              </a:lnSpc>
            </a:pPr>
            <a:r>
              <a:rPr lang="en-US" altLang="ko-KR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ko-KR" altLang="en-US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설명</a:t>
            </a:r>
            <a:r>
              <a:rPr lang="en-US" altLang="ko-KR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: </a:t>
            </a:r>
            <a:r>
              <a:rPr lang="en-US" altLang="ko-KR" sz="3600" spc="-72" err="1">
                <a:latin typeface="Source Han Sans KR"/>
                <a:ea typeface="Source Han Sans KR"/>
                <a:cs typeface="Source Han Sans KR"/>
                <a:sym typeface="Source Han Sans KR"/>
              </a:rPr>
              <a:t>회의록을</a:t>
            </a:r>
            <a:r>
              <a:rPr lang="en-US" altLang="ko-KR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3600" spc="-72" err="1">
                <a:latin typeface="Source Han Sans KR"/>
                <a:ea typeface="Source Han Sans KR"/>
                <a:cs typeface="Source Han Sans KR"/>
                <a:sym typeface="Source Han Sans KR"/>
              </a:rPr>
              <a:t>요약하는</a:t>
            </a:r>
            <a:r>
              <a:rPr lang="en-US" altLang="ko-KR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3600" spc="-72" err="1">
                <a:latin typeface="Source Han Sans KR"/>
                <a:ea typeface="Source Han Sans KR"/>
                <a:cs typeface="Source Han Sans KR"/>
                <a:sym typeface="Source Han Sans KR"/>
              </a:rPr>
              <a:t>에이전트입니다</a:t>
            </a:r>
            <a:r>
              <a:rPr lang="en-US" altLang="ko-KR" sz="3600" spc="-72"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endParaRPr lang="en-US" altLang="ko-KR" sz="3600" spc="-72">
              <a:latin typeface="Source Han Sans KR"/>
              <a:ea typeface="Source Han Sans KR"/>
              <a:cs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7833361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4DC5B-473D-9473-97F4-3D522D830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F41D2C6-13C2-B88E-6C7F-191533C6F3F2}"/>
              </a:ext>
            </a:extLst>
          </p:cNvPr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5781C1C-37EC-BF12-F9EB-6DB545D3339E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2AF97B1-89DD-FC12-36E4-177B6BCA12BF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A1B6758-9BDB-25D2-A1C5-E52A9987E977}"/>
              </a:ext>
            </a:extLst>
          </p:cNvPr>
          <p:cNvGrpSpPr/>
          <p:nvPr/>
        </p:nvGrpSpPr>
        <p:grpSpPr>
          <a:xfrm>
            <a:off x="975295" y="1114730"/>
            <a:ext cx="15743650" cy="7916543"/>
            <a:chOff x="0" y="0"/>
            <a:chExt cx="4146476" cy="20850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B3587CC-B33A-599E-4294-ECD9CE4EC7DD}"/>
                </a:ext>
              </a:extLst>
            </p:cNvPr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CFCCFD1-60DA-B999-7964-584518C73205}"/>
                </a:ext>
              </a:extLst>
            </p:cNvPr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FCCDCFDC-C67D-D454-9958-BF3CAA596261}"/>
              </a:ext>
            </a:extLst>
          </p:cNvPr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3EB45C8-C9CA-A249-D356-71CAAFF257B2}"/>
              </a:ext>
            </a:extLst>
          </p:cNvPr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AF68BD5-CD9A-3031-3A1D-7EA9B507CA06}"/>
              </a:ext>
            </a:extLst>
          </p:cNvPr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B7BF990-1174-F3C1-A211-C8E56DAB1AAC}"/>
              </a:ext>
            </a:extLst>
          </p:cNvPr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784758F-9B51-C69D-E18C-93C23756D028}"/>
              </a:ext>
            </a:extLst>
          </p:cNvPr>
          <p:cNvSpPr txBox="1"/>
          <p:nvPr/>
        </p:nvSpPr>
        <p:spPr>
          <a:xfrm>
            <a:off x="9451516" y="4012285"/>
            <a:ext cx="2569271" cy="313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spc="-38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중요성과 방향성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BBCA2684-9EAF-6A8D-C764-CCD193BE6AF3}"/>
              </a:ext>
            </a:extLst>
          </p:cNvPr>
          <p:cNvSpPr txBox="1"/>
          <p:nvPr/>
        </p:nvSpPr>
        <p:spPr>
          <a:xfrm>
            <a:off x="1371135" y="2201557"/>
            <a:ext cx="1534781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ko-KR" altLang="en-US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실습활동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</a:t>
            </a:r>
            <a:r>
              <a:rPr lang="en-US" altLang="ko-KR" sz="4800" b="1" spc="-81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회의록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4800" b="1" spc="-81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요약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4800" b="1" spc="-81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에이전트</a:t>
            </a:r>
            <a:r>
              <a:rPr lang="en-US" altLang="ko-KR" sz="4800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4800" b="1" spc="-81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만들기</a:t>
            </a:r>
            <a:endParaRPr lang="en-US" altLang="ko-KR" sz="4800" b="1" spc="-81" err="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</a:endParaRP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29F0E3FB-28E3-4505-9D67-CFC1FFA54751}"/>
              </a:ext>
            </a:extLst>
          </p:cNvPr>
          <p:cNvSpPr txBox="1"/>
          <p:nvPr/>
        </p:nvSpPr>
        <p:spPr>
          <a:xfrm>
            <a:off x="1387015" y="3873457"/>
            <a:ext cx="15749405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[</a:t>
            </a:r>
            <a:r>
              <a:rPr lang="ko-KR" altLang="en-US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지침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] </a:t>
            </a:r>
            <a:r>
              <a:rPr lang="en-US" altLang="ko-KR" sz="3600" spc="-72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작성</a:t>
            </a:r>
            <a:r>
              <a:rPr lang="en-US" altLang="ko-KR" sz="36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팁</a:t>
            </a:r>
            <a:br>
              <a:rPr lang="en-US" altLang="ko-KR" sz="3600" spc="-72">
                <a:latin typeface="Source Han Sans KR"/>
                <a:ea typeface="Source Han Sans KR"/>
                <a:cs typeface="Source Han Sans KR"/>
              </a:rPr>
            </a:br>
            <a:br>
              <a:rPr lang="en-US" altLang="ko-KR" sz="3600" spc="-72">
                <a:latin typeface="Source Han Sans KR"/>
                <a:ea typeface="Source Han Sans KR"/>
                <a:cs typeface="Source Han Sans KR"/>
              </a:rPr>
            </a:br>
            <a:r>
              <a:rPr lang="ko-KR" altLang="en-US" sz="3600" spc="-72">
                <a:ea typeface="+mn-lt"/>
                <a:cs typeface="+mn-lt"/>
                <a:hlinkClick r:id="rId8"/>
              </a:rPr>
              <a:t>회의록</a:t>
            </a:r>
            <a:r>
              <a:rPr lang="en-US" sz="3600" spc="-72">
                <a:ea typeface="+mn-lt"/>
                <a:cs typeface="+mn-lt"/>
                <a:hlinkClick r:id="rId8"/>
              </a:rPr>
              <a:t> </a:t>
            </a:r>
            <a:r>
              <a:rPr lang="ko-KR" altLang="en-US" sz="3600" spc="-72">
                <a:ea typeface="+mn-lt"/>
                <a:cs typeface="+mn-lt"/>
                <a:hlinkClick r:id="rId8"/>
              </a:rPr>
              <a:t>에이전트</a:t>
            </a:r>
            <a:r>
              <a:rPr lang="en-US" sz="3600" spc="-72">
                <a:ea typeface="+mn-lt"/>
                <a:cs typeface="+mn-lt"/>
                <a:hlinkClick r:id="rId8"/>
              </a:rPr>
              <a:t> 프롬프트 (</a:t>
            </a:r>
            <a:r>
              <a:rPr lang="ko-KR" altLang="en-US" sz="3600" spc="-72">
                <a:ea typeface="+mn-lt"/>
                <a:cs typeface="+mn-lt"/>
                <a:hlinkClick r:id="rId8"/>
              </a:rPr>
              <a:t>팁</a:t>
            </a:r>
            <a:r>
              <a:rPr lang="en-US" sz="3600" spc="-72">
                <a:ea typeface="+mn-lt"/>
                <a:cs typeface="+mn-lt"/>
                <a:hlinkClick r:id="rId8"/>
              </a:rPr>
              <a:t>)</a:t>
            </a:r>
            <a:br>
              <a:rPr lang="en-US" altLang="ko-KR" sz="3600" spc="-72">
                <a:latin typeface="Source Han Sans KR"/>
                <a:ea typeface="Source Han Sans KR"/>
                <a:cs typeface="Source Han Sans KR"/>
              </a:rPr>
            </a:br>
            <a:br>
              <a:rPr lang="en-US" altLang="ko-KR" sz="3600" spc="-72">
                <a:latin typeface="Source Han Sans KR"/>
                <a:ea typeface="Source Han Sans KR"/>
                <a:cs typeface="Source Han Sans KR"/>
              </a:rPr>
            </a:br>
            <a:endParaRPr lang="en-US" altLang="ko-KR" sz="3600" spc="-72">
              <a:solidFill>
                <a:srgbClr val="000000"/>
              </a:solidFill>
              <a:latin typeface="Source Han Sans KR"/>
              <a:ea typeface="Source Han Sans KR"/>
              <a:cs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792488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165421-3226-4c76-a495-323c195da8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6E28CC84260BB45933C5DBC6292C81B" ma:contentTypeVersion="12" ma:contentTypeDescription="새 문서를 만듭니다." ma:contentTypeScope="" ma:versionID="bbef69dee8ac236a27b890d9b6e22c3f">
  <xsd:schema xmlns:xsd="http://www.w3.org/2001/XMLSchema" xmlns:xs="http://www.w3.org/2001/XMLSchema" xmlns:p="http://schemas.microsoft.com/office/2006/metadata/properties" xmlns:ns3="ec165421-3226-4c76-a495-323c195da8cc" targetNamespace="http://schemas.microsoft.com/office/2006/metadata/properties" ma:root="true" ma:fieldsID="9fca2f26fa60aae24e736a75398fd016" ns3:_="">
    <xsd:import namespace="ec165421-3226-4c76-a495-323c195da8c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165421-3226-4c76-a495-323c195da8c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467B6B-BDA9-4528-9A45-F7A4A0B9E579}">
  <ds:schemaRefs>
    <ds:schemaRef ds:uri="ec165421-3226-4c76-a495-323c195da8c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0080FF5-09DE-40A3-AF1C-4F593EB1A5D8}">
  <ds:schemaRefs>
    <ds:schemaRef ds:uri="ec165421-3226-4c76-a495-323c195da8c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A0D70AC-6C21-490A-9ED5-4B293C2FCD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사용자 지정</PresentationFormat>
  <Slides>26</Slides>
  <Notes>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7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콩등이</dc:creator>
  <cp:revision>2</cp:revision>
  <dcterms:created xsi:type="dcterms:W3CDTF">2006-08-16T00:00:00Z</dcterms:created>
  <dcterms:modified xsi:type="dcterms:W3CDTF">2025-12-10T00:39:02Z</dcterms:modified>
  <dc:identifier>DAGoJuGP7QA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8afb0b-cf10-4bf9-960e-5937f16a9379_Enabled">
    <vt:lpwstr>true</vt:lpwstr>
  </property>
  <property fmtid="{D5CDD505-2E9C-101B-9397-08002B2CF9AE}" pid="3" name="MSIP_Label_f78afb0b-cf10-4bf9-960e-5937f16a9379_SetDate">
    <vt:lpwstr>2025-07-16T01:43:50Z</vt:lpwstr>
  </property>
  <property fmtid="{D5CDD505-2E9C-101B-9397-08002B2CF9AE}" pid="4" name="MSIP_Label_f78afb0b-cf10-4bf9-960e-5937f16a9379_Method">
    <vt:lpwstr>Standard</vt:lpwstr>
  </property>
  <property fmtid="{D5CDD505-2E9C-101B-9397-08002B2CF9AE}" pid="5" name="MSIP_Label_f78afb0b-cf10-4bf9-960e-5937f16a9379_Name">
    <vt:lpwstr>Public</vt:lpwstr>
  </property>
  <property fmtid="{D5CDD505-2E9C-101B-9397-08002B2CF9AE}" pid="6" name="MSIP_Label_f78afb0b-cf10-4bf9-960e-5937f16a9379_SiteId">
    <vt:lpwstr>f754124d-f841-4b68-aec4-092f484be5e1</vt:lpwstr>
  </property>
  <property fmtid="{D5CDD505-2E9C-101B-9397-08002B2CF9AE}" pid="7" name="MSIP_Label_f78afb0b-cf10-4bf9-960e-5937f16a9379_ActionId">
    <vt:lpwstr>0d2b8968-505b-4b8e-9f64-b1bb6197c43f</vt:lpwstr>
  </property>
  <property fmtid="{D5CDD505-2E9C-101B-9397-08002B2CF9AE}" pid="8" name="MSIP_Label_f78afb0b-cf10-4bf9-960e-5937f16a9379_ContentBits">
    <vt:lpwstr>0</vt:lpwstr>
  </property>
  <property fmtid="{D5CDD505-2E9C-101B-9397-08002B2CF9AE}" pid="9" name="MSIP_Label_f78afb0b-cf10-4bf9-960e-5937f16a9379_Tag">
    <vt:lpwstr>10, 3, 0, 1</vt:lpwstr>
  </property>
  <property fmtid="{D5CDD505-2E9C-101B-9397-08002B2CF9AE}" pid="10" name="ContentTypeId">
    <vt:lpwstr>0x01010026E28CC84260BB45933C5DBC6292C81B</vt:lpwstr>
  </property>
</Properties>
</file>